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15T22:03:35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21344 10381 353 0,'0'0'158'0,"0"0"-147"0,0 0 56 0,0 0-13 15,0 0 0 1,0 0-17-16,0 0 12 15,0 0-31-15,0 4 3 16,0-4-15-16,0 0 31 16,0 0-8-16,0 0-3 0,0 0 10 15,0 0-23-15,0 4 21 16,0-4-18-16,0 0 33 16,0 0-38-16,0 0 26 15,0 2-35-15,0-2 20 16,0 0-9-16,0 0 1 15,0 0 7-15,0 0-18 16,0-10 14-16,0-30-11 0,0-17 28 16,0-9-25-1,-2-6 10-15,-2-2-17 0,-3 1-2 16,0-2 0 0,0 1-16-16,1 7 14 0,2 15-20 15,-3 10 18 1,7 21-19-16,0 8 20 0,0 13-22 15,0 0 0-15,22 21 9 0,2 18 16 16,8 11 0 0,1 6-6-16,2-1 2 0,-1-1-19 15,0-8 18 1,-3-8-17-16,-5-2 2 16,9-10 7-16,-10-9 13 15,0-4 4-15,-4-11-4 0,-4-2 0 16,-3-7 7-1,-4-22 33-15,0-17-27 16,-8-12 6-16,-2-10-17 0,0-8-2 16,0-3 0-16,0 3-5 15,0 8-4-15,-2 10-52 16,-3 9 29-16,5 16-105 16,-2 9-28-16,-1 9-150 0</inkml:trace>
  <inkml:trace contextRef="#ctx0" brushRef="#br0" timeOffset="1218.57">21211 10247 162 0,'0'0'95'0,"0"0"-19"0,0 0 4 16,0 0-18-16,0 0-9 15,0 0-26 1,-2 22 5-16,2-16-23 16,0 0 17-16,0-3 24 0,0 1-25 15,0-1 22 1,0-1-24-16,0 4 26 15,0 0-23-15,0 0 7 0,0 2-10 16,0-1 9-16,0-1-9 16,0 0-11-16,0-3 10 15,0-1-14-15,0-2 20 16,0 0-13-16,0 0 51 0,0-22-47 0,0-15 16 31,0-16-23-31,0-6 9 16,0-1-10-16,-10-1-7 0,8 6-8 15,-7-3 12 1,1 3-21-16,-2 12-15 0,6 9 8 16,2 13-61-16,0 17 14 15,2 4-54-15,-3 4-74 16,1 21-107 0</inkml:trace>
  <inkml:trace contextRef="#ctx0" brushRef="#br0" timeOffset="4240.12">21300 9287 355 0,'0'0'35'0,"0"0"-32"0,0 0-3 0,0 0 70 15,0 0-31-15,0 0 11 16,0 0-10-16,0 0 14 16,0 0-23-16,0 0-1 15,0 0 5-15,0 3-12 16,0 0 17 0,0-3-11-16,0 0 34 0,0 0-35 15,-2 0 11-15,-5 0-19 16,2 0-1-16,-1 0-16 15,-3 0 1-15,2 0-4 0,-2 0 5 16,0 0-7 0,-1 0 7-16,-6 0-10 15,3 1 14-15,-6 4-17 16,1 2 12-16,-1-1-6 16,3 0 2-16,1 6 0 15,-4-2-3-15,4 0 10 0,-1 3-5 16,1 0 3-16,1 1-8 15,8 0 5-15,-1 0-4 16,1 0-5-16,-2 0 5 0,2 8-2 16,-1 0-12-1,-3 3 10-15,2-2 5 16,-1 4-12-16,-1-4 26 16,5-2-20-16,0-1 10 15,1-2-6-15,2 0-3 16,-1-1 6-16,1 4-5 15,2-3 14-15,0 3-20 0,0-1 8 16,-2-3-5-16,0 5 16 16,0-2-15-1,0 2 7-15,-3 3-2 16,3-3 2-16,-1-3 0 0,3 2-8 16,0-1 16-1,0 2-21-15,0 0 27 0,0-2-20 16,0 3 6-16,0-6-2 15,0 3-1-15,0-1 3 16,0-4 0-16,0 1 5 16,0-2-16-16,3 4 27 15,-1 1-23-15,5-1 14 16,-5 6-12-16,2-3 5 16,1 3 0-16,-3-2-2 15,2-1 4-15,4-5-9 16,-2-3 16-16,0 4-18 0,5 0 18 15,-1-3-18 1,-1-1 9-16,1-3-1 0,0-3-1 16,-1 0-2-16,-1-2-3 15,6 2 7-15,-3-3 20 16,0 0-16-16,0 0 12 16,0-2-7-16,0 0-8 15,1 4 3-15,-1 0 3 16,2-2-5-16,0 2 4 15,-2-1-4-15,3 0 7 0,-3-1-6 16,3 2 3-16,-3 0-1 16,-1-2-4-1,2 4-2-15,-3-2 1 0,2 0 0 16,-2-4-8-16,0 2 22 16,-3-1-9-16,3 0-5 15,1-1 10 1,-2 0-9-16,3 0 9 0,1-2-4 15,-2 0-6-15,1 0 2 16,1 0 3-16,-1 0-6 16,3 0 4-16,-1 0 20 15,3 0-22-15,-3 0 18 16,5 0-15-16,-3 0-4 16,3 0 6-16,-3-2-2 0,-1 2-8 15,-3 0 11 1,0 0-12-16,1-2 14 0,-4-2-15 15,3 3 12 1,1-2-9-16,-4 2 3 0,-1-4-2 16,3-1 0-16,-4 5 2 15,3-8-3-15,1-1 7 16,0 2 15-16,-3-3-13 16,-3 5-4-16,7-3 4 15,-4-1-6-15,2 0 0 16,-1 3 1-16,1-1-1 15,1-1 3-15,-4 3-9 16,3 0 18-16,0-2-21 16,-2-2 18-16,-1 0-14 0,1-6 5 15,-1 4 0 1,2-1 0-16,0 4 3 0,-1 1-12 16,-1 0 19-1,2 0-15-15,-2 0 14 0,1-4-14 16,-3 0 9-16,5-3-6 15,-4 1 2-15,1 5 0 16,1-4-4-16,-1 2 9 16,4-3-9-16,-4 3 17 0,3 0-22 15,0-4 18 1,-2 2-12-16,-1 2 3 16,3-3 0-16,-5 4-6 15,1 2 13-15,0 1-12 16,-1-2 15-16,1-3-5 0,1 0 3 15,-2-4-13-15,1 0 10 16,-1 2-9-16,4 4 4 16,-2-6 0-16,-2 6-4 15,3-5 12-15,-5 2-8 16,0 1 16-16,3 0-25 16,0-5 18-16,-3 2-13 15,2-3 4-15,-2 1 0 0,-2 4-1 16,0-4 4-16,0 0-15 15,0 1 24 1,0-1-10-16,0 0 8 0,0 2-8 16,0 3 1-1,0-5-3-15,0-4 0 0,0 5 1 16,-4 0-7 0,-2 2 13-16,-4 2-4 0,6-1 7 15,-3 5-12 1,3-3 9-16,-3-3-11 0,-2 6 4 15,2-2 0-15,1-2-2 16,-1 2 7-16,0 0-15 16,-2-4 25-16,3 9-20 15,-1-8 16-15,1 9-17 16,-2-6 6-16,0 6 0 16,1-2-1-16,1-2-1 15,-2 1 0-15,0 0 4 0,-1 0-15 16,0 2 27-16,-2-2-21 15,0 1 14-15,-5-2-14 16,7-2 7-16,-4 2-2 0,6 2-2 16,-2 1 8-1,-2-2-10-15,4 4 7 16,0 0-11-16,1 1 20 16,0 1-17-16,-1-4 12 15,0 4-5-15,0-2 0 16,-1-1 0-16,-1 0-4 15,-1 1 15-15,2-4-18 16,3 3 23-16,-3-2-25 16,0 5 17-16,0-2-8 15,1 0 0-15,1 0-5 16,-2-3 5-16,0 2-1 16,1 0-9-16,-1 0 20 15,-2 0-9-15,1 0 6 0,1 2-14 16,-2-3 5-16,1 4-1 15,3-4 2-15,-3 4 1 16,0-3-5-16,2 2 14 16,-4 2-15-16,2-1 17 15,-2-2-22-15,0 0 15 16,-1 0-10-16,2 1 6 16,-1 2-2-16,1 0-5 0,4 0 6 15,-1 0-13 1,1 0 28-16,2 0-19 0,-4 0 16 15,4 0-13-15,0 0 5 16,-1 0-3-16,1 0 0 16,-3 0-6-16,0 0 5 15,-2 0 1-15,3 0-3 16,-3 0 11-16,0 0-13 16,2 5 10-16,1-2-7 15,-1 1 2-15,7-2 0 16,-5 1-3-16,1-3 7 0,-1 1-10 15,-1 0 12 1,-1 2-5-16,3-1 3 16,-3 2-8-16,2-4 5 0,-1 4-3 15,6 0-19-15,-5 6-22 16,3 0 3-16,2 1-63 16,-2-10-65-16,0-1-205 15</inkml:trace>
  <inkml:trace contextRef="#ctx0" brushRef="#br0" timeOffset="14623.42">22325 8711 296 0,'0'0'98'0,"0"0"-67"16,0 0 52-16,0 0-23 15,0 0 4-15,0 0-35 16,0 0 1-16,0 0-23 0,0 0 18 16,0 0 11-1,0 0 10-15,0 0-2 0,0 0-36 16,0 0 41 0,0 0-23-16,0 0 11 0,0 0-26 0,0 0 5 31,0 0-10-31,0 0-2 0,0 0-4 15,0 0 5-15,0 0-10 16,0 0 16-16,0 0-14 16,4 0 12-16,5 0-8 0,7 0 6 15,-1 0-8 1,1-3 2-16,1 3-1 0,2 0 12 16,3 0-11-1,0 0 23-15,-2 0-11 0,3 0-21 16,-4 0 16-1,1 0-11-15,-1 0 3 0,-6 0 0 16,1 0-1-16,-8 0 2 16,5 0-7-16,-5 0 16 15,2 0-13-15,-4 0 12 16,-2 0-17-16,5 0 13 16,-5 0-10-16,0 0 1 0,0 0 1 15,0 0-2 1,-2 0 10-16,0 0-12 15,2 0 20-15,-2 0-22 0,0 0 18 16,0 0-18 0,0 0 7-16,0 0-7 0,0 0 0 15,0 0-8-15,0 0 14 16,0 5 3-16,0 0-6 16,0 6 14-1,0 1-12-15,0-2 11 0,-2 4-11 16,-2-3 4-16,-3 4 0 0,1-3-3 15,0 4 8 1,-2 0-8-16,-1 0 11 16,1 4-16-16,-4 6 10 15,-1 1-5-15,-1-2 3 16,-1 2 0-16,-1 0-3 16,1 2 8-16,-1-1-8 0,-1 2 10 15,1 2-10 1,-2-5 14-16,4-4-14 0,1-3 7 15,5-8 0-15,0-6-4 16,4-3 3-16,0-3-1 16,-1 0 4-16,5 0 2 15,0 0-2-15,0 0-12 16,0 0-20-16,0 0-9 16,0-9-77-16,0-3-47 15,0-8-171-15</inkml:trace>
  <inkml:trace contextRef="#ctx0" brushRef="#br0" timeOffset="16157.54">22505 8805 18 0,'0'0'151'0,"0"0"-49"0,0 0-31 16,0 0-23 0,0 0-23-16,0 0 5 15,0-14-5-15,3 14 30 16,-1 0-26-16,-2-3 6 0,0 0-14 15,2-3 23-15,-2 1-10 16,0-4-16-16,0 5 3 16,0 1-10-16,0 3 15 0,0 0-25 15,0 0 28 1,0 0-20-16,0-1 11 16,0 1-8-16,0-2 6 15,0 2 7-15,0 0-15 16,0 0 11-16,0 0-18 0,0 0 26 15,0 0-24 1,0 0-5-16,0 0 1 0,0 0-4 16,0 0 2-1,0 0 1-15,0 2-6 0,0 8 13 16,0 2-3 0,0 2 8-16,-4 2-14 0,-1 0 4 15,-2-3-2 1,0 10 4-16,1-5-4 0,-3 0 1 15,3 3 1-15,-2-4 2 0,2 1 3 16,-1 0 1 0,-1-1 0-16,2-2-9 0,0 3 9 15,-3 3-10 1,-1-3 7-16,2 4-5 0,-3-3 0 16,7-1 3-1,-2 3 15-15,-2-4-15 0,4-5 7 16,-5-1-6-16,9-7-4 15,-2-4 1-15,2 2-1 16,0-2 0-16,0 0 5 16,0 0-10-16,0 0 13 15,0 0-1-15,0 0-2 0,0 0 14 16,0 0-16 0,0 0 3-16,0 0-6 15,0 0 4-15,0 0-6 16,0 0 7-16,0 0-3 15,0 0 11-15,0 0-14 16,0 0 2-16,0 0-2 16,0 0 4-16,0 2-3 15,0-2 0-15,0 2 2 0,0-2-8 16,0 2 12-16,0 0 1 16,0 0 0-1,0-2-11-15,0 3 13 0,0-3-9 16,0 0 0-16,0 0 0 15,0 0-2-15,0 0 10 16,0 0-14-16,0 0 14 16,0 0 4-16,9 0-6 15,5 0-2-15,-4 0-4 16,9 0 15-16,-2-9-4 16,1-1-9-16,-1 2 2 0,-1 2 8 15,0 0-13 1,2 2 14-16,-1-1-19 0,3 5 15 15,1 0-10-15,4 0 1 16,-2 0 0-16,2 0 3 16,-2 0 4-16,-3 0-7 0,-5 0 9 15,-4 0-18 1,1 0 10-16,-8 0-9 16,-2 0 3-16,0 0-7 15,-2 0-8-15,2 0-10 16,-2 0-31-16,0 0-67 0,0-7-50 15,0-7-26-15</inkml:trace>
  <inkml:trace contextRef="#ctx0" brushRef="#br0" timeOffset="21229.75">22309 8245 276 0,'0'0'159'0,"0"0"-95"16,0 0-5-16,0 0-10 15,0 0 21-15,0 0-43 16,0 0 22-16,0 0 7 0,0 4 2 16,0-4-11-1,0 0-23-15,0 0-1 0,0 0-18 16,0 0 9 0,0 0-10-16,-2 0 14 0,-1 2-15 15,-1-2 10 1,0 0-12-16,0 2 0 0,-1-2 4 15,1 3-3-15,-1-3-4 0,-4 0 12 16,-2 0-15 0,2 1 18-16,-2-1-23 0,0 0 17 15,-3 3-10 1,-1 0 3-16,5-3 0 16,0 3-2-16,1-3 4 15,-3 0-9-15,1 0 14 16,1 2-14-16,-4 2 4 0,-1-1-2 15,-1 4 1-15,-6-4 4 16,2 4 0-16,-1-3-2 0,0 0-1 16,-4-1 6-1,2 1-9-15,-4 2 14 0,1-1-14 16,2-1 12 0,1-1-7-16,5 0 1 15,1 2 0-15,-4 2-5 16,-1-1 10-16,7-1-10 15,-1 0 10-15,-2-1-7 16,7-2 11-16,-2 2-16 0,-1 2 9 16,3-2-2-16,-2 2 0 15,-1 0-1 1,1-2-7-16,-3 4 16 0,1-2-13 16,-1 0 12-16,1 4-14 15,-1 0 14-15,-1 0-12 16,0 2 5-16,2-4 0 15,-1 2-3-15,5-2 6 16,-2 2-12-16,2 0 18 16,0 0-12-16,1 2 16 15,2-2-26-15,-1-2 13 0,-1 1 0 16,2 4 0 0,-3-1-8-16,-3 5-4 0,-1 0-3 15,-1-1 2 1,1 4 17-16,-3 0-17 15,-2 3 23-15,0 1-16 0,2 2 6 16,-4-5 0-16,-1 3 0 16,-1 1 0-16,1-6-6 15,4 4 14-15,7-3-11 16,3 6 10-16,1 0-10 16,1-2 6-16,-2 2-6 15,2-5-1-15,-1-3-19 16,5 1-13-16,-3-1 17 0,-6 3 6 15,6-6 22 1,-3 8-18-16,-5-5-10 0,8-2 15 16,-5 0-19-1,1 0 16-15,0-2 4 0,-3 4 1 16,3 0-6-16,-1 3 6 16,-3 0-6-16,6-1 16 15,-3-4-16 1,2 0 8-16,0 0 0 0,0-2 0 15,2 4 0-15,-4 0-6 16,0 4 6-16,0 2-5 16,-1 1-40-16,2-2-6 15,-1-2-31-15,-1 1 49 16,1 0 22-16,-1 0 11 0,6 0-3 16,-5 0 10-1,0 0-14-15,2-2 14 16,-4 2-10-16,4-2 12 15,0-4-16-15,2 6 7 0,1-8 0 16,-1 3 10-16,2-6-8 16,3 3 23-16,0 1-23 15,-3-3 3-15,3 5 7 0,-2 0-23 16,4-4 16 0,-2 4-9-16,0 1 8 15,-1-5-5-15,-1 4 1 16,2-1 0-16,-6 0-3 15,6 0 7-15,2-2-8 0,-2 1 11 16,0-2-12 0,0 1 6-16,2 2-1 0,0-3 0 15,-2 4 1-15,0-1-7 16,2 2 13-16,-3 0-14 16,1-4 12-1,2 0-10-15,0-4 6 0,0 2-2 16,0 0 1-16,0 0 0 15,0 3-3-15,0-4 6 16,0 6-9-16,2-6 14 0,1 6-11 16,-3 0 13-1,2 4-19-15,0-1 9 16,0-4 0-16,0-2 1 16,0 2 4-16,0-6-5 15,3 2 6-15,0 0-13 16,-1-2 16-16,1 2 0 15,-3 0-5-15,2 0 10 16,-2 2 8-16,3 0-19 0,-1 2 2 16,1-2-4-16,-3 1 0 15,3-6 7-15,-3 4-5 16,2-6-2-16,1 5-2 16,-1-3 0-16,0 5 1 15,-1-5 4-15,2 3-4 0,-3-1 7 16,0-2-2-1,4 0 6-15,-1 5-5 16,1-4 1-16,2 0 0 16,-2 0-7-16,1 0 0 15,-1 0 0-15,-2-3-2 0,6 2 6 16,-1-1-11-16,-3 5 16 16,1-6-11-16,2 3 8 15,-2 0-2-15,1 0-2 16,-1 3-1-16,0-5 0 15,2 3 0-15,-5-5-2 16,5-4 10-16,0 4-9 16,-2-4 8-16,1 2-12 0,4 1 8 15,-3 1 0 1,2 0 7-16,0-1-8 16,0 1 2-16,2 0-1 15,1-2 1-15,3 4 1 16,-1-4-5-16,-3-2 5 0,3 3-5 15,-1-4-1 1,-1 2 0-16,4-2 5 0,-2 4 6 16,1-1-4-16,-1-1 0 15,-1-1 1-15,1-2 5 0,-3 4-16 16,1-4 6 0,-1 0-6-16,1 0 2 15,-3 0 1-15,5 0 0 16,-3 0 4-16,2 0-11 15,1 0 16-15,-1 0-13 0,-1 0 12 16,-1-4-14-16,1 2 11 16,-1 0-8-1,1 2 4-15,1 0-1 16,1 0 0-16,-1 0 7 0,1 0-11 16,1 0 13-1,-1 0-17-15,0 0 16 0,-3 0-11 16,-2 0 5-16,0 0-3 15,1 0 1-15,1 0-1 16,1 0-6-16,-4-4 14 16,3 3-5-16,1 1 5 15,-1-3-7-15,6 3 7 0,-4-2-12 16,1 2 5 0,4-1 0-16,-1 1-5 0,0-3 12 15,0 2-13 1,2 1 15-16,-1 0-13 15,2 0 8-15,-4 0-8 0,-2 0 3 16,-1 0 1-16,-4 0 11 16,5-5-10-16,-3-1 14 15,-1-2-15-15,0 6 35 16,2-6-19-16,-3 6-1 16,0-2-5-16,7 1-9 15,-3 1 3-15,-1-3 1 16,-1 0-5-16,1-2 9 0,-1-1 0 15,1 0 1-15,-1-2-9 16,0 0 1-16,1 1 12 16,-1-2-12-1,1 3 3-15,-1 0-5 0,0-1 3 16,-2 2 5 0,2-1 1-16,-1-6 7 0,3 5-6 15,1-3 14 1,1 3-22-16,2-3 2 0,-6 1-4 15,5 1 0-15,-5 0 2 16,1-3 5-16,-4 1 1 16,2-3 5-16,1-1-17 15,0 1 10-15,1-1-6 16,-1 1 1-16,1 1-1 16,-5-1 1-16,3 0 4 15,0-1-10-15,-1-2 15 0,1-2-12 16,-1 6 13-16,-1-6-13 15,0 4 9-15,-1 2-7 16,-1 3 0-16,1-4 0 16,0-1-4-16,-2-2 9 15,-1 4-5-15,5-3 8 16,-3 2-4-16,0-2 1 16,1-1-9-16,-3 3 5 15,0 3-1-15,-2 2 0 16,2 2 2-16,-1-1-10 15,1 0 16-15,4-4-10 16,-6 1 11-16,7-1-15 16,-5 1 10-16,2-2-5 0,-2 5 1 15,3-3 0-15,-3 3-4 16,2-4 9-16,1 1-10 16,-1-1 17-1,-1-2-22-15,2-1 19 0,-2 2-16 16,-1-2 8-16,1 4-1 0,-1-1 0 15,4 0 1 1,-6 1-6-16,5 0 12 16,-3-2-13-16,2-2 19 15,-2-4-21-15,3 3 12 16,-1 1-8-16,2 2 4 16,-6 3 0-16,3-1-2 15,-3 2 5-15,0-3-7 16,2 5 13-16,0-2-17 0,-2 1 16 15,3-4-12-15,-3-1 4 16,1-2-1-16,0 0 1 16,-5 1-1-16,6 2-8 0,-4-1 18 15,1 4-14 1,1 2 16-16,-2-3-19 16,2 3 16-16,1-5-12 15,-3 1 4-15,3-5 0 16,-3 2-4-16,3-3 9 15,-3 1-13-15,2-1 21 0,-2 3-20 16,5 1 14-16,-5 2-14 16,-2-1 10-16,0-1-3 15,0 0 0-15,2-2 8 16,-2 0-20 0,3-2 24-16,-3-2-21 0,5 1 22 15,-3 0-16-15,-2 1 10 16,0 0-5-16,0 2 0 15,0 0 4-15,0-2-6 0,0-2 9 16,0-2-13 0,0 0 14-16,0-2-12 0,0-1 7 15,0 6-8 1,0-6 3-16,0 10 0 0,0-2 0 16,0 2 0-1,0 0 1-15,-2-1 7 0,2 0-5 16,-5 3 10-16,5-8-22 15,0 0 20-15,-3 2-10 16,3-1 3-16,0 4-3 0,0 4 15 16,-4 0-14-1,-1 0 12-15,3-2-2 0,-2 0-19 16,2 0 15 0,-3 0-16-16,3 2 8 15,-2-2 0-15,1 2 0 16,1 0 2-16,0 1-12 15,-1 1 21-15,-1-4-15 16,-2-2 18-16,-1 1-28 16,0 1 20-16,0 2-12 0,1-1 6 15,-1 2 0 1,-1-1 0-16,2 4 1 0,0-3-9 16,-3 3 20-1,5-2-20-15,-3 2 17 0,-2-1-18 16,0-1 2-16,3 1 6 15,1-1-2-15,0 4 6 16,1-2-8-16,0 3 13 0,-3-1-15 16,5-1 19-1,-2-1-22-15,-1-2 17 0,-4-1-14 16,7 3 7 0,-5-1-5-16,3 1 0 0,-1 0 10 15,3 0-15 1,0-1 20-16,-3 3-14 15,3-3 15-15,2 0-22 0,-5 2 11 16,1-3-2-16,0 1 2 16,-1 2 0-16,1-1-6 15,-3 4 15-15,4-2-21 16,-1 2 19-16,-2 0-14 0,1-1 9 16,3 2-7-1,-2-1 5-15,-4-2 0 16,2 0-3-16,-1-2 7 0,1-1-13 15,0 5 20 1,-2 0-17-16,2 1 6 0,-3 0-1 16,5 2-14-1,-4 1 11-15,0-2 2 0,1 2 4 16,-4 0-6 0,-3-3 10-16,8 2-12 0,-3-1 19 15,0 2-19 1,0-3 13-16,0 3-12 0,3 0 5 15,-1-1-4-15,2 1 3 0,-1 0 2 16,-1 0-13 0,1 0 24-16,-4 0-16 15,2 0 11-15,-3 0-14 16,3 0 6-16,2 0 1 0,-3 0 0 16,1 0 0-1,0 0-6-15,-3 0 12 16,9 0-16-16,-4 0 18 0,1 0-16 0,0 4 4 15,-1 2 1 1,-1-3-5-16,3 0 7 16,0 0-1-16,-6 1 2 15,6 0-6-15,-5-2 15 16,3 1-9-16,-1-3 7 16,0 0-10-16,2 0 5 0,1 0-2 15,0 1 0 1,-1 2 1-16,-1-2-9 0,-2 2 18 15,2-2-17 1,-3 2 20-16,3-3-23 0,-2 0 19 16,2 1-16-1,2-1 7-15,1 0-1 16,-1 0-5-16,-2 0 12 0,0 0-11 16,-2 0 15-1,8 0-13-15,-2 2 14 0,-1 1-22 16,1-3 11-16,2 0 0 15,0 1 0-15,0-1 0 16,0 3-5-16,0-3 14 16,0 0-28-16,-4 0 18 15,4 0-17-15,0 0-53 16,0 0-93-16,-4 0-455 16</inkml:trace>
  <inkml:trace contextRef="#ctx0" brushRef="#br0" timeOffset="62433.5">23287 7443 413 0,'0'0'41'0,"0"0"-3"0,0 0-8 15,0 0 21-15,0 0 4 16,0 0-12-16,0 0 1 15,0 0 1-15,0 0 29 16,0 0-34-16,0 2 26 0,0-2-47 16,0 0-4-16,0 0-8 15,0 0-4-15,0 0 6 16,0 0-4-16,0 0 21 16,0 0-23-16,0 0 19 15,0 0-19-15,0 0 1 0,0 0-3 16,-2 0-1-16,0 0 0 15,0 0 2-15,-3 0-5 16,3 0 11-16,-4 0-8 16,-2 0 9-16,2 0-18 15,-3 0 9-15,-3 0 0 16,-1 0-4-16,1 7-10 16,0 4 12-16,-1 4-4 15,1-1-3-15,-1 1 18 16,7 2-11-16,-4-2 11 15,4 2-18-15,-3 2 9 0,5 2-9 16,-1-6-13 0,1 7-16-16,-3-5 11 15,4 1 10-15,-1-2 0 16,0 0 28-16,-1 0-13 16,3-2 2-16,0 0-2 15,2-1-1-15,-2 8 3 0,2-5-3 16,0 0 1-16,0 1-2 0,0-3-32 15,0-1 2 1,0 0-6-16,0-2 4 16,0-3 14-16,0 5 19 15,2-5 0-15,2 3 4 0,1-2-6 16,-3-5 10 0,4 6 1-16,-3-4-3 0,4 0 22 15,-1-1-19 1,1 2 3-16,-3-1-6 0,3-1-1 15,-3 0-4-15,1 2 5 0,0-2-6 16,1 1 8 0,-4-4-4-16,9 4 8 15,-1-2-9 1,-4-2 5-16,5 4 4 16,-1-1-9-16,2-4 0 0,-1 0-3 15,-1-1 13-15,3 3-21 16,-7-1 19-16,2-1-16 0,-4-1 11 15,0 0-3 1,1 4 5-16,1-2-3 16,1-2 0-16,2 3-1 15,0-3-2-15,-3 0 12 16,6 2-13-16,-5-2 8 16,-3 0-10-16,0 0 16 15,0 0-11-15,-1 0 11 16,1 0 1-16,1 0 16 0,-3 0-20 15,3 0 9-15,-1-7-7 16,0 3-12-16,3-2 4 16,-1-1 10-16,2-4-10 15,0 2-1-15,-1-2 4 16,-3 2 3-16,6 1-2 16,-6-2-7-16,3 2 9 15,-1 2-2-15,-2 0-7 16,2-4 10-16,-4 1-13 0,2-3 7 15,0 5-4-15,3-5 1 16,-3-1 9-16,1 2 4 16,2-2-9-16,-1 6 1 15,-1-6-2-15,1-3-4 16,1 1 1-16,-2 0-1 16,-1 1 0-16,-2 1 2 15,1 2-10-15,-3 4 19 16,2-2-13-16,-2 1 9 15,0 0-10-15,0-4 8 0,0 0-7 16,2 0 2 0,2 2 0-16,-4-1-5 0,2 2 10 15,-2 1-12 1,0-3 19-16,3 4-18 0,-3-3 12 16,2 0-10-1,0-4 4-15,-2 1 0 0,0 1-3 16,0 1 7-16,0-2-10 15,0 2 10-15,0 1-13 16,0-1 18-16,0 3-14 16,0 4 11-16,-7-2-7 15,-1 1 1-15,3-4 0 16,-1 5-2-16,-1-2 5 16,0 3-5-16,1-4 13 15,-1 3-14-15,-2-2 9 16,6 2-10-16,-5-2 4 0,-1 6-4 15,-3-4 2-15,4 4 2 16,-1-2-11-16,-1 2 23 16,0 0-23-1,3 0 23-15,-1 0-21 0,0 0 14 16,0 0-8 0,-3 0 3-16,4 6-8 0,-5 10 6 15,0 1-14-15,2 6-2 16,-1-2-44-16,0-5-11 0,5-2-17 15,-2-4 15 1,4-6-56-16,0 3-71 0,-3-2-153 16</inkml:trace>
  <inkml:trace contextRef="#ctx0" brushRef="#br0" timeOffset="63391.98">23301 7918 73 0,'0'0'90'0,"0"0"2"0,0 0-9 0,0 0 31 16,0 0-45-16,0 0-1 15,-14 31-15-15,14-30 2 16,0-1-34-16,0 0 11 16,0 0 19-16,0 0-3 15,0 0 33-15,0 0-39 16,0 0 23-16,0 0-49 16,0 0 13-16,0-6-9 0,0-10 4 15,0-5-13 1,0-8 8-16,0-2 1 0,0-10-11 15,9-8 16-15,-4 10-22 0,-3-1 16 16,0 6-12 0,-2 1-7-16,0 5 1 0,3 1-2 15,-3 4-12 1,2 9-5-16,-2 6 14 16,0 4-27-16,0 4 26 15,2 0-90-15,0 0 2 0,0 9-61 16,-2 3-110-16</inkml:trace>
  <inkml:trace contextRef="#ctx0" brushRef="#br0" timeOffset="63979.98">23354 7870 429 0,'0'0'74'0,"0"0"-12"0,0 0 16 16,0 0 30-16,0 0-43 0,0 0-3 15,4-3 20-15,4 3-38 16,-2 0-4-16,3 0-27 16,-1 0 39-1,0 7-43-15,5 12 8 0,-7 2-14 16,6 3-4-16,-6 3 6 16,1 1-5-16,-3-2 0 15,-2 0 5-15,-2 3-10 16,0-6 14-16,6 2-6 15,-4-8 7-15,0-3-20 16,7-6 8-16,1-1-18 16,9-7-43-16,1 0 32 15,4 0-1-15,-2-15-46 16,-1 3-69-16,-4-3-112 16</inkml:trace>
  <inkml:trace contextRef="#ctx0" brushRef="#br0" timeOffset="68444.2">23272 7141 186 0,'0'0'240'0,"0"0"-152"15,0 0-15 1,0 0-35-16,0 0 27 16,0 0-27-16,-52 0-24 15,46 0 4-15,0 0-14 0,-8 0 38 16,-2 0-14 0,-4 0 19-16,0 0 11 0,0-3-20 15,0 3-24 1,-3-2 12-16,4-2-13 0,-1 4 0 15,-5 0-6-15,2 0-2 16,-3 0 3-16,0 0-1 16,-1 0-10-16,0 0 12 15,4 0-14-15,-1 0 5 16,-2 0 0-16,1 0-4 0,-6 9 13 16,0 0-22-1,-3 5 29-15,-4-1-23 16,-2 2 16-16,-2 2-17 0,1-4 9 15,3 1-1 1,3-1 0-16,-1-1-1 0,7 1-2 0,-2 1 6 16,4 3-3-1,0-1 11-15,-2 5-16 16,0 0 12-16,0 2-13 16,0 4 6-16,-2-4-1 15,3 4 0-15,-1-2 2 16,2-3-1-16,3 0 5 15,-5-1-1-15,2 4-1 16,-2 1 17-16,0 0-20 16,0-2 0-16,5-2 2 15,1-4 3-15,1 4-10 16,-1-4 12-16,2 1-18 0,-6-2 15 16,0 3-8-1,0 4 4-15,-2 0-7 16,4 2 7-16,1 1 0 0,2 0-4 15,-1 2 9-15,3-5 5 16,5-2-9-16,-3-2 26 16,3-2-25-16,-4 0 1 15,6-2-2-15,0 4-1 16,-3 0 0-16,2 0 1 16,-3 4-5-16,-1 1 8 0,3 2-14 15,-3 3 24 1,0-1-25-16,2-1 18 15,1-4-7-15,1 0 0 0,-1-3 1 16,3 0-9-16,0 1 12 16,0-2-15-16,-1 4 11 15,4 2-5 1,0-2-20-16,-4 0 17 0,4 1-5 16,-5 0 13-16,1 3-1 15,-3 7 3-15,-1-2-12 16,1 2 21-16,-4-2-20 0,0 2 21 15,-5-3-16 1,10-2 6-16,-3-4-4 16,3-2 0-16,3-2 2 15,-1 1-1-15,-1-2 3 16,1 3-5-16,-3 2 12 16,1 3-19-16,-1-2 20 15,1 4-13-15,-1-1 3 16,1-2 0-16,-1 4-2 15,-2-4 6-15,2-2-8 0,1-1 12 16,-1 2-14-16,-3 1 17 16,0-2-20-16,1 0 15 15,-1-2-9-15,5-3 4 16,-1-2-1-16,-4-1 12 0,11 0-1 16,-3-1-22-1,-1-5 23-15,8 6-15 0,-5-4 12 16,-2 5-15-16,2 2 7 15,-2 1-2 1,3 2 0-16,-4-3 1 0,1 4-6 16,2-2 15-16,-2-2-15 15,2 3 16-15,-2 2-18 16,-3 0 14-16,3 9-11 16,0-5 5-16,-2-1-2 15,-3 2 1-15,9-8 1 16,1 4-8-16,-3-3 20 15,-1-4-20-15,6 8 16 0,-2-3-12 16,1 0 6 0,1 0-3-16,-6-1 1 15,6 2 0-15,0-2-11 16,-3 2 25-16,3 2-30 16,0 4 18-16,-4-1-6 0,4 4 4 15,-2-3-6-15,-3 2 6 16,2-4-7-16,0-2 4 15,3-2 6-15,-1 0-12 16,-1-2 19-16,6 3-22 16,-2 1 29-16,-3-1-26 15,0 5 9-15,3 1-1 16,-5-3-2-16,7-4 3 16,-2-2-5-16,2-2 11 0,0-3-9 15,-2 6 10 1,0 2-13-16,-2-2 12 15,-1 1-7-15,1-2 1 0,-1 1-1 16,0-2-3-16,5-1 6 16,0-2-12-1,0 0 20-15,0 0-11 0,0 0 6 16,0-2-8-16,0 1 5 16,7-5-4-16,3-3 1 15,-2 2-5 1,-1-1 0-16,4 5 12 0,-4-6-12 15,8 1 18-15,-3 2-22 16,1-4 15-16,5 4-6 16,-3-4 1-16,3 7-4 15,-1-4 1-15,0-3 6 0,-2 0-13 16,3-3 17 0,-3-7-18-16,1 4 15 15,9-1-18-15,-3-3 17 16,0 0-5-16,3 3 4 0,-1-3-2 15,1 0 0-15,-1 0 3 0,-2 3-9 16,7 0 18 0,-6 0-16-16,4 1 8 0,-6-4-5 15,6 6 2 1,-4-3-1-16,-3-2 0 16,-3-1-1-16,-1 0-3 15,0 0 6-15,2 0-7 16,-1 0 10-16,6 0-9 15,-1 0 11-15,3-10-7 16,-1 5 6-16,5-6-1 16,0 4-8-16,0-2 9 0,0 1 2 15,-2 0 0-15,-3 2 4 16,1 0-4-16,-1 0 0 16,-2 2-8-16,1-4 2 15,-1 2 12-15,2 0-9 16,-3-1 1-16,1 0-3 15,3 6 0-15,-2-1 5 16,4-1-9-16,0 1 9 16,0 2-8-16,-2-2 2 15,0-2 3-15,-4 4-5 16,6-2 4-16,0-2-5 16,8-2 12-16,1 2-11 15,0 0 3-15,-2-2-6 16,-1 0 7-16,-4-1-8 15,-2 0 4-15,-3-1-1 0,0 0-1 16,-1 0 4-16,-1-1-3 16,2 5 11-16,-1 0-12 15,4-3 4-15,4 1-4 16,-2 4 1-16,-2-2 1 16,2 0 7-16,-2-3-2 15,-2-1-2-15,4 1 6 16,0-3-10-16,0 2 13 0,0 0-19 15,3-1 7-15,-3 1 0 16,2 1-1-16,2-5 7 16,-6-1-16-16,-4-3 20 0,-1 2-17 15,-5 3 21 1,2-2-20-16,-2 4 11 16,3-1-7-16,3 1 2 15,1-3 0-15,2-4-2 16,1-4 7-16,0-4-6 15,0-2 6-15,-2-1-7 16,-6 2 13-16,-3 1-15 16,5 2 5-16,-8 5-1 15,5 0 0-15,-5-3 0 0,5 0-5 16,-3-4 13 0,1 2-14-16,1-3 19 0,2 1-19 15,-2 2 6 1,3 3 0-16,1-4-1 0,0-1 0 15,6 0 0-15,-2 4 1 0,0-4-5 16,-1 1 14 0,-2-11-17-16,-4 7 18 15,-1-1-20-15,-1 0 11 16,-3 6-4-16,3 0 3 16,0 5 0-16,0-1-7 15,2-1 14-15,-1-3-12 16,1-3 16-16,0-3-18 15,-2 0 13-15,-1-2-10 0,-1-2 4 16,1 6-4-16,1 2 1 16,-3 2 6-16,1 2 0 15,-1 0 2-15,5-5-4 16,-1-1 5-16,4-3-9 16,3-5 8-16,-2-7-5 15,3-1 0-15,-1-5 0 16,-1 8-8-16,-8 1 21 15,1 12-17-15,-5 4 14 16,-3 2-2-16,4-2-2 16,-1 0 4-16,2-7-10 15,3 2 1-15,-3-4-4 16,3-3 8-16,1-4-12 16,2-2 18-16,1-4-7 15,-3 0-1-15,4 4 20 16,-6 7-15-16,-1 6-4 15,-1-1-4-15,1-1 3 0,-6 1-8 16,1-2 12-16,0 2-12 16,-2 2 20-16,-1-2-21 15,3 4 12-15,-2-4-8 0,6-4 4 16,-2-6-2 0,1-5 0-16,1 2 9 15,3 1-15-15,-3 5 17 16,-5 7-14-16,2 4 12 15,-3 2-14-15,-3 2 6 0,2-1-1 16,-1 0 0-16,0 1 3 16,-1-6-8-16,1-1 12 15,-1-2-20-15,2-4 24 16,3 0-19-16,-2-2 16 16,0 1-16-16,-3 5 7 15,-2 2 1-15,-2 0-3 16,0-2 7-16,0-1-15 0,0-2 18 15,0 2-19 1,0 1 24-16,0 4-18 0,0-4 13 16,0 8-6-1,3-4-1-15,-1 2 0 16,0 1 0-16,0-2 8 16,-2-1-14-16,3 4 19 0,-3-4-26 15,0-3 14 1,0 0-2-16,0 2-4 0,0 2 0 15,0 5-2-15,-3 4 14 16,-3 1-13-16,-1-1 17 16,1-1-19-16,1 1 17 15,0-4-11-15,-1-1 2 16,1 2 0-16,1 0-4 0,0 0 4 16,-1 7-3-1,3-4 6-15,-5-3-4 0,-4 2 13 16,4-4-19-1,3-1 9-15,-3 4-4 16,4-1-1-16,-3 0 3 16,2 7 3-16,-3-2-2 0,-1 9-2 15,-2-4 6-15,-3 3-12 16,1-1 14-16,-1-3-14 16,-3 1 6-16,-1-4 1 15,-1 0 0-15,3 0-2 16,-1 2-4-16,0-2 12 15,5 2-16-15,-2 1 26 16,0 1-27-16,1 3 20 16,1-6-14-16,-1 4 5 15,2 3 0-15,-5-5-2 16,1 6-3-16,-4-2 0 16,0 4 1-16,3 1-9 15,-3 0 26-15,2 0-20 16,1 0 12-16,2-3-5 0,-3 1 0 0,-3 0-3 15,-2 0-4 1,-2 2 14 0,3-2-14-16,3 0 23 0,1 2-29 15,3-6 21-15,-3 2-14 16,5 2 6-16,2-3-1 16,-3 3 1-16,8-3-1 15,0 1-12-15,-3-2 26 16,3 4-14-16,0-4 9 0,-2 6-14 15,2 0 10-15,0 0-8 16,-1 0 1-16,-1 0-6 16,-6 0 7-16,6 0 4 15,-7 0-7-15,-1 6 19 16,-3-1-21-16,3 1 14 16,-1-3-6-16,3 5-1 15,1 0 0-15,2-2 0 16,3 0-3-16,-2-4 0 0,4-2-15 15,0 2 16 1,0 2-29-16,-3 3-13 16,0 4-35-16,-4 3-269 15</inkml:trace>
  <inkml:trace contextRef="#ctx0" brushRef="#br0" timeOffset="109069.81">24793 6753 316 0,'0'0'60'0,"0"0"29"0,0 0-22 16,0 0 1-16,0 0-7 0,0 0-23 15,0 0-14-15,0 0-9 16,0 0 16-16,0 0-12 16,-4-6 25-16,2 6-28 15,2-2 17-15,0 2-20 16,-2 0 19-16,2 0-11 0,0 0-1 16,0 0 1-1,0 0-11-15,0 0 6 16,0 0-10-16,0 0 2 15,0 0 1-15,-2 0-18 16,-1 2 18-16,-2 20-6 16,3 9 13-16,-2 9 16 0,-3 10-12 15,1 13-19 1,-6 0 24-16,-1 1-16 16,2-2-18-16,-1-7 10 0,0 1-4 15,5-6-3-15,0-11-1 16,2-6-3-16,5-5-36 15,0-7 13-15,0-9-87 16,0-3-14-16,0-9-144 16</inkml:trace>
  <inkml:trace contextRef="#ctx0" brushRef="#br0" timeOffset="109860.04">24896 6802 351 0,'0'0'26'0,"0"0"19"0,0 0-12 0,0 0 61 15,0 0-32-15,0 0 6 16,0-5-12-16,0 5 11 16,0 0-19-16,0 0-24 15,0 0 18-15,0 9-30 0,0 7 39 16,2 4-47 0,5 5 27-16,-5 4-25 0,5 5 15 15,-3 8-6-15,-2 8 1 16,-2 6 8-16,0 4-20 15,0 2 16-15,0-4-5 16,-2-3-14-16,-4-5-1 16,-1-10 0-16,7-7-24 0,-4-3-12 15,-4-8-25 1,4-8-60-16,-5-6-21 16,1-8-133-16</inkml:trace>
  <inkml:trace contextRef="#ctx0" brushRef="#br0" timeOffset="110519.98">24555 7439 550 0,'0'0'86'0,"0"0"-61"0,0 0 24 16,0 0 39-16,0 0 11 0,0 0-3 15,78 27-39-15,-49-26 34 16,9-1-66-16,4 0 16 0,5 0-20 15,5 0 20 1,-2-8-18-16,2 1-15 0,-4 7 0 16,2 0-1-16,-8 0-14 15,-4 0 0-15,-9 0-18 16,-7 5 8 0,-4-5-10-16,-7 0-44 15,-9 0-121-15,-2-12-223 16</inkml:trace>
  <inkml:trace contextRef="#ctx0" brushRef="#br0" timeOffset="111270.17">24751 6813 300 0,'0'0'286'0,"0"0"-232"16,0 0 12-16,0 0 18 15,0 0 19-15,0 0 10 0,55-24-33 16,-20 20-4 0,4 1-33-16,3 0-35 15,4 3 21-15,-7 0-21 0,-1 0-16 16,-5 0-5-16,-4-1-5 16,-6-2-32-16,-8 3-65 15,-1 0-56-15,-14 0-79 16</inkml:trace>
  <inkml:trace contextRef="#ctx0" brushRef="#br0" timeOffset="115320.1">24081 7141 47 0,'0'0'67'0,"0"0"-64"0,0 0 5 16,0 0 12-16,0 0 81 16,0 0-15-16,-7 34-7 15,5-28-16-15,2-5-2 0,0 2-19 32,0 0-20-32,-2 0 15 0,2-2-13 15,-3-1 8-15,3 2-31 16,-3 1 24-16,3-3-1 15,0 0 18-15,-2 0-9 16,2 0-15-16,0 0 1 16,0 0-2-16,0 0 44 15,0 0-46-15,0 0 18 16,-4 0-27-16,4 0 2 0,0 0-8 16,0 0 0-1,0-5-2-15,0-2 8 0,-2-1-3 16,2 2 2-16,0-2 0 15,0-2 1 1,0 1-10-16,0-3 5 0,0 0-1 0,0 5 0 16,0-7 1-1,0 3-8-15,0-5 14 16,0 0-20-16,0-4 13 16,2 0 0-16,7 1-18 15,-2 0 17-15,-3 2-5 16,1 2 5-16,-3-1 1 15,4 2 0-15,-1 1-8 0,2-2 17 16,2-4-11-16,-1 9 11 16,4-6-15-16,-5 2 7 15,3 2-1-15,-3 2 0 16,0 0 1-16,0-2-5 16,-1 0 8-16,1 0-9 15,2 0 18-15,0-2-23 0,0 2 14 16,-3-4-6-16,6 4 3 15,-1 1-1 1,-5-1 12-16,4-1-6 0,-4 5 11 16,3-2-15-1,-3 0 19-15,4 2-18 0,-1-2 13 16,-1 0-12 0,1 6-1-16,3-6-3 15,-2 2 4-15,2 2-7 0,1-2 9 16,0 0-6-16,1 0 9 15,-1 2-13-15,3-3 10 16,-7 4-8-16,1 2 2 16,0-6-2-16,-1 7 0 0,1-4 4 15,2 0-7 1,-1 2 15-16,0-3-20 0,-2 4 12 16,6-2-7-1,-3 5 0-15,1-1 5 0,0 0-2 16,-1-2 5-16,1-3-10 15,3 6 14 1,-1-7-10-16,1 2 13 16,-3 1-16-16,1-1 15 0,-8 4-13 15,5-2 4-15,1 3 0 16,-6 0-6-16,3-2 15 16,0-4-16-16,2 6 18 15,0-3-20-15,0 0 19 16,5 3-15-16,-5 0 5 15,3 0 0-15,-3 0-2 16,-1 0 4-16,0 0 0 16,-1 0 4-16,1 0 2 0,0 0-4 15,-1 0-2 1,-1 0 4-16,2 0-3 0,1 0 1 16,-1 0 3-1,2 3-7-15,1-1 9 0,-2-1-14 16,1-1 14-16,1 5-11 0,1-2 4 15,-2 1 2 1,2-1-1-16,-5 1 1 16,2 0 2-16,1-1-5 15,-4 0-2-15,7 1 6 16,-1 0-8-16,-3-2 14 16,1 2-16-16,-1-3 10 15,-1 5-10-15,0-4 5 16,3 7 0-16,-2-5 0 0,-2 4 5 15,2-4-7 1,-2 5 9-16,0-6-12 0,0 1 10 16,-3 0-10-16,1-1 5 15,-1 3 0-15,2 5 0 16,-2 1-3-16,3 1-6 16,-3-2 18-16,2-3-14 15,3 2 14-15,-3-4-18 16,4-2 8-16,1 7-2 15,1-6 2-15,-5 3 1 16,-3-2-1-16,-2 0 6 0,3 2-17 16,0 0 21-1,4 2-17-15,-2-2 8 0,2 2-40 16,0 0 31-16,2 0 9 16,-1 2-1-1,-1 0 6-15,0 1-14 16,-4-1 15-16,-3 4-13 0,5-2 14 15,-5-3-14-15,0 5 9 16,2-5-2-16,-2 1 0 16,0 2-1-16,1-2-3 15,-1 6 2-15,3 2-12 16,0-6 14-16,-3 4-4 0,3-5-16 16,-1 0 20-1,-1 3 0-15,0-2-4 0,1 0 0 16,-4-2 8-16,3 2-16 15,-5 1 18-15,0-2-12 16,0 1 11-16,0-1-11 16,0 1 6-16,0 0 0 15,2 1-1-15,0 2 3 0,2-4-7 16,3 6 10 0,-2-3-14-16,2-2 9 15,-3 1-4-15,-2-2 2 16,0 5-2-16,-2-4 4 0,0-3-2 15,0 8 0-15,0-5 4 16,7 2-10 0,-5-2 18-16,3 5-20 0,0-7 19 15,-1 7-18 1,2 0 9-16,-6-4 0 0,0 5 1 16,0 2 4-1,0-1-10-15,0-4 16 16,0 3-14-16,0-3 9 0,0-1-6 15,0 0 0-15,0 0 0 16,0 2 0-16,0 0 0 16,0 2 9-16,-2 0-8 15,-2 0 16-15,-5 0-7 16,4-2 2-16,-4-2-11 16,5 0 7-16,0-4-6 0,-1 0 1 15,1 0-3 1,-1 0 5-16,-4 0-13 15,7 1 20-15,-2-2-13 0,-3 5 8 16,0-1-12-16,0-3 11 16,1-2-11-16,-1 1 5 15,-2-2-1-15,0 0-4 16,0 4 10-16,-5-4-19 16,8 1 20-16,-5 3-12 15,5-3 11-15,-2-2-12 0,2 1 7 16,-5-4 0-16,7 6-3 15,-3-4 4 1,-2-2-10-16,-2 4 13 0,4-1-15 16,-4 0 21-16,2 0-20 15,-2-1 12-15,-3-1-3 16,4 0 1 0,-4 1 0-16,-2 1-4 0,3-2 9 15,0 0-18-15,0 1 25 16,-1-4-23-16,3-2 14 15,-1 2-6-15,1-3 3 16,5 6 0-16,-6-5 0 16,4 2 0-16,-3-1-6 0,-3 2 12 15,7 0-3 1,-3-2 3-16,-2-2-12 0,3 2 6 16,1-2 0-1,-1 0 0-15,1 0 0 16,2 0 0-16,-3 0 0 0,1 0 7 15,-2 0 3 1,-3 0-13-16,1 0 8 16,2 0 4-16,1 0-3 0,0 0-1 15,0 0 2 1,4 0-2-16,-3 0-4 0,-4 0 2 16,1 0 1-16,-4 0 3 0,3 0-6 15,2 0 3 1,1 0-4-16,4 0 13 15,-2 0-12-15,3 0 1 0,-3 0 8 16,-1 0-20-16,-4 0 0 16,3 0 1-16,-1 0-10 15,0-2 16-15,1-4-11 16,1 0 14 0,-4 2 6-16,1-2-2 0,0 3 2 15,2-1-1-15,0 4-3 16,-2-4 2-16,0-5-5 0,0 7 1 31,2-4-3-31,-3 0 1 0,4 2 1 16,-1-1-7-16,0 1 16 15,-2-2-8-15,2 1 12 16,-3-1-20-16,-3-2 13 16,9 2-9-16,-8 0 4 0,7-1 0 15,1 1-2 1,-6 3 8-16,1-2-12 15,-1-2 19-15,-2 1-23 0,-2 0 20 16,10 0-17-16,-4 0 7 16,0-1 0-1,3 2-3-15,-2-1 3 0,2 2-5 16,3-2 13-16,-5 2-6 16,7-3 3-16,-5 3-5 15,-2 1 7-15,7-1-12 0,-7-3 5 16,-3-1 0-16,2 2-4 15,-1-2 8-15,1 4-7 16,2 1 14 0,5-1-16-16,1 0 10 15,0 2-10-15,0-1 6 16,0 0-2-16,0-2 1 16,2 1 0-16,0-4-6 15,0 4 12-15,-5-2-10 16,2 2 13-16,1-2-7 15,-2 5 2-15,-1-3-4 0,3 2 0 16,-2-2 1-16,2-1-3 16,0-1 9-16,-5-4-13 15,4 6 18-15,-1-4-17 16,-1 1 10-16,-3-2 4 16,6 1-6-16,-1 0 2 15,1 0-1-15,2-1-1 16,0 4 13-16,0-1-15 15,0 3 13-15,-4-1-8 0,4-1-1 16,0 1-1 0,-3 0-4-16,1 0 0 0,-1-2 2 15,-1-1-7-15,-4 0 10 16,-4 0-12-16,-6-4 21 16,5 1-14-16,-3 2 2 15,8-1 4-15,-4 8-6 16,10-5 0-16,2 2-2 15,0-2-11-15,0-2 1 0,0-2-15 16,0-5-36 0,2 0-245-16</inkml:trace>
  <inkml:trace contextRef="#ctx0" brushRef="#br0" timeOffset="132849.87">20112 9880 224 0,'0'0'152'0,"0"0"-144"0,0 0 25 16,0 0 74-16,0 0-34 0,0 0-24 15,0 0 2 1,0 0-6-16,0 0-3 0,0 0-21 16,0 0-18-16,0 0 7 15,0 0 3-15,7-4-11 16,-5 2 0-16,2-7 29 16,1 3-17-16,0-3-3 15,-1 1 18-15,-2-2-12 16,0-1 7-16,7 2-21 15,-2-2 4-15,2-5 0 16,2 0-13-16,-1-6 6 0,0 1-3 16,3 0 2-16,-3-3 1 15,1 5-2-15,-3-2 8 16,4 4-14-16,-3-4 20 16,1-1-19-16,2 0 14 15,1-2-13-15,-2 0 6 16,3-2 0-16,1-1-5 15,-3 0 12-15,-1-1-14 16,-1 1 16-16,0 1-16 0,1 4 20 16,-3 1-17-1,2 1 8-15,1-1-6 16,-3-1 2-16,2 0 0 16,-1 1-1-16,-1 0 5 15,-1 3-8-15,4-4 18 16,-4 1-16-16,2-1 6 0,0 0 5 15,0 3-9-15,-5 1 3 16,5 4 0-16,-5 0 3 16,3-1-7-16,2-4 8 0,2 0 12 15,1-6-15 1,1 0 9-16,1-7-7 16,1-5-4-16,1 4 4 15,-1 2 0-15,-2 0 27 0,1 6-22 16,-6 3 13-1,6 2-14-15,-5 2-20 0,2-2 13 16,-2 0-6-16,0-2-6 0,2 0-1 16,0-1 0-1,2 4 10-15,-4 1-13 16,3 1 30-16,1 0-21 16,-5 0 12-16,8 0-6 15,0 1-1-15,-3-2-1 16,5 0 0-16,0 0-1 0,-2-2-2 15,-1 0 6-15,1-3-10 16,-1 2 22 0,-2-5-15-16,1 2 0 15,-1 0 10-15,1 3-8 16,-1 0 6-16,-1 4-7 0,1-3 0 16,0 0 4-16,1-2 5 15,1 0-10-15,-1-2 8 16,1-1-14-16,-1 0 9 15,-1 5-3-15,-2 0 0 16,0 3 3-16,0 4-8 16,-2 7 16-16,0-5-12 15,2 4 14-15,1-6-21 16,1-3 14-16,9-4-9 16,0-4 3-16,0-2-3 15,1 0 2-15,-3 1 2 16,-5 6-14-16,1 5 29 15,-5 3-25-15,2 4 18 0,5-5-12 16,3-2 3-16,0-6 0 16,4-2-4-1,-5-5 8-15,-2 8-9 0,-4 1 10 16,-1 4-6-16,-7 1 11 16,6 8-20-16,-6-2 17 15,3 0-10-15,3-5 3 16,-2-2-1-16,3-5-5 15,1 2 12-15,-3 0-14 16,-1 4 19-16,-4 6-15 0,-1 6 13 16,-3-3-18-16,6-1 7 15,2 3 2 1,1-4-3-16,2-2 9 16,3-2-12-16,1-2 13 0,8 3-12 15,2 0 14-15,-5 1-18 16,3 6-5-1,-6-4 10-15,6-3 4 0,-3-1 0 16,1-5-1-16,-1 1 7 16,-6 3-14-16,-1 4 21 0,3 5-23 15,-1-3 18 1,2 2-16-16,5-3 8 0,1-1 0 16,-3-2 0-1,2-5-18-15,1-4 10 0,-5 1-21 16,-2 2 16-16,-4 2 26 15,-4 4-26-15,-3 3 13 16,1 6 0-16,2 0-4 0,3 0 4 16,3 0 3-1,3-4-1-15,4 0 4 16,4-3 2-16,0-4-10 16,0-2 11-16,-2 1-16 15,0 3 14-15,-4 3-11 16,-3-1 4-16,-3 5 0 0,-2-2-2 15,1 3 11 1,1-2-15-16,3 1 19 0,5-2-26 16,-2-4 23-1,4 1-14-15,0-6 4 0,-1 1 0 16,-1 2-9 0,-2 3 18-16,2 5-19 15,-8 2 21-15,-1 0-15 0,3 0 9 16,-3 0-7-16,1 0 2 15,-1 0 0-15,-1 0-1 16,1 0 4-16,-1 0 0 16,-1 0-3-16,3 0 14 15,-4 0-4-15,3 0-10 0,-4 0 7 16,9 0-13 0,-4 0 6-16,1 0 0 0,-3 0 0 15,-1 0 7 1,1 0-15-16,-3 2 20 15,0 3-20-15,3-5 14 0,1 0-11 16,-3 0 5-16,1 0 0 16,2 0 0-16,-1 0 0 15,3 0-8-15,2 0 17 16,2 0-13-16,7 0 12 0,0 0-12 16,-6 0 7-1,0 0-3-15,-1 0 0 16,0 0-3-16,0 0-1 15,-2 0 8-15,-1 0-6 16,0 4 11-16,-4-2-18 16,0 0 18-16,0 0-16 15,2 0 7-15,-1 0 0 16,-1 0-4-16,3 0 8 16,-3 0-12-16,1 2 16 15,-1-2-16-15,1 0 25 0,-3-2-27 16,2 0 18-16,-1 0-16 15,-2 0 7-15,-1 0 1 16,1 0 0-16,-2 0 3 16,1 0-10-16,-3 0 14 0,-2 0-14 15,6 0 13 1,5 0-8-16,6 0 2 16,4 0-7-16,-1 0 7 15,-4 0-6-15,-6 0 1 0,-4 0-5 16,-3 0 0-1,-5 0-1-15,-2 0 4 0,0 0-2 16,0 0 3 0,2 0 3-16,1 0 3 0,-1-8 0 15,1 0 1-15,3-6-8 16,1-1 18-16,-1-6-17 16,1 3 12-16,2-2-11 15,0 0 5-15,-5 3 0 16,8 0-1-16,-6 0 3 0,1-2-9 15,-1-2 14 1,4 2-21-16,-4-2 17 16,1-1-10-16,-3 2 4 15,3-2-1-15,0 0 2 16,2 3 1-16,-3 1-3 0,3-3 8 16,3-1 9-1,0 0-7-15,5-4 0 0,-2-2 1 16,3 0-12-16,-5 7 6 15,-4 2-1-15,2 3 3 16,-4 6-2-16,-3 4 23 0,-2 1-12 16,2 5 33-1,2-3-42-15,0-4 8 0,3 0-1 16,2-8-11 0,3 3 1-16,-2-4 0 0,5 1-3 15,-2 2 15 1,3 0 6-16,0 4-11 0,2 1-9 15,2 0 13-15,3 6-11 0,2-3 0 16,1-4-4 0,-1 3 4-16,-1-4 0 15,-3 8-8-15,-5-4 20 16,0 2-17-16,2 2 17 16,-3 0-19-16,1-2 14 15,3 1-14-15,-2 2 6 16,2 0 1-16,1-2 0 15,0 0 6-15,5 3-7 0,-5-3 11 16,-1 1-12 0,-4-2 7-16,3 4-5 15,-3 0 0-15,0 0 0 0,3 0-2 16,-5 0 5 0,1 0-12-16,6 0 24 0,-4 0-21 15,-1 0 16 1,4 6-15-16,-3-3 10 0,-1 0-10 15,-1 0 1-15,4-2 4 16,-2 3 0-16,2 0 6 16,-3 0-13-16,2 4 15 0,-4 0-14 15,1-2 7 1,1 3-2-16,-1-8-11 16,7 6 12-16,-6-4-2 15,3 3 8-15,0 1-13 16,0 0 16-16,1 0-15 0,-4 5 15 15,1-2-17-15,-3-1 13 16,3 1-5-16,1 0 0 16,-2-4-2-1,-1 3-5-15,6-2 14 0,-4 0-9 16,2 3 15-16,-5-2-26 16,1 6 16-16,-3 0-6 15,-2 4-2-15,3 2 5 16,-3 0-4-16,3-6 9 15,-3 4-16-15,1-4 26 16,7-1-27-16,-1-2 26 16,1-3-25-16,-3 4 19 15,0-4-12-15,-3 0 4 16,-2 4 0-16,5 0-7 16,-3 5 19-16,3 0-19 0,-3-1 14 15,0 1-14 1,3 0 17-16,-5 1-19 0,1-2 9 15,1 0 0-15,-7 2-2 16,6-3 2-16,-3 1-7 16,-5 2 16-16,0-1-19 15,3 0 20-15,-2 6-19 16,-1-2 13-16,3 4-8 16,-1-4 4-16,3-1 0 0,1 2-7 15,-2-2 15 1,1-2-27-16,3 0 29 0,-8 1-17 15,7-3 13-15,-5 3-9 16,2 8 4-16,-2-5-2 16,1 0-1-16,-3 0 2 15,0-6-10-15,-2 4 18 16,2-4-16-16,-4-1 9 16,0 2-8-16,0 2 4 15,0-5 2-15,0 5 1 16,0 1-2-16,-4 0 0 15,0-2 4-15,-2 2-4 0,-1 4 15 16,1-4-26-16,-2 0 25 0,2 2-25 31,-3-1 15-31,7-4-2 16,-5-1 0-16,2-3 3 16,-1-5-13-16,-5 3 21 15,2 4-12-15,-2 1 6 0,2-1-10 16,0 2 10-16,-3-1-10 15,6 0 5-15,0 2 0 16,-3-4-4-16,-1 1 12 16,6-4-11-16,-2-1 16 0,1 0-22 15,1 5 17 1,-4 0-15-16,2 1 7 0,2 1 0 16,-3-4 0-1,1-1 3-15,4-2-12 16,-4-1 21-16,4-6-17 0,-2 6 14 15,-1-5-18 1,-1 6 14-16,0 1-5 16,-4 4 0-16,-1-1 0 15,3 0-6-15,-2-4 12 16,1 0-10-16,1 0 18 0,-6-3-26 16,1 2 22-16,-3-1-17 15,-4-1 7-15,2 2 0 16,1-5-3-16,1 6 4 0,1-4-12 15,1-2 22-15,3 2-8 16,-3-2 8-16,-1 2-13 16,-3-1 2-16,3 2-1 15,-4-3-3-15,2-4 3 16,1 0-6 0,-7 0 14-16,2 0-25 0,0 0 31 15,1 0-20-15,5 0 14 16,3 0-6-16,4 0 1 15,1 0 1-15,3 0 6 16,-3-2-6-16,-4 2-6 16,0 0 18-16,-5 0-21 15,1 0 15-15,1 0-17 16,1 0 16-16,2 0-11 16,1 0 3-16,4 0-4 0,-3 0 1 15,3 0 6 1,-4 0-6-16,-1 0 10 0,-2 0-13 15,-1-2 10 1,-3 0-8-16,-3-1-1 0,4 1 5 16,1 1-2-16,1 1 4 15,5 0-11-15,0-3 24 16,3 2-27-16,-1-4 21 16,0 3-18-16,-2-3 12 15,1 1-6-15,-2-2 3 16,-3-2 0-16,-3 2-7 15,1-1 11-15,1 1-16 16,3 6 1-16,7-1 8 16,2-1 3-16,0-1 0 0,-3 2-7 15,1 0-3-15,1-4 6 16,-1 3 8 0,-1 2-12-16,1 0 18 0,-2 0-5 15,-3 0 4 1,1 0-18-16,-4 0 13 0,3 0-10 15,-5-4-2-15,-1 2 5 0,-3-1-4 16,3 0 14 0,3-1-13-16,5 4 16 0,3 0-1 15,4 0-1 1,-2 0-8-16,2 0-1 0,-2 0 0 16,2 0-2-1,0 0-1-15,-2 0-6 0,-1 0 20 16,0 4-13-16,-3 4 11 0,1 3-12 15,-1-3 9 1,0 5-8-16,-2 1 3 0,2 1 0 16,3-1 4-1,1 5 1-15,0-1-1 0,2-2 8 16,0 8-17 0,0-4 10-16,0 0-1 15,0 4-4-15,0-4 0 16,0 3-2-16,0-2 6 15,0 4-12-15,0-3 17 0,0 1-11 16,0 2 12 0,0-1-16-16,0-2 13 0,0 1-7 15,0 2 0 1,0-1 0-16,-4 4-6 0,-5 4 15 16,-5 3-6-1,-1 8 7-15,-3 1-3 0,1-1-5 16,-2 0 10-16,-1-8-11 0,3-1 2 15,-1-6-3 1,-3 4 4-16,0 4-9 16,-6 0 18-16,4 5-10 15,-4 3-3-15,3 2 15 16,0-3-13-16,-1 2 2 16,5-7-4-16,0-4 0 0,2 0-3 15,2-2 12 1,-1 3-20-16,1-2 27 0,3 4-25 15,-3 1 18-15,-2 4-15 16,0-4 7-16,-1 4-1 16,-2-7 0-16,-1 4-1 15,2-5-9-15,-2 3 20 16,-1 2-17-16,-1 5 22 16,-2 0-22-16,1-1 12 15,2-5-8-15,-1 0 3 16,1 2 0-16,2-4-9 15,0 0 20-15,1 1-27 16,3-2 35-16,-6 5-37 0,8 1 24 16,-3-3-12-1,-1-4 4-15,9-8-1 16,-1 5-2-16,-3 0-14 16,1 3 13-16,2 2 9 15,-3 2-15-15,1-6 24 16,2 1-20-16,0-6 8 15,-2-3-1-15,1 1 1 0,-1-1 0 16,-3 2-4-16,1-2 10 16,-1 0-17-16,1 0 18 0,-1-1-12 15,1 0 10 1,1-2-8-16,-1-2 3 16,-4 5-6-16,4 0 6 15,-3 1-5-15,-7-1-2 0,1-2 10 16,-4 0-20-16,-2-1 16 0,-1 0-2 31,2 2-1-31,-2 2 4 0,0 5 0 16,2 1 0-16,0-6-2 15,4 2 9-15,0-10-11 16,10 1 17-16,-5-3-23 16,0-6 20-16,-4 1-16 0,1 0 6 15,-8-3-3 1,-2-1 0-16,-6 2 2 15,1 1-6-15,3 4 14 0,2 2-6 16,1 2 4-16,3-2 10 16,3 3-12-1,3-3-2-15,-1-8-1 16,0 2 0-16,-3-7 0 16,0-2 2-16,-9 0-19 0,3 0 25 15,-5-2-16-15,-7-7 16 16,1 9-10-16,9 0 5 0,1 0-6 31,3 0 1-31,9 0 2 0,-3 0 2 0,0 5 8 16,0-3-10-1,-4-2 4-15,-4 0-8 16,2 0 8-16,-9 0-5 0,-6 0 1 16,-6 0-1-1,-1 0-4-15,4 0 10 16,2 0-12-16,11 0 18 15,7 0-16-15,2 0 5 0,5-2-3 16,2-3 2-16,-2 5-6 16,-5 0 6-16,-2 0 1 15,-6 0-8-15,-7 0 16 16,3 0-27-16,-5 0 29 16,10 0-21-16,1 7 8 15,4-3 3-15,0 2-5 16,2-2 5-16,-2 2-4 0,0 0 10 15,0-4-14 1,-2 2 25-16,4-4-27 0,-6 0 12 16,-5 0-4-16,5 0 1 15,2 0 1 1,4 0-4-16,4 0 14 0,4 0-18 16,-4 0 16-16,1 0-8 15,0 0 0 1,-3 0-2-16,3-9-28 0,-3 0 11 15,-2-3 17-15,-4-2-7 0,-2-3 3 16,-5 3 5 0,7 3-14-16,2-1 25 0,0-1-14 15,4 1 7 1,1-2-4-16,2 1 1 16,8-3-1-16,-1-5-5 15,3-1 9-15,3-2-14 0,-1-4 9 16,-2 3-7-16,1 0-15 15,-2-1 13 1,-3-2-3-16,-1-2 8 0,5 0-1 0,3 1 5 16,5-1-5-1,4-4 14-15,0-4-16 16,0-2 22-16,0 2-20 16,0 0 14-16,0 4-12 15,0 4 5-15,0 4-2 16,0 4-2-16,0 1 1 0,0 1-7 15,0 1 13-15,0-6-12 16,0-5 15 0,0-2-14-16,0-6 7 0,0-2-2 15,0 2-6 1,0-2-4-16,4 3 11 0,1 4 4 16,1 3 0-1,2 2 6-15,-4 2-8 0,2-2 9 16,-1-1-18-16,-3-4 8 15,0-2-2-15,0 5-1 16,3 2 8-16,-3 0 0 16,1 2-2-16,1-2 29 15,-2 2-24-15,0 3 21 16,1-1-27-16,-1 3 3 16,0-1-4-16,-2-3-3 15,2 3-5-15,-2 0 16 16,2 4-16-16,0-2 20 15,8-1-17-15,-3 0 10 16,-1 1-4-16,0 0-1 0,3 0 0 16,1-6-3-16,0 2 4 0,1 2-7 15,-1 4-14 1,-8 6-22-16,2 2-181 16</inkml:trace>
  <inkml:trace contextRef="#ctx0" brushRef="#br0" timeOffset="134133.37">24747 5141 321 0,'0'0'227'0,"0"0"-134"0,0 0-26 15,0 0-10-15,0 0-8 16,0 0 52-16,0 0-27 16,4-22-30-16,-4 22-1 15,3-2-20-15,-3 2 21 16,0 0-41-16,0 0 19 16,0-2-15-16,0 0 15 15,0 0-10-15,2 0 1 16,-2 2 4-16,0 0-10 15,2 0 9-15,-2 0-9 16,4 17-9-16,-2 16 10 16,-2 19 10-16,0 13-17 15,0 11-2-15,0 4-5 16,0-2-21-16,-10-4 22 16,-2-8-46-16,1-7 30 0,2-15-92 15,3-12-71 1,3-8-78-16</inkml:trace>
  <inkml:trace contextRef="#ctx0" brushRef="#br0" timeOffset="134779.84">24927 5134 374 0,'0'0'69'0,"0"0"-55"0,0 0 53 16,0 0 7-16,0 0 22 15,0 0-23-15,5-3 3 16,-3 3-36-16,7 0 13 0,-3 14-1 0,-1 13-13 16,6 7-1-1,-4 3-21-15,1 12 4 16,-3 9-6-16,1 2-4 16,-3 12-11-16,-3 2 0 15,0-3 0-15,0-3-26 16,-3-10-51-16,-5-2-108 15,-3-16-40-15,-1-3-266 16</inkml:trace>
  <inkml:trace contextRef="#ctx0" brushRef="#br0" timeOffset="136549.94">24907 5086 93 0,'0'0'362'0,"0"0"-298"0,0 0-28 16,0 0-22-16,0 0 38 15,0 0 8-15,0 0-27 16,-2 0 7-16,0 3 6 15,2-3-5-15,0 0-25 16,0 0 23-16,-2 0-12 16,-3 0 20-16,0 2-47 15,-1-1 0-15,1 2 11 16,-1 1-10-16,6-2-1 0,-4 2 12 16,1-2-15-16,0-2 11 15,3 2-8-15,0-2 3 16,0 0 21-16,0 0 0 15,0 0-7-15,0 0 0 16,0 0-16-16,0 0 26 16,0 0-27-16,0 0 16 15,0 0-12-15,0 0 9 0,0 0-12 16,0-2 5 0,0 0 3-16,0-4-4 0,0-1-5 15,6-1 5 1,0-5-8-16,7-1 17 15,1 2-27-15,-1-2 22 16,3 0-15-16,-3 2 12 0,2-1-6 16,5 2 2-16,1-1 1 15,0 0 19-15,4-3-18 16,-2 5 10-16,-3 1-10 16,0 3-7-16,-2 2 7 15,-3 0-5-15,1-1 1 16,-5 5 0-16,0 0-7 15,-2 0 16-15,-2 0-15 0,3 0 19 16,0 0-24 0,-4 0 20-16,5 6-14 0,-1 1 5 15,-4 1-1-15,3 2-2 16,3 0 2-16,-6 2-6 16,7 4 14-16,-1-3 0 15,-1 2-1 1,-3-3-12-16,1 4 6 0,-4-3-1 15,-3 2-2-15,1 6 1 16,-3-4-10-16,0 7 24 16,0 0-32-16,0 0 30 15,-5 0-22-15,-7 2 10 16,4-4-5-16,-3 0 3 16,-3-1-3-16,-1-3 2 15,-3 5-17-15,-3 0 13 0,2-5-41 16,-6-4 36-16,3-8-30 15,2 2 33-15,4-8 5 16,5 0 2-16,2 0 4 16,7 0 0-16,-3 0-3 15,3-2 11-15,-2-4-21 16,2 2 20-16,0 0-17 16,-1 0 20-16,3 4-10 15,0-5 7-15,0 2-4 16,0-1 8-16,0 0-8 0,9 0 9 15,2 4-9 1,5 0 36-16,-3 0-21 16,5 0-6-16,0 8-11 15,-3 10-1-15,4-4 0 16,-2 4 0-16,-3 0-3 16,5 2 9-16,2 4-11 15,-1-2 5-15,6 2-30 16,-4 0 30-16,-1-5-7 0,-6 4 7 15,-1-4-1-15,-3 1-3 0,-5-1 0 16,-1 3-5-16,0 0 18 16,-3 1-11-1,2-3 12-15,7-4-20 16,-5-2 4-16,6-6 3 16,1 0-6-16,3-5-20 15,2-3 25-15,4 0-28 16,3 0 25-16,0-3 12 0,-6-7-19 15,3-4-56-15,-5-1-38 16,-4-3-46 0,-5 3-233-16</inkml:trace>
  <inkml:trace contextRef="#ctx0" brushRef="#br0" timeOffset="169742.84">26175 9747 357 0,'0'0'236'0,"0"0"-218"0,0 0-15 15,0 0 7-15,0 0-2 16,0 0 43-16,0 0-8 15,0 0-12-15,0 0 34 0,0 0-46 16,0 0 15 0,0 0-20-16,0 0 7 0,0 0-16 15,0 0 6-15,0 0 12 16,0 0-3-16,0 0 7 16,0 0-18-16,0 0 23 15,0-10-17-15,9-6 29 16,9-8 0-16,1-5-13 0,12-10-9 15,8-8-13 1,1-3-4 0,2-3-1-16,1 5-7 0,-1-1 9 15,-7 13-12-15,-1 4-20 0,-10 11-42 16,-8 2-51 0,-11 7-135-16,-5 4-197 0</inkml:trace>
  <inkml:trace contextRef="#ctx0" brushRef="#br0" timeOffset="170289.73">26242 9243 597 0,'0'0'128'0,"0"0"-100"0,0 0 51 16,0 0 87-16,37 113-98 16,-10-66 18-16,0 0-41 0,0 0-13 15,0 0 4-15,-3 2-31 16,-4 1 5-16,-2 0 1 16,-5-1-14-16,3-10 3 15,-3-5-8-15,1-13-38 16,-3-7 0-16,-3-14-69 15,-1 0-177-15,-7-25-348 16</inkml:trace>
  <inkml:trace contextRef="#ctx0" brushRef="#br0" timeOffset="171290.04">26799 8722 390 0,'0'0'77'0,"0"0"5"0,0 0-15 16,0 0-11-16,0 0 23 0,0 0-33 16,-9 15 14-16,9-15 21 15,0 0-12-15,0 0-34 16,0 0-11-16,0 0-22 15,0-2 1-15,4-7 53 16,9 5-39-16,-1 0 13 16,1 4-26-16,5 0 10 15,-5 0-14-15,3 0 0 16,-7 11-10-16,-5 13 10 0,-4 10 0 16,0 4-21-1,0 6 5-15,-9-4-50 0,-1 0 35 16,-2-6-5-16,8-4 32 0,1-8 8 15,3-6-4 1,0-1 5-16,0-10-2 16,0-1 25-16,13-4-16 15,8 0 6-15,8 0 6 16,2-9 41-16,-2-1-63 16,-4 4-2-16,-10 6 0 0,-1 0-28 15,-3 0-27 1,-3 0 10-16,-4 0-80 0,-4 1-92 15,0 16-182-15</inkml:trace>
  <inkml:trace contextRef="#ctx0" brushRef="#br0" timeOffset="172449.67">27160 9553 171 0,'0'0'161'16,"0"0"-158"-16,0 0 2 0,0 0-4 16,0 0-1-16,0 0-31 15,0-4-127-15</inkml:trace>
  <inkml:trace contextRef="#ctx0" brushRef="#br0" timeOffset="173333.77">27039 9569 411 0,'0'0'136'0,"0"0"-114"15,0 0 36-15,0 0 40 16,0 0-7-16,0 0 5 0,-10-4-21 16,10 4-29-1,6 0 8-15,9 0 21 16,8 0-22-16,6 0-33 16,2 0 18-16,4 2-35 15,5 0 21-15,1 3-20 16,-1-3 6-16,0 1-6 15,-2-3-2-15,-4 0-2 16,-8 0-30-16,-2 0 0 16,-3 0-18-16,-8 0-116 15,-8-3-22-15,-5 2-438 0</inkml:trace>
  <inkml:trace contextRef="#ctx0" brushRef="#br0" timeOffset="173800.06">27173 9970 727 0,'0'0'148'0,"0"0"-109"0,0 0 87 15,43-107 2-15,-28 51-73 16,-3-4-6-16,-4 4-31 0,1 4-8 16,-3 4 1-1,2 6-10-15,-2 4-1 16,3 6-8-16,-1 6 6 0,2 4-42 15,-3 5 9-15,5 9-76 16,-2 5-145-16,1 3-101 16</inkml:trace>
  <inkml:trace contextRef="#ctx0" brushRef="#br0" timeOffset="174703.9">27744 9074 1 0,'0'0'373'0,"0"0"-301"0,0 0 82 16,0 0-43-16,0 0-19 15,0 0 0-15,29-49-31 0,-29 49-3 16,2 0-22 0,0 13 31-16,2 9-21 0,-2 1-8 15,-2 16-17 1,0 1-7-16,0 5-6 15,-15 2-7-15,-7 0 2 0,1-2 6 16,4-9-16-16,1-5 14 16,10-7-13-16,1-8 6 15,5-4 0 1,0-6-6-16,0-2-4 0,9-3 7 16,7-1-5-16,3 0-5 15,2 0 26-15,-1 0-17 16,0 0 11-16,0 0-7 15,0 0 1-15,2 0-1 16,0 0 0-16,-1 0 4 16,-6-4-12-16,-4 0 0 0,-2 1 8 15,-4-1-21-15,-1-4 17 0,-2-2-6 32,0-2-15-32,-2-5 19 0,0 2-4 15,0-2-16 1,2 3-31-16,-2 0 50 15,0 6-12-15,3 2 14 0,-3 6 10 16,0 0 0-16,2 0-3 16,-2 0-1-16,2 3 0 15,3 12 11-15,-3 9 29 16,-2 7-23-16,0 9 11 0,0 4-19 16,0 12 10-1,-2 0-19-15,-10 4 9 16,4-8 9-16,1-4-10 0,3-7-9 15,4-5 11-15,-2-8-23 16,2-6-33-16,0-6 26 16,0-9-160-16,0 0-89 15,11-7-45-15</inkml:trace>
  <inkml:trace contextRef="#ctx0" brushRef="#br0" timeOffset="175153.6">28319 9819 894 0,'0'0'72'0,"0"0"5"0,0 0 14 0,0 0-66 15,0 0 10-15,131 17-20 16,-102-17-10-16,-2 0-5 16,-6 0 8-16,-2 0-23 15,-9 0 5-15,0 0-22 16,-6-7-77-16,-4-3-58 15,0-8-98-15</inkml:trace>
  <inkml:trace contextRef="#ctx0" brushRef="#br0" timeOffset="175369.69">28385 9587 1155 0,'0'0'62'0,"0"0"-62"0,0 0 12 16,0 0 38-16,0 0-28 16,0 0-13-16,94 45-9 15,-65-40-11-15,-5-5-7 16,10 0-26-16,-6 0-3 16,1-11-94-16,-2 4-147 15</inkml:trace>
  <inkml:trace contextRef="#ctx0" brushRef="#br0" timeOffset="175930.18">29100 9836 438 0,'0'0'131'0,"0"0"-41"16,0 0-3-16,0 0-30 15,0 0-8-15,0 0-8 16,0 0 20-16,61 83-21 16,-39-78 16-16,4-5-51 15,3 0 81-15,0-8-66 16,2-25-1-16,6-8 37 0,-6-12-32 15,-5-3 5-15,-6-3-4 16,-7-6-1-16,-10 7-23 16,-3 1-2-16,0 7-27 15,-14 10 8-15,-6 14 13 16,1 12 7-16,-8 14-2 0,-4 0 5 16,-5 40-5-1,-2 19 4-15,0 7-2 16,4 2 4-16,12-10-8 0,11-12-35 15,11-10-61 1,0-11-252-16</inkml:trace>
  <inkml:trace contextRef="#ctx0" brushRef="#br0" timeOffset="199379.65">27870 8696 269 0,'0'0'63'0,"0"0"23"0,0 0-13 15,0 0-21-15,0 0-10 16,0 0 5-16,0 0 6 16,0 0 5-16,-10 0-6 15,8 0 20-15,2 0-11 16,0 0-1-16,0 0-24 16,0 0 2-16,0 0-13 0,0 0-3 15,0 0 14 1,0 0-16-16,0 0 7 15,0 0-18-15,0 0 14 0,2 0-20 16,15 0 22 0,8 0-5-16,6 0 1 0,0 0-17 15,-2 0 2 1,-2 0-6-16,-5 0-20 16,-4-3 7-16,-2-5-19 15,-5-5-27-15,-7 4-149 0,-4-1-288 16</inkml:trace>
  <inkml:trace contextRef="#ctx0" brushRef="#br0" timeOffset="200347.73">28385 8193 579 0,'0'0'99'0,"0"0"-17"0,0 0-5 16,0 0 13-1,0 0-13-15,0 0-33 0,5-8 2 16,-5 22-11-16,0 11-10 15,-12 7-12-15,-5 9-1 16,-6 2-9-16,1 0-3 16,-4-2 0-16,5-5 0 15,1-6-9-15,5-4 18 16,1-5-18-16,5-7 18 16,7-3-18-16,0-3 3 15,2-4-5-15,0-4-16 16,0 0 10-16,11 0 9 0,7 0 8 15,-3 0-1-15,1 0-22 0,-5 0 8 32,1 0-14-32,-4 0 20 0,-1-4-2 15,-3-2-9-15,0-2-6 16,-1 1-1 0,0-2 1-16,-3 3 14 0,0 0 8 15,0 0 8-15,0 0 5 16,0-3-6-16,0 3 4 15,0 2-6-15,0-3-2 16,0 3 0-16,0 0 1 16,0 2-3-16,0 0 13 15,0 2-18-15,0 0 16 0,2 0 3 16,-2 10 7 0,4 12 40-16,-2 8-3 0,-2 4-20 15,0 9-7 1,0 3-17-16,0 4 14 15,-2 2-17-15,-7-6 14 0,2-6-14 0,1-9-4 16,1-6-4 0,3-11-3-1,2-4-9-15,0-10-50 0,0 0-115 16,0 0-157-16</inkml:trace>
  <inkml:trace contextRef="#ctx0" brushRef="#br0" timeOffset="201429.93">29526 9088 215 0,'0'0'457'0,"0"0"-338"16,0 0-38-16,0 0 28 0,0 0-45 15,0 0 39 1,49 0-32-16,-23 0-23 0,1 0-20 16,2 0-19-1,-4 0-9-15,-2 0-4 16,-2 0 2-16,0 0-28 15,3 0-16-15,-2 0-76 0,-2 0-79 16,-7-5-199 0</inkml:trace>
  <inkml:trace contextRef="#ctx0" brushRef="#br0" timeOffset="202259.96">30077 8638 721 0,'0'0'96'0,"0"0"14"0,0 0-13 16,0 0-61-16,0 0 24 15,0 0-1-15,0 58-41 16,0-28 0-16,-3 2-2 0,-10 1-16 15,0-3 0 1,1 0-6-16,-3 0-7 0,1-2 8 16,1 0 3-1,2-2 2-15,1-4 4 0,6-1-3 16,4-8-2-16,0 0 0 16,0-6-4-16,7-3 2 15,15 0-3-15,3-4-2 16,2 0 8-16,-6 0 1 15,0 0 0-15,-5 0 1 16,-5 0-2-16,-3 0 0 16,-1 0-15-16,-2 0 10 15,-3-4-19-15,2-1 16 16,-4-4-16-16,0 4 7 16,0 0 9-16,0 4 4 15,0 1 3-15,0 0 2 0,0 0-4 16,5 0 3-16,-5 0-13 0,0 15 13 15,0 9 23 1,0 2 11-16,0 15-15 16,0 1-3-16,0 2-14 15,0 0-2-15,0-5 0 16,0-8-14-16,0-6 14 16,0-7-35-16,0-7-47 15,0-7-162-15,0-4-544 16</inkml:trace>
  <inkml:trace contextRef="#ctx0" brushRef="#br0" timeOffset="203329.75">26728 11620 344 0,'0'0'453'0,"0"0"-447"15,0 0 159-15,0 0-61 0,126-98 21 16,-88 62-67 0,0 3-33-16,-2 2-6 15,2 3-4-15,-5-2-12 16,3-5 6-16,1 2-18 0,2-1-7 15,-1-3 7-15,-7 3-27 16,-10 14-1-16,-7 6-40 16,-14 6-72-16,0 8-94 15,0 0-425-15</inkml:trace>
  <inkml:trace contextRef="#ctx0" brushRef="#br0" timeOffset="203630.07">26950 11212 686 0,'0'0'132'16,"0"0"-111"-16,0 0 145 15,0 0-41-15,69 130-59 16,-44-85-23-16,2 2-7 16,-3 5-26-16,3-8 3 0,-5-4-6 15,0 0-14-15,-1-6-2 16,-4-4 0-16,1-6-31 16,-7-8-41-1,3-5-202-15,-10-8-449 0</inkml:trace>
  <inkml:trace contextRef="#ctx0" brushRef="#br0" timeOffset="204512.15">27536 10701 106 0,'0'0'684'0,"0"0"-617"0,0 0 50 16,0 0-35-16,0 0-41 16,0 0-20-16,-2-1-3 0,18-9 10 15,3 0 13-15,6 4-16 16,0 4-3-16,-6 2-21 15,-1 0-2-15,-7 10-5 16,-3 11-7-16,-8 6 12 16,0 3-21-16,0 4 19 15,-6 0-17-15,-7-2 18 16,1 4-7-16,-5-7 4 0,5 0 6 16,-2-2-2-1,7-5 1-15,1-6 0 0,4-7-5 16,2-3 11-16,0-6-12 15,0 0-5-15,15 0 11 16,9 0 12-16,1 0 14 16,2-3-15-16,-3 3-2 15,0 0-9-15,-1 0 6 16,-5 0-15-16,-3 0 1 16,-6 0-23-16,3 0-87 15,-10 0-112-15,-2-3-189 16</inkml:trace>
  <inkml:trace contextRef="#ctx0" brushRef="#br0" timeOffset="205309.99">27904 11662 335 0,'0'0'383'0,"0"0"-282"16,0 0 39-16,0 0-14 16,0 0-38-16,0 0-44 15,33 0 7-15,-12 0-18 16,-2 0 3-16,3 0-36 16,5 0 4-16,-4 0-4 15,2 0-25-15,-6 0 11 16,-5 0-9-16,-1 0 6 15,-4 0-29-15,-2 0-45 16,-5 0-149-16,-2-6-97 16</inkml:trace>
  <inkml:trace contextRef="#ctx0" brushRef="#br0" timeOffset="205572.22">27982 11489 696 0,'0'0'310'15,"0"0"-283"-15,0 0 104 16,0 0-69-16,0 0-16 0,0 0-27 15,100 12-18-15,-75-12-1 16,-3 0-13-16,-2 0-32 16,2 0-29-16,-6-4-182 15,-3 1-364-15</inkml:trace>
  <inkml:trace contextRef="#ctx0" brushRef="#br0" timeOffset="213370.3">28614 11620 160 0,'0'0'74'0,"0"0"-65"0,0 0 73 0,0 0 12 0,0 0 45 0,0 0-58 31,0 0-6-31,-10 0-52 16,10 0-10-16,0 0 1 0,0 0 25 15,0 0 34-15,0 0 18 16,0 0-10-16,0 0-17 16,0 0-10-16,0 0-38 15,0 0 8-15,0 0-14 16,0 0 10-16,0 0-12 15,6 0-4-15,23 0 17 16,7 6-8-16,11 5 22 16,1-2-29-16,10 1 12 15,0 1-18-15,-4-4-1 16,-5-5-16-16,-9 3-17 0,-11-5-2 16,-11 0-93-1,-18 0-274-15</inkml:trace>
  <inkml:trace contextRef="#ctx0" brushRef="#br0" timeOffset="214520.01">29606 11028 609 0,'0'0'173'0,"0"0"-114"0,0 0 39 0,0 0-32 15,0 0 0-15,0 0-15 16,0-2-8-16,0 2-32 15,0 6-5-15,0 15 16 16,-9 13-14-16,-9 11 12 16,-6 5-15-16,-3-1-10 0,-2 3 7 15,2-7-4 1,5-5-1-16,2-8 1 0,9-9 1 16,4-2 2-1,5-9-4-15,2-6 4 0,0-4-2 16,2-2-11-16,16 0 9 15,6 0 1 1,3-6-2-16,0-2 1 0,-2-2-13 16,-5 2 12-16,-3 4-15 15,-3-1 13-15,-3 4-4 16,-2-2 10-16,0 0-21 16,0-5 12-16,-3 6-23 15,-1-4 13-15,-1 0 15 16,-4 4-7-16,0-3 8 15,0 0-26-15,4 1 16 0,-4-1 3 16,3 1 6 0,0 3-2-16,-1-2 6 0,4-3-2 15,-2 4 2 1,1-2-3-16,-3 1 6 0,-2 0-6 16,0 3 11-16,0 0-12 15,0 0 10-15,0 0 9 16,0 0-13-16,0 12-2 15,0 11 29-15,0 11-5 16,0 8 5-16,-2 12-13 0,-11 4 17 16,-5 5-23-1,0 0 16-15,-2 2-3 0,4-7-8 16,3-8-1 0,9-14-14-16,4-15-1 0,0-8-12 15,0-13-31 1,2 0-129-16,11-24-149 0</inkml:trace>
  <inkml:trace contextRef="#ctx0" brushRef="#br0" timeOffset="-212584.53">26580 13686 132 0,'0'0'587'0,"0"0"-576"0,0 0 1 16,0 0 6-16,0 0 24 0,0 0-20 15,0 0 37 1,0 0 16-16,0 0-5 0,9 0-2 15,3 0 0-15,3 0-28 16,7-22-18-16,7-16 22 16,7-17-33-1,11-11 24-15,4-8-31 0,2 4 20 16,-1 6-23-16,-4 10-2 16,-5 4-7-16,-5 1-10 15,-2 1-2-15,-5 2-11 0,-2 8 15 16,-9 8-49-1,-11 18-40-15,-9 8-93 0,0 4-8 16</inkml:trace>
  <inkml:trace contextRef="#ctx0" brushRef="#br0" timeOffset="-210686.65">26732 13090 125 0,'0'0'49'0,"0"0"-37"0,0 0-12 16,0 0 45-16,0 0 44 0,0 0-18 15,0-26-30 1,0 26-18-16,0-2 12 16,-2 2 79-16,2 0-17 15,0 0-18-15,0 0-27 16,0 0-7-16,0 0-5 0,0 0 1 0,0 0-1 15,0 0-7 1,0 0 2-16,0 0-15 16,0 2 19-16,0 14-33 15,15 16 33-15,7 10-7 0,10 11-8 16,-1 2-7 0,0 4-16-16,4 7-2 0,-8 2 9 15,0-4-11 1,-2-4 9-16,-3-12-12 0,-4-7-8 15,0-18 10-15,-7-11-52 16,-5-7-62-16,4-5-145 16,-8 0-259-1</inkml:trace>
  <inkml:trace contextRef="#ctx0" brushRef="#br0" timeOffset="-201056.84">27583 13615 385 0,'0'0'116'0,"0"0"-4"0,0 0-2 0,0 0-8 15,0 0-46-15,0 0 2 0,0 0-17 16,0-12 12 0,0 12 6-16,0 0-16 15,3 0-2-15,-1 0-16 16,0 0 1-16,6 0-21 0,3 0 14 16,10 0-9-16,5 0 9 15,4 0-8-15,-6 0-11 16,3-1 0-16,-5-5-20 15,-2-3 6-15,-9 1-58 16,1 0-41 0,-12-4-148-16,0 0-301 0</inkml:trace>
  <inkml:trace contextRef="#ctx0" brushRef="#br0" timeOffset="-200796.91">27586 13391 688 0,'0'0'276'0,"0"0"-257"16,0 0 136-16,0 0-88 15,0 0-20-15,120 2-45 16,-96-2-4-16,3 0-1 16,-3 0-27-16,-1-6-8 15,-6-4-111-15,-5 4-161 0</inkml:trace>
  <inkml:trace contextRef="#ctx0" brushRef="#br0" timeOffset="-199690.76">28378 13702 689 0,'0'0'57'0,"0"0"-22"0,0 0 34 16,0 0 14-16,0 0-29 0,0 0-10 15,0 95-6-15,12-68 11 16,-4-1-21-16,6 4-13 16,-3-2-7-1,2 5 1-15,-1-2-7 0,1-1 0 16,1-8-2-16,-10-3-6 16,5-10 2-16,-7-4-2 15,0-5 6-15,-2 0-36 16,0-9 13-16,0-15 23 0,0-6 8 15,4-6-5 1,-2-4 6-16,4-8 12 16,0-6-11-16,1-10 15 15,1-11-17-15,-3-6 31 16,2-6-38-16,-5 0 7 16,-2 8-8-16,0 7 6 0,0 8-6 15,0 1-1 1,0 8-5-16,0 0 12 0,0 3-10 15,0 11 15-15,0 9-20 16,0 5 17-16,2 3-9 16,5 3 2-16,1 7-1 15,2 9 0-15,-3-2-10 16,5 7 10-16,2 0 0 16,6 0 6-16,4 0-6 15,6 0 8-15,-1 0 0 16,0 8-6-16,-3 1-2 15,6 0 0-15,-3 0-1 0,13-2 7 16,3 1 2 0,5 0 4-16,8-1-12 0,-2-5 3 15,2 6-1-15,-7-7-2 16,0 3-5-16,-1 1 3 16,-4-5 4-16,1 0-8 15,-5 0 7-15,-4 1-8 16,-9-1 10-16,-4 5-6 15,-9-1-18-15,-5-1-8 0,-7 0-78 16,-4 3-146 0,0-2-547-16</inkml:trace>
  <inkml:trace contextRef="#ctx0" brushRef="#br0" timeOffset="-198626.86">28810 13682 208 0,'0'0'442'0,"0"0"-371"0,0 0-8 16,0 0 47 0,0 0-27-16,0 0-5 15,3-2-8-15,4 2-16 16,12 0-4-16,8 0-1 0,2 0 14 15,4 2-19-15,1 2-5 16,-1-4-38-16,-4 0-1 16,2 0 0-16,-4 0-25 15,0 0-26-15,0 0-19 16,-2 0-15-16,-10 0-151 16,-6-4-532-16</inkml:trace>
  <inkml:trace contextRef="#ctx0" brushRef="#br0" timeOffset="-197576.8">29506 13239 386 0,'0'0'249'0,"0"0"-184"0,0 0 21 0,0 0-30 15,0 0 8-15,0 0-10 16,0 18 12-16,0-3-1 0,0 6-7 16,0 5-38-1,0 10-14-15,-9 10 12 16,-11 11-15-16,5 4 8 16,-6-1-5-16,3-2-11 15,3-11 5-15,1-15-5 16,10-9 2-16,4-10 3 0,0-7-4 15,0-2-6-15,20 0 9 16,7-4-5-16,2 0 5 16,0 0 2-16,-2-4-2 15,-3-2-4-15,-4 3-5 16,0-1 5-16,-5 1-23 16,-1 3 11-16,-5-5-10 15,-3 5 24-15,-3 0 0 16,-1 0-3-16,-2 0 3 15,0 0 3-15,0 0-1 16,0 0 1-16,0 0-3 0,0 0 0 16,0-7-10-1,2-1-31-15,-2-2 41 0,4 2-15 16,2 3 14 0,-4 1 8-16,0 2-7 0,2 2 3 15,-2-3 0 1,-2 3 0-16,0 0 3 15,0 0-5-15,0 0 10 0,0 0 16 16,0 8-8-16,0 12 6 16,0 10-2-16,0 8 10 15,0 2-15-15,0 7-7 16,0-2-5-16,0 5 10 16,0 2-2-16,0-4-4 15,0-1 7-15,0-13-6 16,0-4-6-16,0-10-2 15,0-7-21-15,0-8-37 0,0-5-143 16,-4 0-375-16</inkml:trace>
  <inkml:trace contextRef="#ctx0" brushRef="#br0" timeOffset="-196276.76">29535 12946 252 0,'0'0'395'0,"0"0"-297"0,0 0-18 0,0 0-27 16,0 0 23-16,0 0-61 0,0 4 10 15,0-2-7 1,2 4 32 0,12-2-25-16,-3 0 21 0,2 2-1 15,1-2-27-15,3 2 15 16,1-2-16-16,-1-4 14 16,4 0-30-16,3 0 12 15,1 0-6-15,-3 0-2 16,0 0-5-16,-4 0-4 15,-5 0 3-15,-1 0 2 16,1 0-6-16,-6 0 12 0,-3 0-14 16,-2 0 8-16,-2 0-3 15,0 0-7-15,0 0 7 16,0 0 2-16,0 0 0 0,0 0-5 16,0 0 10-1,0 0-10-15,2 0 5 16,-2 4-4-16,8 8 4 15,-2 2 3-15,-2 0-3 16,-1 2 4-16,3 0-11 16,-4-6 14-16,0 2-19 15,-2 1 8-15,0 4-27 16,0-1-156-16,-4-6-715 16</inkml:trace>
  <inkml:trace contextRef="#ctx0" brushRef="#br0" timeOffset="-190516.55">20783 13619 20 0,'0'0'18'0,"0"0"127"0,0 0-20 15,0 0-44-15,0 0 12 16,0 0-45-16,0 0-2 0,0 0-24 15,0 0 20 1,0 0-11-16,0 0 14 0,0 0-9 16,0 0 15-16,0 0-2 15,0 0-25-15,0 0 5 16,0 0-16-16,0 0 26 16,0 0-30-16,0 0 13 15,0 0-20-15,0 0 31 16,0 0-11-16,0 0 5 15,0 0 7-15,0 0-16 16,0 0 27-16,0 0-41 16,0 0 10-16,0 0-13 15,0 0-1-15,0 0 5 0,0 0-3 16,7 0-2-16,11 0 1 16,6 0 36-1,12 7-36-15,2-7 24 0,4 0-16 16,1 0-4-16,7 0 2 15,0 0-2-15,-2 0-5 16,-3 0-3-16,-12 0 1 0,-6 0 0 16,-9 0-13-1,-9 1-3-15,-4 5-7 16,-5 2-42-16,0-5-106 16,-7 5-270-16</inkml:trace>
  <inkml:trace contextRef="#ctx0" brushRef="#br0" timeOffset="-189616.58">21756 13537 627 0,'0'0'21'0,"0"0"76"0,0 0 6 16,0 0-19-16,0 0-21 15,0 0-7-15,94-118-30 16,-83 100 27-16,2 0-36 0,-3 4 7 15,-6 4-19-15,-2 2 0 0,5 2-5 32,-5 0-5-32,0 0-21 0,-2-5-17 15,0 8-7-15,0-5 1 16,0-2 30-16,0 3-36 16,0 4 25-16,0 3-25 15,-6 0-96-15,-1 0-174 16</inkml:trace>
  <inkml:trace contextRef="#ctx0" brushRef="#br0" timeOffset="-189350.7">21790 13272 276 0,'0'0'392'15,"0"0"-375"1,0 0 89-16,0 0-51 0,0 0 44 15,0 0-31-15,29 85-23 0,-13-67-27 16,4 0 12 0,-5 0 8-16,1 6-32 15,-3 0 8-15,-4 0-7 16,-2 1-8-16,-2 0 1 16,-3-3-4-16,0-6-42 0,-2-8-21 15,2-8-73-15,-2 0-159 16</inkml:trace>
  <inkml:trace contextRef="#ctx0" brushRef="#br0" timeOffset="-188613.41">22369 13677 449 0,'0'0'153'0,"0"0"-151"0,0 0 79 15,0 0-9-15,0 0 5 16,0 0-41-1,20 0 26-15,-5 0 32 0,10 5-36 0,6-1 26 16,14 0-62 0,0 0 16-16,8-1-33 0,-1-1 24 15,-2 2-27 1,0 1 7-16,-6-4-9 0,-5 2-5 16,-8-1-29-1,-7-2-25-15,-11 0-89 16,-8 0-273-16</inkml:trace>
  <inkml:trace contextRef="#ctx0" brushRef="#br0" timeOffset="-187834.83">23314 13515 461 0,'0'0'184'0,"0"0"-108"0,0 0 9 0,0 0-10 0,0 0 25 16,0 0-36 0,33 0 9-16,-12 4-42 15,3 0 16-15,8-2-29 16,-1-2-6-16,-2 0-12 0,-8 0-14 16,0 0 5-1,-6 0-21-15,-1 0-36 16,-6 0-43-16,-8 0-99 0,0-4-231 15</inkml:trace>
  <inkml:trace contextRef="#ctx0" brushRef="#br0" timeOffset="-187616.61">23363 13357 826 0,'0'0'158'0,"0"0"-119"15,0 0 61-15,0 0-43 0,0 0-52 16,121 34-5 0,-95-34 0-16,1 0-1 0,-3 0-98 15,-8 0-127 1,-7-6-516-16</inkml:trace>
  <inkml:trace contextRef="#ctx0" brushRef="#br0" timeOffset="-186676.63">24081 13408 563 0,'0'0'212'16,"0"0"-190"-16,0 0 46 16,0 0 56-16,0 0-26 15,0 0 9-15,124-9-70 16,-84 5 9-16,3 0-40 15,-5 0-7-15,1 4 1 0,-9 0 0 16,-1 0-31-16,-7 0-35 16,-11 0-120-16,-7 0-480 15</inkml:trace>
  <inkml:trace contextRef="#ctx0" brushRef="#br0" timeOffset="-185586.56">24787 12940 439 0,'0'0'131'0,"0"0"-33"0,0 0 35 0,0 0-48 16,0 0 27-16,0 0-65 16,2 0 9-16,-2 0 4 0,0 0-33 15,0 0-27 1,0 22 2-16,0 12 13 0,0 14-5 16,-14 8-3-16,1 4 3 15,-5-2-20-15,3-4 13 16,2-5-6-16,-1-4 1 15,3-6 1-15,5-13-2 16,3-10 3-16,3-12-3 0,0 0 3 16,0-4-5-1,3 0-11-15,8 0 14 0,1 0 0 16,0 0 1 0,-3 0-5-16,2 0-10 15,0 0 12-15,0 0 4 16,2 0-14-16,1 0 14 0,1 3-4 15,3 0-4-15,1 5-11 16,-2-6-1-16,-3-2 12 16,-3 0-13-16,-1 0-2 15,0-10 20 1,-6 0-1-16,1 0 2 0,-3 2 2 16,-2 2-10-16,0 1 10 15,0 2-5-15,0-1 0 16,0 0-11-16,0 2 13 15,0 2 3-15,0 0-4 16,0 0 14-16,0 2-13 16,0 22 6-16,0 6 0 15,-7 10 5-15,5 7 7 16,-2 4 23-16,-1 10-13 16,2-7 7-16,3-4-31 0,0-6 23 0,0-6-24 31,0-11 13-31,0-10-6 0,0-7-7 15,0-10-3-15,0 0-9 16,0 0-1-16,0-8-23 16,0-11 36-16,5-8 30 0,4-3 1 15,4-10-21 1,-1-14 3-16,-1-8-8 16,0-6-2-16,-2 3-6 15,-4 9-39-15,-3 16-50 0,0 14-16 16,0 14 27-1,0 12-121-15</inkml:trace>
  <inkml:trace contextRef="#ctx0" brushRef="#br0" timeOffset="-182306.76">20798 14758 106 0,'0'0'77'0,"0"0"-71"0,0 0 11 15,0 0 55-15,0 0 30 16,0 0 15-16,0 0-12 15,0 0-36-15,0 0 5 16,0 0-35-16,0 0-9 0,0 0-18 16,0 0-11-16,0 0 4 15,0 0 3-15,0 0 18 0,0 0 2 32,0 3 25-32,0-2-24 0,0-1 10 15,0 0-26 1,0 0 4-16,0 0-16 0,0 0 2 15,0 0 10-15,0 0-4 0,0 0 38 16,0 0-45 0,0 0 25-16,0 0-20 15,4-5-1-15,8-9-3 16,1-2-1-16,3 5-2 16,-1 3 1-16,1 2-4 15,-7 6-20-15,0 0-9 0,-7 25-9 16,-2 14 40-16,0 10-42 15,0 7-58-15,-4 8-30 16,-12-6 33-16,-2 1-36 16,1-9-175-16</inkml:trace>
  <inkml:trace contextRef="#ctx0" brushRef="#br0" timeOffset="-182140.92">20792 15212 137 0,'0'0'300'16,"0"0"-227"-16,0 0 7 15,0 0 21-15,0 0-32 16,0 0-3-16,69 10-35 15,-43-10 69-15,-3 4-52 0,-3 13-13 16,0 2-23 0,-6 3 1-16,1 0-13 0,-3-2-76 15,1-5-81-15,-7-6-27 16,0-7-360-16</inkml:trace>
  <inkml:trace contextRef="#ctx0" brushRef="#br0" timeOffset="-181456.66">21286 15272 676 0,'0'0'52'0,"0"0"89"0,0 0-15 16,0 0-43-16,0 0 19 15,116-126-90-15,-95 99 16 16,-6 5-18-16,-1 8-9 16,-1 2-1-16,-5-4-12 15,2 4-15-15,-6-4-42 16,-2 4-21-16,-2 5-89 15,0-4 24-15,0 7-158 0</inkml:trace>
  <inkml:trace contextRef="#ctx0" brushRef="#br0" timeOffset="-181256.73">21421 14985 42 0,'0'0'730'16,"0"0"-665"-16,75 120 46 0,-50-78-54 16,-6 4-10-1,1-7-47-15,-1-5-6 16,-4-10-28-16,-3-8 24 0,-6-6-98 16,-4-10-179-1</inkml:trace>
  <inkml:trace contextRef="#ctx0" brushRef="#br0" timeOffset="-180516.9">21781 14893 381 0,'0'0'223'0,"0"0"-196"0,0 0 76 15,0 0-20-15,0 0-28 0,0 0 6 16,18-6 19 0,-3-2-24-16,3-3 9 15,9 4-11-15,2 1-27 16,-2 6 7-16,-1 0-29 15,-1 0-10-15,-9 16 1 0,-3 8 2 16,-13 14-13 0,0 4-4-16,0 8-1 0,-7 2-6 15,-3 3 21-15,-7-5 5 16,5-6 3-16,0-8 2 16,5-14 0-1,7-8-4-15,0-6 15 0,0-8-14 16,7 0-1-16,15-4 3 15,7-18 7-15,3 4 24 16,-3 4-33-16,0 9 3 0,-7 5 2 16,2 0-11-1,-6 0 4-15,0 19-9 0,-7-5-4 16,-2 8-54 0,-7-14-109-16,-2 2-275 15</inkml:trace>
  <inkml:trace contextRef="#ctx0" brushRef="#br0" timeOffset="-180005.53">22537 15222 863 0,'0'0'121'0,"0"0"-85"0,0 0 89 0,0 0-60 15,0 0-19-15,0 0-33 16,113-13-7-16,-95 12-3 16,-2-2 4-1,-5 2-14-15,-3 1-26 0,-3 0-5 16,-5 0-67-16,0-5-35 16,0-1-131-16,0-1-177 15</inkml:trace>
  <inkml:trace contextRef="#ctx0" brushRef="#br0" timeOffset="-179806.99">22603 14991 230 0,'0'0'853'15,"0"0"-829"-15,0 0 59 0,0 0-36 16,0 0-28-16,0 0-19 15,76 30-18-15,-54-30-4 0,-1-6-36 16,-2-5-32-16,-3 4-168 16,-1 3-275-1</inkml:trace>
  <inkml:trace contextRef="#ctx0" brushRef="#br0" timeOffset="-178606.9">23249 14794 129 0,'0'0'165'0,"0"0"-21"0,0 0-47 0,0 0-39 16,0 0-25 0,0 0-4-16,0 0 0 0,0 0 1 15,0 0 16-15,0-4 4 16,0 3 16-16,0-5-23 16,0 0 34-1,0 0-22-15,0 1 1 0,3 5-10 16,-3 0-21-16,0 0 14 15,0 0-20-15,0 0 5 16,0 0-23-16,0 17 17 0,0 1-13 16,0 5 12-1,0 4-17-15,-3-1-5 16,-7 2 3-16,0-2 2 16,-1 2-1-16,1 2 9 15,4-10 2-15,2 2-8 16,4-6 11-16,0-11-8 0,0-2-3 15,0-3-2-15,0 0-11 0,4 0-1 16,8 0 7 0,1 0-7-1,-1 0 24-15,5 0-18 0,-1-1 6 16,-1-4-1-16,1-1-8 16,-3-4-11-16,5 4 8 15,-7-6-7-15,0 5 7 16,-1-8-3-16,-4 11 11 15,-4-4 5-15,3 4-13 16,-1 2 18-16,-2 2-11 0,2-3 5 16,-4-1-13-16,0 4 10 15,3-2 2-15,-3 2-10 16,0 0 16-16,0 0-10 16,0 0 7-16,0 0-8 15,0 6-11 1,0 11 17-16,0 9 2 0,0 8 1 15,0 6 11-15,0 4-12 0,0 0 18 16,-3 5-19 0,-1-5 10-16,4-8-11 15,-2-5 0-15,0-8 14 16,-3-4-12-16,3-8-4 0,0 3-5 16,-2-10 2-1,4-4-49-15,0 0-46 0,0 0-191 16</inkml:trace>
  <inkml:trace contextRef="#ctx0" brushRef="#br0" timeOffset="-176846.64">20137 16231 659 0,'0'0'146'0,"0"0"-137"15,0 0 53-15,0 0 9 0,0 0-1 16,0 0-14 0,33 19 11-16,-12-11-34 0,-4 1-14 15,3-5 18 1,0 9-29-16,4-3 20 16,1 2-24-16,-2-6-4 0,-2 3-3 15,0-9-28-15,-5 0-45 16,-3 0-158-16,-5 0-148 15</inkml:trace>
  <inkml:trace contextRef="#ctx0" brushRef="#br0" timeOffset="-176124.95">20671 16052 441 0,'0'0'186'0,"0"0"-121"0,0 0 56 16,0 0-7-16,0 0-37 15,0 0-44-15,12 2-33 16,-1-4 6-16,7-13 21 16,4 8-11-16,2 3 36 15,-1 0-52-15,-4 4 5 16,-5 0 1-16,-3 21-2 0,-4 10-4 15,-2 1 0-15,-5 4-19 16,0 1-50-16,0-2-7 16,-5 1-16-16,-2-2 73 15,-2-6 19-15,5-6 19 16,4-4 20-16,0-5 31 16,0-13-32-16,2 0-26 15,16 0 24-15,4 0-1 16,3-4 5-16,-1-9-38 15,1 12 18-15,-3-3-19 0,-4 4 18 16,-1 0 3-16,2 0-4 16,-7 0-18-1,5 0 6-15,-7 5-12 16,6 3 0-16,-5 1 4 0,1-9-54 16,-3 3-51-16,-9-3-191 15</inkml:trace>
  <inkml:trace contextRef="#ctx0" brushRef="#br0" timeOffset="-175566.78">21233 16415 491 0,'0'0'205'0,"0"0"-165"0,0 0 112 0,0 0-11 15,0 0-44-15,0 0-30 16,111-50-21-16,-82 33-10 16,-2-1-30-16,-2 0 5 15,-4 0-11-15,-7 0-1 0,2-4-25 16,-7 4 3-16,-5 5-24 15,-1-2-71-15,-3 7-90 16,0 4-59-16</inkml:trace>
  <inkml:trace contextRef="#ctx0" brushRef="#br0" timeOffset="-175316.73">21363 16234 624 0,'0'0'97'0,"0"0"-21"16,0 0 66-16,0 0-26 0,33 122-48 16,-20-95-24-16,-1 1-42 15,1-2-1-15,-1-1-1 16,2-2-1-16,2-2 0 15,-3 0-21-15,-2-9-21 16,0-3-88-16,-4-9-102 16,0 0-256-16</inkml:trace>
  <inkml:trace contextRef="#ctx0" brushRef="#br0" timeOffset="-174666.51">21932 16427 664 0,'0'0'121'0,"0"0"-114"0,0 0 107 15,0 0 10-15,0 0-30 16,-31-125-12-16,27 94-52 0,-3 4 19 15,7 1-21 1,0-2-12-16,0 2-16 16,0-7-22-16,0 4-4 15,0-7-40-15,16 7-78 16,-7 10-209-16</inkml:trace>
  <inkml:trace contextRef="#ctx0" brushRef="#br0" timeOffset="-174236.17">22162 16244 758 0,'0'0'192'0,"0"0"-171"0,0 0 71 16,0 0-61-1,0 0-3-15,0 0-21 0,84 0-2 16,-72 0-5-16,-1 0-23 16,-2 0-52-16,0 0-67 15,-2 0-61 1,-5 0-224-16</inkml:trace>
  <inkml:trace contextRef="#ctx0" brushRef="#br0" timeOffset="-173646.5">22412 16152 584 0,'0'0'32'0,"0"0"57"16,0 0-4 0,0 0-25-16,0 0 10 15,0 0-29-15,53-21 2 16,-33 19-11-16,0 2-20 0,0 0-9 16,-8 0-6-1,-4 0-12-15,-3 21 9 0,-5 10 5 16,0 2-10-16,0 1 2 15,0 2-29-15,-3-3 35 16,-1-2-8-16,-2-5 10 16,3-7-2-16,-1-3 3 15,4-2 1-15,0-8 3 16,0 2 10-16,0-8-8 16,0 0 7-16,13 0-5 15,8-4 27-15,0-2-9 16,2-3 6-16,-3 6-9 15,-1 3 17-15,0-6-29 0,1 6-10 16,-3 0-1-16,4 0-31 16,-8 0-20-16,5-4-17 15,-5 0-47-15,-1 0-29 16,-6-5-107-16</inkml:trace>
  <inkml:trace contextRef="#ctx0" brushRef="#br0" timeOffset="-173196.84">22895 16066 397 0,'0'0'159'0,"0"0"-133"0,0 0 55 0,0 0 20 16,0 0-14 0,0 0 3-16,36 0-32 0,-19 21 11 15,2 6-57-15,-2 5 74 16,-3 3-83-16,1 7 4 16,-3-3-7-16,-4 5 4 15,-1 6-9-15,-5-1 11 16,0-3-19-16,-2-2 11 15,0-4-33-15,0-4-41 0,0-6-90 16,-2-2-132 0</inkml:trace>
  <inkml:trace contextRef="#ctx0" brushRef="#br0" timeOffset="-172682.99">23325 16423 701 0,'0'0'232'0,"0"0"-191"0,0 0 53 0,0 0 5 0,0 0-55 0,0 0-28 15,114-5-8 1,-94 2-4-16,-3-1-8 0,-3-2-11 15,-3 2-5-15,-4 4-96 16,-3-4-2-16,-1 4-118 16,-3 0-198-16</inkml:trace>
  <inkml:trace contextRef="#ctx0" brushRef="#br0" timeOffset="-172446.85">23412 16288 275 0,'0'0'678'16,"0"0"-653"-16,0 0 15 16,0 0 22-16,0 0 9 15,0 0-46-15,31-4-17 16,-13 8-16-16,0-4-35 0,0 0-32 15,-3 0-121-15,-3-8-229 16</inkml:trace>
  <inkml:trace contextRef="#ctx0" brushRef="#br0" timeOffset="-171316.95">23991 15963 643 0,'0'0'151'0,"0"0"-117"0,0 0 21 0,0 0 37 16,0 0-49-16,0 0 22 16,0-5-22-1,0 19-7-15,-2 12-6 16,-12 10-26-16,1 4 17 16,-2 2-19-16,-1-2 18 15,-2 0-18-15,1-6 14 16,6-2-13-16,-1-10 1 0,6-4 3 15,1-3 2-15,5-11 0 16,0-1-7-16,0-3-3 0,0 0 1 16,0 0-1-1,0 0-20-15,2 0 14 16,9 0-1-16,5 0 6 16,-3 0 0-16,1 0 4 15,-1 0-7-15,0 0 12 16,-1 5-17-16,-1-5 20 15,-3 0-20-15,2 0-11 0,-2 0 0 16,-1 0 14 0,-3-5-5-16,-1 5 10 15,2 0 0-15,-3 0 0 16,0-3-24-16,0 3-7 0,-2-4-1 16,0 4 29-16,0 0-3 15,0 0 8-15,0 0-3 16,0 0-7-16,2 4 10 15,-2 9 0-15,0 1 11 16,0 3-7-16,0 1-5 16,0-4 10-16,0 4-15 15,0-4 6-15,0 2 0 16,0 1 0-16,0-2 7 16,0-1-9-16,0 1 9 0,0 0-10 15,-2 3 7 1,0-3-8-16,0-4 3 15,-5-1-1-15,7-2 1 0,0-4 2 0,0-2 2 16,0-2 1 0,-3 0-8-16,1 0 0 15,0-6 2-15,0-10 2 16,2-3 12-16,0-8-8 16,0-9-2-16,0-8-4 15,0-10-8-15,0 1 3 16,0 3-74-16,2 10-73 15,0 14-24-15,3 12 90 16,4 14 24-16,-5 0-116 0,1 8-38 16</inkml:trace>
  <inkml:trace contextRef="#ctx0" brushRef="#br0" timeOffset="-167432.18">20217 17351 565 0,'0'0'62'0,"0"0"-27"15,0 0 60-15,0 0-25 16,0 0-13-16,0 0 3 16,0 0-23-16,-7 0-10 15,7 0 19-15,0 0 6 0,12 0 22 0,12 0-26 32,2 5-10-32,10 12-10 0,-3-3 0 15,4 0-25 1,-2-2 3-16,-1-6-6 0,-3-6-17 15,-4 0 2-15,-5 0-50 16,-2-10-47-16,-6-7-158 16,-12-2-581-16</inkml:trace>
  <inkml:trace contextRef="#ctx0" brushRef="#br0" timeOffset="-166705.39">20796 17138 614 0,'0'0'100'0,"0"0"-99"16,0 0 105-16,0 0-30 0,0 0 26 15,0 0-59 1,20 4-17-16,-11-4-15 0,3 0 52 15,1 0-45-15,-2 0-14 16,0 0 3-16,-2 0-2 16,2 0-10-16,-2 9 2 0,-2 13 1 15,-5 14 0 1,0 9-4-16,-2 7-6 16,0 7-33-16,0-5 9 15,0-6-24-15,0-7 15 16,0-10 1-16,0-4 44 0,0-13 0 15,0-7 30-15,16-7-16 16,4 0 4 0,2 0 23-16,3 0 0 15,4-15-27-15,-2 1 24 0,-1 10 13 16,-2-2-41-16,-3 6 2 16,-4 0-10-16,3 0 11 15,-4 10-13-15,-7-2-12 16,-2-2-14-16,-3 2-78 15,-2-4-96-15,-2 4-378 0</inkml:trace>
  <inkml:trace contextRef="#ctx0" brushRef="#br0" timeOffset="-165920.59">21460 17442 175 0,'0'0'232'0,"0"0"-116"0,0 0-17 0,0 0-27 15,0 0 8 1,0 0-22-16,0 0-9 16,0 0 0-16,0 0-10 15,5 0 11-15,-1 0-3 16,5 0 54-16,-2-5-70 16,4-5 4-16,0-8-22 0,3 1 12 15,1-10-15 1,-1 1-5-16,1 4-5 0,-1-2-13 15,-4 2 7-15,1 7-52 16,-3 0 12-16,-4 9-72 0,-4 6-67 16,0 0-54-1,0 0-184-15</inkml:trace>
  <inkml:trace contextRef="#ctx0" brushRef="#br0" timeOffset="-165677.02">21480 17195 784 0,'0'0'51'0,"0"0"-42"15,0 0 141-15,34 134-57 16,-12-88 9-16,2 2-55 15,-1 1-20-15,0-8-19 0,-8-11-8 16,3-7-18 0,-5-9-43-16,3-10-64 0,-5-4-125 15,2 0-76 1</inkml:trace>
  <inkml:trace contextRef="#ctx0" brushRef="#br0" timeOffset="-164806.78">22069 17173 461 0,'0'0'221'0,"0"0"-219"0,0 0 35 15,0 0 49-15,0 0-9 16,0 0-39-16,33-12 19 16,-13 12-34-16,2 0 15 15,-1 7-33-15,-4 16-2 16,-1 4-3-16,-5 9 1 16,-3-1-2-16,-2 9-2 15,-6-2 0-15,0 2 6 16,0-4-3-16,0-4 12 15,0-5-18-15,0-9 15 0,0-8-10 16,0-10 1-16,0 2 0 16,0-6-2-16,6 0 4 15,11 0 16 1,6 0-4-16,4 0 46 0,2 0-45 16,4 4 2-16,5 0-14 15,-1 0-1-15,6-4-2 16,-1 0 0-16,-4 0-1 15,-7 0-41-15,-4 0 30 16,-11-12-67-16,-3 2-103 16,-11 2-120-16</inkml:trace>
  <inkml:trace contextRef="#ctx0" brushRef="#br0" timeOffset="-164186.8">23004 17554 298 0,'0'0'441'0,"0"0"-431"0,0 0 0 0,0 0 97 16,0 0 29-16,0 0-53 16,50-11-2-16,-35 7-49 15,3 1 10-15,2 3-33 16,0-5-7-16,5 5-2 0,-1 0-7 15,0 0-31-15,-4 0-67 16,-7 0-142 0,-7 0-155-16</inkml:trace>
  <inkml:trace contextRef="#ctx0" brushRef="#br0" timeOffset="-163926.81">23062 17427 982 0,'0'0'48'15,"0"0"39"-15,0 0 10 16,0 0-68-16,0 0-13 15,0 0-16-15,111 0-7 0,-97 0-26 16,-3 0-50 0,-7 0-181-16,-2 0-608 15</inkml:trace>
  <inkml:trace contextRef="#ctx0" brushRef="#br0" timeOffset="-163090.74">23595 17423 36 0,'0'0'462'0,"0"0"-364"0,0 0-5 15,0 0 17-15,0 0-26 0,0 0 0 16,4 0-10-16,2 0 19 16,6 0-15-16,3 0-35 15,4 0 11-15,1 0-24 16,1-4 4-16,2-2-26 0,0 2-6 16,1 0-2-1,0 4-20-15,-4 0-8 16,1 0-53-16,-8 0-61 0,-7 0-310 15</inkml:trace>
  <inkml:trace contextRef="#ctx0" brushRef="#br0" timeOffset="-161920.68">24232 17012 372 0,'0'0'523'0,"0"0"-502"16,0 0-15-16,0 0 68 0,0 0-20 15,0 0 11 1,4 50-42-16,-4-15 5 0,0 5-19 16,-6 6 10-1,-12 2-19-15,3-2 1 16,-1-6-2-16,0-6 5 16,7-6 5-16,0-2-8 0,5-12 19 0,0-2-17 31,4-6-4-31,0 2 1 0,0-8-1 15,0 0-21-15,0 0-12 16,0 0 16-16,10 0 5 16,2 0 4-16,1 0 17 15,-2 0-14-15,-1 0 9 16,0 0-4-16,1 0 1 16,-1 0-3-16,-2 0-1 15,1 0 2-15,0 0 0 16,-2 0-7-16,-3-3 5 0,-2-2-6 15,3 5 6 1,-3-4 1-16,2 2-4 0,-2 2-4 16,1 0-2-1,-1-4 11-15,1 4-1 16,-1 0-8-16,0 0 14 16,3 0-6-16,-5 0-7 0,2 0 4 15,0 0 6-15,2 4 0 16,-2 2 16-16,-2 6-12 15,0-2 2-15,2 3 2 16,-2 1-15-16,0-1 15 16,0 5-14-16,0 8 7 15,0 1-1-15,0-4 0 16,0 8 1-16,-2-9-1 0,0 0 6 16,-2-9 1-1,2 2 0-15,2-7-12 0,0 2 7 16,-2-1-4-16,2-2-5 15,-5-1-7-15,3-6 10 16,2 4 4-16,-2-4-1 16,2 0 7-16,-3 0 6 15,3 0-11-15,0 0 1 0,0 0-2 16,0 0-15 0,-2-17-27-16,2-6 38 15,0-3-5-15,0-2 18 16,0-2-8-16,0 1 3 15,0 0 5-15,7 1-6 16,0-3-6-16,1-1-11 0,4-8-146 16,-3 5-80-16,-3 4-237 15</inkml:trace>
  <inkml:trace contextRef="#ctx0" brushRef="#br0" timeOffset="-160306.8">25223 17572 977 0,'0'0'105'0,"0"0"-96"0,0 0 68 0,-18-141-18 16,18 83-7-1,0-4-40-15,6 7-2 0,6 8-10 16,5 6-2-16,-2 11-3 15,1 7-26-15,3 6-20 16,-1 3-83-16,-3 0-50 16,8 0-242-16</inkml:trace>
  <inkml:trace contextRef="#ctx0" brushRef="#br0" timeOffset="-159726.81">25513 17455 849 0,'0'0'76'0,"0"0"5"0,0 0 24 0,0 0-38 0,109-107-35 31,-75 70-16-31,-1 3-13 0,0-2-3 16,-6 4 5-16,-4 6-10 15,-8-1-2-15,-3 8-22 16,-8 2-26-16,-4 3-53 16,0 5-65-16,0 0 45 0,0 9-29 15,0 0-273 1</inkml:trace>
  <inkml:trace contextRef="#ctx0" brushRef="#br0" timeOffset="-159426.89">25618 17098 815 0,'0'0'145'0,"0"0"-115"16,0 0 49-1,0 0 1-15,0 0-38 0,0 0-9 16,19 44 3 0,4-9 7-16,0 11-24 15,1 2 28-15,1 2-38 16,-3 2-8-16,-2-6 5 0,2-6-12 15,-6-10 6-15,-6-7-18 0,-2-13-13 16,-4-6-54 0,-4-4-83-16,0 0-289 0</inkml:trace>
  <inkml:trace contextRef="#ctx0" brushRef="#br0" timeOffset="-158908.68">26010 17008 135 0,'0'0'409'0,"0"0"-396"0,0 0 66 0,0 0 39 0,82 130-35 16,-66-85-16-16,-1 3 9 15,1 6-12-15,-5 0-58 16,-2-1 116-16,-2 0-97 15,-2-9 9-15,-3-2-21 0,0 3 6 16,-2-1-19-16,0 6-18 16,0-6-34-16,-11-4-76 15,-14-4-155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15T22:23:32.5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28417 2319 456 0,'0'0'42'0,"0"0"-4"0,0 0-10 0,0 0-15 15,0 0 19-15,0 0 34 16,0 0 13-16,-3 0-27 16,3 0-4-16,0 0-18 15,0 0 12-15,0 0-24 16,0 0-4-16,0 0 12 0,0 0 3 16,0 0 29-1,0 0-25-15,0 0 12 0,0 0-22 16,0 0 14-16,0 0-32 15,0 0 12-15,0 0-5 16,0 0 4-16,0 0-8 16,0 0-5-16,0 0 10 15,0 17-13-15,5 10-8 16,8 10 8-16,5 5 6 16,-1 2-6-16,1-4-15 15,1-3-15-15,-4-1 24 16,-2-11 4-16,3-7 4 15,-8-3-3-15,-1-14 1 16,-2-1-1-16,2 0-19 16,-3-17 20-16,5-20 4 15,-5-13-1-15,-4-6 5 16,0-2-3-16,0-8-8 0,-2-8 11 16,-9-2-11-1,7 0 6-15,4 5 1 0,0 9-4 16,0 4 0-16,0 12-1 0,0 6 3 31,2 7-5-31,0 9 16 0,-2 4-13 16,9 4 4-16,2 4-3 15,0-3 1-15,14-2-2 0,4 3 1 16,9 1 0 0,11 2 6-16,10 3-7 15,5 2 0-15,0 0 0 16,-4 0-4-16,-3-1-26 15,1 2-4-15,-4-1-47 16,-2 0-48-16,-10 4-62 0,-13 0-121 16</inkml:trace>
  <inkml:trace contextRef="#ctx0" brushRef="#br0" timeOffset="874.5">28849 2221 429 0,'0'0'89'0,"0"0"21"0,0 0-54 0,0 0-9 16,0 0 3-16,0 0-7 16,0 0 28-16,0 0-33 15,0 0 15 1,13 0 20-16,7 0-7 16,3 0-41-16,-2 0-6 0,2 0-14 15,-5 0-5-15,-1 0-1 16,-1 0-24-16,-3 0 17 0,1 3-59 15,1 0-16 1,-2-1-108-16,1-2-134 0</inkml:trace>
  <inkml:trace contextRef="#ctx0" brushRef="#br0" timeOffset="1499.94">29298 2502 464 0,'0'0'219'0,"0"0"-88"0,0 0-51 0,0 0-76 0,0 0 45 0,0 0 29 15,8-148-22-15,-4 96-4 16,0-8-35 0,1 1 4-16,-5 6-14 0,0 8-4 15,0 6 1-15,0 12-2 0,0 9-2 16,0 11-2 0,0 7-1-16,0 0-7 0,0 0 9 15,-5 1-47 1,-11 17 26-16,-3 4-28 0,-8 4-37 15,2 2 27-15,3-2 4 16,4-2-18-16,-2 4-54 16,7-4-95-1</inkml:trace>
  <inkml:trace contextRef="#ctx0" brushRef="#br0" timeOffset="3500">23476 3693 425 0,'0'0'51'0,"0"0"4"16,0 0-44-16,0 0 39 15,0 0 22-15,0 0 32 0,0 0-31 16,0 0 14-1,0 0-40-15,0 0 38 0,0 0-30 16,0 0-33 0,0 0-4-16,0 0-6 0,0 2 19 15,0 2-28-15,32-1 37 16,13-2-20-16,11 2 9 16,12-3-9-16,1 0-14 15,-4 0 3-15,-7 0-3 16,-9 0-6-16,-9 0-11 15,-7-4-5-15,-8 0-35 16,-14-1 12-16,-11 1-62 16,0 0-299-16</inkml:trace>
  <inkml:trace contextRef="#ctx0" brushRef="#br0" timeOffset="4350.2">24600 3749 577 0,'0'0'100'0,"0"0"-24"0,0 0-51 15,0 0 16-15,0 0 48 0,0 0-38 16,4-15 17-16,13-10 9 15,8-2-5-15,2-4-47 0,0-1 12 16,-2 4-36 0,-6 2 1-16,1 2-2 15,-6 4-1-15,-3 0-1 0,-4 10-27 16,-1 3 14-16,-2 0-39 16,-4 3-20-1,0 0-62-15,0 0-47 16,0 0-105-16</inkml:trace>
  <inkml:trace contextRef="#ctx0" brushRef="#br0" timeOffset="4571.3">24693 3439 402 0,'0'0'182'0,"0"0"-28"15,0 0-52 1,0 0-33-16,0 0-25 0,0 0 36 15,9 54-1 1,9-30-22-16,2 1-15 0,-4 4-40 16,-3-4 10-16,-2 5-4 15,-4-1-13-15,-1 0 5 16,-3-4-3-16,-3-2-36 16,0-7-10-16,6-8-76 15,-4-8-123-15,3 0-494 16</inkml:trace>
  <inkml:trace contextRef="#ctx0" brushRef="#br0" timeOffset="5270.03">25259 3735 81 0,'0'0'345'0,"0"0"-283"0,0 0 26 16,0 0 17-1,0 0-57-15,0 0 63 0,45 31 2 16,-12-24-22 0,3-3-4-16,2-2-65 0,1 3 15 15,2-5-27 1,-1 0 2-16,-2 0-9 0,2 0-6 15,-6 0-4-15,-3 0-6 16,7 0-19-16,-7 0-5 16,-4-2-96-16,-12-13-116 15</inkml:trace>
  <inkml:trace contextRef="#ctx0" brushRef="#br0" timeOffset="5980.41">26480 3695 420 0,'0'0'287'0,"0"0"-225"0,0 0-12 16,0 0-15-1,0 0 1-15,0 0 39 16,29 3-13-16,-7-3-3 16,-2 0-25-16,1 0-26 0,-2 0 5 15,-3 0-10 1,-3 0-6-16,-1 0-4 0,-1-5-27 15,-5 0-65-15,-2-4-85 16,4-1-82-16</inkml:trace>
  <inkml:trace contextRef="#ctx0" brushRef="#br0" timeOffset="6257.17">26491 3525 780 0,'0'0'59'15,"0"0"73"1,0 0-71-16,0 0-43 0,0 0-18 15,0 0-27-15,83 0-26 16,-70 0-34-16,-1 0-37 16,0 0-28-16,-1 0-301 0</inkml:trace>
  <inkml:trace contextRef="#ctx0" brushRef="#br0" timeOffset="6929.9">27062 3657 711 0,'0'0'87'0,"0"0"31"0,0 0-42 0,0 0 31 16,0 0-63-16,0 0-9 15,82 0-30-15,-62 0 12 16,3 0-17-16,-2 2 6 0,0 2-6 16,-1-1-5-1,-1-2-10-15,2 1-23 0,-1-2 2 16,2 0-73 0,-2 0-41-16,-2 0-71 0,-5 0-385 15</inkml:trace>
  <inkml:trace contextRef="#ctx0" brushRef="#br0" timeOffset="7599.83">27759 3884 180 0,'0'0'332'0,"0"0"-226"0,0 0 13 0,0 0-15 0,0 0 11 15,0 0-65-15,0 0-5 16,0-17-20-16,0-14 25 16,18-13-4-16,-1-10-20 0,-1 0 10 15,5-4-31 1,-4 7 6-16,-5 1-9 15,-2 2-1-15,-3 8 4 16,-1 5-5-16,2 11 0 0,-8 10 0 16,4 7 0-1,-4 7 5-15,0 0 0 0,0 0 3 16,0 2-16-16,-14 12 2 16,-3 4-21-16,-1 4-12 15,0 2-1-15,-4 4-8 16,2 2-55-16,-5-4-22 15,8-5-189-15</inkml:trace>
  <inkml:trace contextRef="#ctx0" brushRef="#br0" timeOffset="28684.92">23842 2977 160 0,'0'0'11'0,"0"0"-8"0,0 0 10 0,0 0 36 15,0 0 59 1,0 0 15-16,0 0-31 0,0 0-17 16,2-6-11-1,-2 5-26-15,0 1-20 0,0-4 2 16,0 4-11-16,0 0 23 15,0 0-13 1,0 0 38-16,0 0-21 0,0 0 1 16,0 0-27-16,0 0-2 15,0 0-1-15,0 0-5 16,0 0 30-16,0 0-27 16,0 0 30-16,0 0-31 15,0 0 31-15,0 0-33 16,0 0 10-16,0 0-11 15,0 0 6-15,0 0-7 0,0 0 6 16,0 5-12-16,-6 12 14 16,-3 2-4-16,-3 3 4 0,4 1-16 15,-5 2 14 1,1 6-6-16,-3-1 0 0,5 3 3 16,-1-2-11-1,1-3 16-15,7 1-17 0,3 0 21 16,0-7-22-16,0 5 15 15,0-10-10 1,3 2-3-16,10-3-8 0,0-3 15 16,3-1-24-1,0-5 5-15,3-5-60 16,1-2-43-16,7-6-22 0,-2-19-19 16,-3-3-196-16</inkml:trace>
  <inkml:trace contextRef="#ctx0" brushRef="#br0" timeOffset="29731.66">24076 2649 223 0,'0'0'32'0,"0"0"-13"0,0 0-8 0,0 0 27 16,0 0 33-16,0 0 13 15,2-3-7-15,-2 3 17 16,0 0-36-16,0 0 15 0,0 0-38 16,0 0 18-1,0 0-9-15,0 0 6 0,0 0-24 16,0 0 0-16,0 0-7 15,0 3-6-15,0-3-6 16,0 0 2 0,0 0-5-16,0 0 3 0,0 0-7 15,0-3 1-15,0-6 22 0,0 4-23 16,0 4 2 0,0 1-6-16,0 0 8 15,0 0-8-15,0 0-39 16,0 6-19-16,0 3-120 15,0-6-349-15</inkml:trace>
  <inkml:trace contextRef="#ctx0" brushRef="#br0" timeOffset="31345.22">25622 3070 252 0,'0'0'100'0,"0"0"-26"15,0 0-51-15,0 0 32 0,0 0 39 16,0 0-1-16,0 0 5 16,0-4-20-16,0 4-1 15,0 0-38-15,0 0-17 0,0 0-13 16,0 0-8 0,0 0 15-16,0 3-12 15,-8 5 12-15,0 5-13 16,-5 7 22-16,3 4-21 15,-2 2 21-15,1 8-20 16,4 2-6-16,3 3 2 16,2 2 0-16,2 3-1 15,0-3-2-15,0-5-13 16,0-6 16-16,4-6-2 0,7-4-18 16,2-10 18-1,5-8-24-15,7-2-19 0,6-10-10 16,0-28-70-16,3-6-189 15</inkml:trace>
  <inkml:trace contextRef="#ctx0" brushRef="#br0" timeOffset="32180.1">25843 2664 171 0,'0'0'139'0,"0"0"-5"16,0 0-42-16,0 0-25 0,0 0 5 16,0 0 6-16,-5-1-18 15,5 1-7-15,0 0-35 16,0 0 4-16,0 0-19 16,0 0-4-16,0-5 3 15,0 4 7-15,0-7 11 16,7 1-10-16,-1-3 1 0,-2 5-2 15,0 5-12 1,-4 0 11-16,0 0 9 16,0 5-17-16,-8 5 16 15,2 5-16-15,6-8-3 0,0-7-23 16,0 0-176 0,0-7-196-16</inkml:trace>
  <inkml:trace contextRef="#ctx0" brushRef="#br0" timeOffset="40149.92">27999 5388 136 0,'0'0'47'0,"0"0"36"0,0 0-39 16,0 0-16-16,0 0-8 0,0 0-19 16,0 0 11-1,-2-29 0-15,2 29 61 0,0 0 29 16,0-3-3-16,0-1-51 16,0 2-39-16,0-2 6 15,0 2-10 1,0 2 11-16,0 0 15 0,0 0 18 15,0 0 4-15,0-4-19 16,0 4-14-16,0 0-11 16,0 0 34-16,0 0-17 0,0 0 14 15,0 0-9 1,0 0-15-16,0 0-1 16,0 0-6-16,0 0 3 15,-4 12-12-15,-5 20 0 16,-7 22 20-16,1 11 9 0,-1 6-24 15,5-6-9-15,5-7 4 16,6-10-2-16,0-8-21 0,0-10 0 31,17-9-14-31,10-4-20 0,6-15-36 0,3-2-188 16</inkml:trace>
  <inkml:trace contextRef="#ctx0" brushRef="#br0" timeOffset="41005.78">28169 5007 20 0,'0'0'449'0,"0"0"-302"0,0 0-25 0,0 0-68 16,0 0-21-16,0 0-6 0,-9-2 49 15,9 2-30-15,0-4-2 16,0 4-39-16,0 0 26 16,0 0 1-16,0-4-20 15,0-7-11-15,0 2 16 16,0-3-17-16,0 4 0 0,0 5-3 15,0 3 6 1,0 0-6-16,0 0-46 16,0 0-37-16,0 3-116 0</inkml:trace>
  <inkml:trace contextRef="#ctx0" brushRef="#br0" timeOffset="41869.8">28568 4636 436 0,'0'0'132'0,"0"0"-36"0,0 0-68 16,0 0 34-16,0 0-8 15,0 0 27-15,0-10-47 16,2 6 2-16,13-4 20 16,2 0 0-16,-2 2-18 15,3 2-17-15,-3 2-5 16,-1 2-16-16,-3 0-4 16,-3 0-23-1,-2 4 10-15,-6 14-27 0,0 8 34 16,-6 5-16-16,-21 12-1 15,-4-5-5-15,-6 6-24 16,-3-4 34-16,6-1-6 0,5-3 28 16,7-8 0-1,9-6 38-15,11-6-2 16,2-6-19-16,0-2 0 16,15-4-12-16,14-4 12 15,6 0 8-15,4 0 23 0,-3 0-48 16,-10 0-3-16,-2 0-62 15,-12 0-102-15,-12 6-182 16</inkml:trace>
  <inkml:trace contextRef="#ctx0" brushRef="#br0" timeOffset="42769.91">28940 5603 741 0,'0'0'102'0,"0"0"-32"0,0 0-21 16,0 0 22-16,0 0 23 16,0 0-51-16,89 0-21 15,-65 0-4-15,1 0-5 16,-3 0-7-16,3 0 2 15,-5 0-16-15,-2 0-6 0,-3 0-6 16,-6 0-40-16,2 0-70 16,-4-12-86-16,-5-5-244 15</inkml:trace>
  <inkml:trace contextRef="#ctx0" brushRef="#br0" timeOffset="43129.77">28949 5390 833 0,'0'0'141'0,"0"0"-51"0,0 0-17 0,0 0-44 0,131 30 7 15,-102-24-32-15,0 0-4 0,0 2-3 16,-2-4-10 0,-2 5-48-16,-6-6-76 0,1 1-172 15</inkml:trace>
  <inkml:trace contextRef="#ctx0" brushRef="#br0" timeOffset="44020">29744 5561 718 0,'0'0'123'0,"0"0"-21"0,0 0-21 0,0 0 41 16,0 0-49-16,0 0-6 0,119-1-45 15,-92 1 1 1,-2 6-16-16,0 1-7 0,0-2-9 15,-3-2-21-15,2-3 15 16,-1 0-38 0,-1 0 13-16,-4 0-65 0,-9 0-97 15,-5 0-303-15</inkml:trace>
  <inkml:trace contextRef="#ctx0" brushRef="#br0" timeOffset="44670.14">30530 6029 142 0,'0'0'367'0,"0"0"-233"0,0 0-13 0,0 0-35 0,0 0-2 15,0 0-31-15,27-93 17 16,-17 50 4-16,7-14-14 16,-1 0 12-16,-1-15-25 15,-1-11-3-15,-3-11-39 16,-2-2-5-16,5 10-1 0,-4 14-4 16,3 19-9-1,1 21 14-15,-1 10-1 0,-3 12 3 16,-6 6-4-16,3 4 9 15,-7 0-18-15,0 14-19 16,0 16 21-16,-23 6-43 0,-8 11 13 16,-5 0 13-1,-1 4-25 1,3-8-21-16,1-5-56 0,6-7-121 16,2-13-426-16</inkml:trace>
  <inkml:trace contextRef="#ctx0" brushRef="#br0" timeOffset="48060.06">27617 4473 277 0,'0'0'37'0,"0"0"40"0,0 0-64 16,0 0-13-16,0 0 20 15,0 0 74 1,-2-50 27-16,2 50-16 0,0 0 7 16,0 0-30-16,0 0-41 15,0 0-18 1,0 0-15-16,0 0-16 0,0 0 4 15,-3 6 0-15,0 10 8 16,1 6 10-16,-4 9 10 16,3 3 17-16,-3 4-17 15,0 2-22-15,-6 3 9 16,1-6-2-16,-5 9-18 16,-1-2 18-16,-2 3-13 0,-2 3 9 15,3 4-3 1,1 1 3-16,2 0-2 0,-1-4-5 15,1 0 17-15,-3-3-21 16,3 3 18-16,-3 5-24 16,-2 6 13-16,-4 4-7 0,1 5 5 15,-6-7-12 1,6-2 11-16,2-6 2 16,0-1-9-16,6-5 6 15,-1-5 2-15,1-5-8 16,1-4 4-16,1-5 1 15,4-10-8-15,2 0 11 0,7-10-1 16,0-5-6-16,0-4 5 16,0-2-6-1,0 0-15-15,0 0 9 16,14 0 15-16,1 0 21 16,6 0-16-16,3 0 12 15,8 0-17-15,-1 10 1 0,4-1 20 16,7 0-19-16,1 0 17 15,3 3-11-15,-2 2 10 0,2 1-18 16,3 2 3 0,-3 1-2-16,2-5 4 0,0 4-5 15,6-4 1 1,2-2-9-16,8 3 20 0,3-4-22 16,-1 6 20-1,-1-3-13-15,-3 2 5 0,1 1-2 16,-1-3 10-1,0 2-9-15,3 0 17 0,-3-2-16 16,2-3 17-16,-2 3-18 16,-5-4 13-16,-1 5-13 15,-4 4-2-15,-8 5-3 16,-1-4 4-16,7 6-5 16,2-3 17-16,6-4-14 15,0 1 15-15,2-2-23 16,-2-3 12-16,-5 0-4 15,-6-5 2-15,-5 2-1 0,-3-1-1 16,1-1 4 0,-1-3-12-16,1 1 20 15,3 1-12-15,1-4 3 16,4 0-2-16,7-2-5 0,-2 0 3 16,-1-2 3-1,1 2 0-15,-8 4-2 0,0-2 9 16,-3 7-15-16,-3-6 21 0,-1 3-18 15,1-4 7 1,-6-2-4-16,-2-2-5 16,0 0 0-16,3 0 6 15,-3 0 1-15,0 0 5 0,0 0-1 16,-4 0 6 0,0 0-1-16,-3 0-15 0,3 0 6 15,0 0-3 1,2-6-6-16,-3-7 2 0,-3-2 3 15,-4 3 8-15,-5 2 2 16,4 4 0-16,-5-1 3 16,3 4-7-1,-3-3 7-15,3 0-8 0,0 0-2 16,-1-2-10-16,-1-2 11 16,-1-7-3-16,3-4 10 15,1 0-7-15,-3 0 8 0,-3 3-14 16,-3 3 13-16,2 4-7 15,-4 0 0 1,5 1 1-16,-1-1-2 16,1-8 6-16,2-1-9 15,3-2 10-15,-3-2-12 16,5 4 8-16,-7 4-2 16,0 4 6-16,-2 0-4 0,0-4-2 15,-1-2 9-15,4-6-19 16,1-9 14-16,1-4-8 15,1 0-6-15,-3 5-1 16,5 2 22-16,-6 8-11 16,5 2 10-16,-5 0-4 15,3-4-3-15,-4-6 6 16,11-2-17-16,-6-8 8 16,-1-5-8-16,1-3-4 15,-7 3 7-15,0 8 5 0,3-3 10 16,3 4-1-1,1-8-5-15,9-8-8 0,3-10-4 16,2-6-2 0,0 1-10-16,-5 5 13 0,-6 15-15 15,-7 6 20-15,-7 11 2 0,0 6 5 16,-4 4 7 0,0 4-12-16,0 2 27 15,0 4-25-15,0-4-4 16,-4-1 1-16,-2 0-3 15,-3-5-15-15,3-1-4 16,-6 8 13-16,3-1 9 16,3 6 1-16,0 2 14 15,0 0-5-15,0-2-4 16,1 0-8-16,-3-1 7 0,-4-2-7 16,1-1 3-16,-4-1 0 15,-1-1-5-15,3 1 10 16,1-2-5-16,2 3 10 15,1-1-7-15,-1 0 4 16,0-1-13-16,-9-3 6 16,2 0 0-16,-10-1 10 15,-2-5-4-15,0 4-2 0,-2-4 4 16,-2 6-16 0,-5 1 7-16,-5 2-1 0,-1 1-15 15,-8 2 10 1,4-6 7-16,-2-1 7 0,6-4-7 15,-3-1 0-15,3-2 18 16,1 5-12-16,-1 2-10 16,-1 6 18-16,3 3-26 0,0 3 12 15,-1-1-1 1,1 1 1-16,-3-4 10 0,5-1-4 16,0 1-5-1,0-5 14-15,0 1-9 16,2 3 3-16,-2 3-8 15,7 2-2-15,-4 1-4 16,0 1 5-16,-1 0-3 16,0-4 3-16,-1-3-9 15,-4 1 18-15,3-3-18 16,0 1 20-16,4-3-9 16,4 5 4-16,7 3 2 0,2 1-8 15,-2 4-1 1,1 2-5-16,-6 0 12 0,1-3-13 15,0 3 17-15,-2-1-16 16,2-3 14-16,6 4-16 16,-9 0 8-16,-1 0-1 15,-10 0-1-15,5 0-5 16,-4 0 3-16,4 1 0 0,4 3-1 16,-3-1 10-1,3-3-3-15,-1 0 2 0,2 0-4 16,-1 0 0-16,5 0 0 0,2 0 1 15,3 0 4 1,3 0-7-16,4 0 11 0,-1 0-17 16,-3 0 16-1,0 0-15-15,-4 0 8 16,5 0-2-16,-2 0-3 16,2 0 4-16,2 0-1 15,2 0 5-15,0 0 3 16,-3 2-5-16,5 0-4 15,-3 4 3-15,-1-1-1 0,-3 1 0 16,4 0 2 0,-4-1-5-16,6 1 6 0,-3-2-11 15,5-2 16 1,-5-2-12-16,3 0 9 16,3 0-6-16,-1 0 1 0,-5 0 0 15,1 2-2-15,-6 4 7 16,-2-2-12-16,1 0 18 0,4 1-14 15,0 0 8 1,2 0-5-16,3 2 2 0,4-3-2 16,-3 2-5-1,1-2 5-15,6-2 1 0,0 0 5 16,1 0-9 0,6 0 3-16,-5 2-3 15,1 2-8-15,-3 1-24 16,-7 6 5-16,-1 1-4 0,-1-1 33 15,1-6 1-15,3-1-3 16,8-6 13-16,2 0-16 16,0 0 9-16,0 0-6 0,-7 0-31 15,2 0-22 1,-2 0 18-16,-2 0-23 16,5 0-3-16,6 0-60 15,0-6-298-15</inkml:trace>
  <inkml:trace contextRef="#ctx0" brushRef="#br0" timeOffset="52640.03">27545 7215 358 0,'0'0'105'0,"0"0"-41"0,0 0-30 0,0 0-29 16,0 0-10-16,0 0 10 0,0 0-5 16,-29 18 83-1,29-18 14-15,0 0-10 16,0 0-37-16,0 0-50 16,0-4-3-16,0 0-5 0,0-4 16 15,0 0 1 1,0 6-7-16,0-1 41 0,0 2-18 15,0 1-3 1,0 0-1-16,0 0-12 0,0 0 9 16,0 0-14-16,0 0 13 15,0 0-10-15,0 0 34 16,0 0-41-16,0 12 0 16,-5 22 0-16,-12 9 5 15,-5 18 6-15,5-1-7 16,7-1 2-16,3-6 3 15,7-6-18-15,0-13 1 16,0-10-13-16,15-10-41 0,17-9 28 16,8-5-11-1,4-5-77-15,-1-21-81 0</inkml:trace>
  <inkml:trace contextRef="#ctx0" brushRef="#br0" timeOffset="53513.25">27669 6852 301 0,'0'0'186'0,"0"0"-40"0,0 0-53 16,0 0-22-16,0 0-11 15,0 0 26-15,0 0-15 16,0 0 15-16,0 0-28 16,0 0-4-16,0 0-14 15,0 0-17-15,0 0-14 0,0 0-3 16,0 0-1 0,0 0 7-16,-2 0-6 0,2 0 0 15,0 0 3 1,-2 0-9-16,2 0-28 0,-2 0-13 15,2 0-28-15,-2 0-63 0,2 0-244 16</inkml:trace>
  <inkml:trace contextRef="#ctx0" brushRef="#br0" timeOffset="54139.92">28102 7455 620 0,'0'0'304'0,"0"0"-230"0,0 0 6 0,0 0-20 16,0 0-8-1,0 0-7-15,128 28-20 16,-105-23 7-16,-5-4-29 0,-1-1 10 15,-7 3-13-15,-1-3 0 16,-3 1-48-16,0 1-16 16,-6 5-34-1,0-6-104-15,0-1-256 16</inkml:trace>
  <inkml:trace contextRef="#ctx0" brushRef="#br0" timeOffset="54370.55">28095 7386 831 0,'0'0'139'0,"0"0"-51"0,0 0 13 16,0 0-88-16,135 0-13 15,-106 0-2-15,-6 0-10 16,-2 0-21-16,-8 7-126 16,-2-1-133-16</inkml:trace>
  <inkml:trace contextRef="#ctx0" brushRef="#br0" timeOffset="55340.01">28712 7597 655 0,'0'0'118'0,"0"0"-37"0,0 0 19 16,0 0-43-16,0 0-1 16,0 0-27-16,58 129-27 15,-46-101 7-15,-8-4-4 16,3 6 0-16,-5-4 2 0,2-6 5 15,1 0-8 1,-3-9-8-16,0-10-1 16,0-1-31-16,1 0-5 15,2-19 41-15,-5-14 22 16,2-17-21-16,-2-12-1 0,0-14 0 16,0-10-15-16,0-5-3 15,4-3 6-15,3 11 12 16,3 12 30-16,6 10 16 0,3 18-19 15,2 12 30 1,10 6-25-16,15 11-1 16,9-3-18-16,16-2 15 0,10 0-26 15,-6-1 3 1,-4 1-10-16,-1 4 18 0,-13 3-23 16,-5 8 10-1,-10 4-1-15,-8 0-59 0,-10 0-6 16,-6 6-90-16,-14 4-298 0</inkml:trace>
  <inkml:trace contextRef="#ctx0" brushRef="#br0" timeOffset="57360.05">29194 7552 114 0,'0'0'120'0,"0"0"-65"15,0 0-44-15,0 0 5 16,0 0 38-16,0 0-11 0,-7-5-39 15,7 5 7-15,0-1-1 16,0-6 31 0,0 3-8-16,-2 2-17 0,2 1-3 15,0 1-3-15,0 0 52 16,0 0-25-16,0 0 5 0,0 0-9 16,0 0-6-1,0 0-18-15,-2 0 6 16,2 0 3-16,0 0-13 0,0 0 22 15,0 0 4-15,0 0 11 16,0 0-40-16,0 0-2 16,0 0 5-1,-2 0 8-15,2 0 16 16,0 0 1-16,0 0 27 16,0 0-40-16,0 0-6 15,0 0 2-15,0 0-11 0,0 0 0 16,0 0 16-16,0 0-9 15,0 0 1-15,0 0-3 16,0 0 2-16,0 0 10 16,0 0-11-16,0 0 20 0,0 0-27 15,9 1 14 1,20 1-4-16,2 2 3 16,6-4-7-16,3 3 3 15,-1-2-10-15,-8 2-35 0,-5-2 32 16,-6-1-59-16,-9 0 16 0,-1 0-109 31,-10 0-114-31</inkml:trace>
  <inkml:trace contextRef="#ctx0" brushRef="#br0" timeOffset="58119.95">29699 7870 249 0,'0'0'176'0,"0"0"-91"0,0 0-53 0,0 0 23 15,0 0 5-15,0 0-1 16,0 8 3 0,0-8 18-16,0 0 30 15,0 0-13-15,0-6-26 16,6-23-36-16,11-11 16 15,5-14-29-15,1-7-1 0,3 1-9 0,-6-1-5 16,-7 13 0 0,3 7-2-16,-7 2-4 15,-3 17 9-15,0 6-17 16,-6 6 15-16,0 10-16 16,0 0 8-16,0 0-18 15,-6 0-14-15,-13 14-4 0,-4 6 33 16,3 2 3-16,5 0-4 0,2 1-3 15,-5-2-55 1,5-1-161 0,-12-1-676-16</inkml:trace>
  <inkml:trace contextRef="#ctx0" brushRef="#br0" timeOffset="59340.08">29312 7003 1 0,'0'0'184'0,"0"0"-171"0,0 0 12 15,0 0-22-15,0 0 30 16,0 0 123-16,-49-44-21 16,44 39-57-16,1 5-25 15,0 0 5-15,-3-1-51 0,2 1-3 16,-1 0 5-1,1 0-9-15,-3 0 16 16,6 0 55-16,-1 0-1 0,3-5-26 16,-2-3-30-16,2 2-14 15,-3-6-5 1,-6 3 4-16,3 2-5 0,-3 4 12 16,2-2 8-16,-4 5 11 15,7 0 31-15,-3 0-18 16,3 0-20-16,1 0-8 15,3 0-4-15,0 0-10 16,0 0 10-16,0 0 2 16,0 0-5-16,0 0-3 15,0 0 8-15,0 5-8 16,14 2 8-16,6-1-4 16,6 0-1-16,8-6 5 0,6 8 4 15,6-4-12-15,4 2 21 0,8 4-18 16,0 0 12-16,4 0-13 15,3 0 0 1,-1-4-2-16,-1-4-8 0,-3-2-16 16,-6 0 23-1,-10 0-8-15,-4 2 18 0,-7 2-7 16,-2 1 5 0,-4-1-12-16,2-3 5 0,-9-1-7 15,-5 5-3 1,-3-5 0-16,-7 0 2 15,-5 0 11-15,0 0-14 0,0 0 18 0,0 1-7 16,0 0 0 0,0 2-1-16,0 1-3 15,0 6 8-15,0 11-3 16,0 10 0-16,0 9 23 16,0 3-23-16,0-9 5 15,8-4-6-15,6-10-42 16,-3-6-36-16,-7-10-151 15</inkml:trace>
  <inkml:trace contextRef="#ctx0" brushRef="#br0" timeOffset="67479.98">27615 6655 242 0,'0'0'167'0,"0"0"-53"0,0 0-65 0,0 0-25 0,0 0 13 15,0 0 4 1,0 0-2-16,0-8-10 0,0 8-27 16,0 0 15-1,0-2-16-15,0-2-2 0,0 2 6 16,0 2-5-16,0-4 0 15,0 4 0-15,0 0 22 16,0 0-8-16,0 0 0 16,0 0-8-16,0 0 6 15,0 0-7-15,0 0-2 0,2 0 13 16,-2 0 11 0,0 0 3-16,0 0-16 15,0 0 39-15,0 0-6 16,0 0 12-16,0 0-48 15,0 0 1-15,0 0-6 16,0 0 2-16,-8 0-5 16,-5 0-3-16,-7 0 0 15,-6 8-2-15,-5 4-7 16,-10 5 16-16,-3-3-12 0,-6 5 10 0,0 1-5 31,0-2 0-31,9 0-1 16,0 6-3-16,10 1 8 0,2 3-8 0,2 3 8 31,1 13-25-31,-3 4 5 0,0 11-21 16,2 1-14-16,2 4 15 15,3 1 12-15,2 0-13 16,-5 2-51-16,1-1 26 16,-3-1 33-16,8-5-11 15,2-4 17-15,4-6 3 16,8-4 19-16,5-6-5 15,0-3 6-15,0 1-1 0,5-3-6 16,15 5-53-16,7-7-48 16,-3-5 25-16,5-9 45 15,1-2 11-15,5-7 17 16,-2-3 9-16,-1 6 2 16,-3-1-1-16,0 0 0 15,-3 1-3-15,-1 2 1 16,-1-5-3-16,-4-8 4 0,3-2-2 15,-2 0 3 1,2-6 10-16,8-15 67 16,-4 0 37-16,2-3-28 15,0 2-43-15,0 0-37 16,2 1 12-16,-4 3-8 0,-2 7-10 16,-1-6 1-16,-2 2 19 15,1-2-20-15,-1-3 1 16,-2-10 20-16,4-4 21 15,-1-6 20-15,-2 2 0 16,-2 2 24-16,-1 6-49 16,-5 5-12-16,-5 11-23 0,4-2 16 15,-1 9-18 1,0-6 2-16,7 1-7 0,2-7 13 16,0-2-15-1,0-2 20-15,3-2-24 0,-4-3 19 16,2 4-9-16,-3 1 1 15,-5 4-1-15,-2 7-1 16,-4 2 4-16,-3 0-4 16,3 0 8-16,-1-4-10 15,3-4 12-15,1-8-14 0,-2 0 10 16,3-7-5 0,-1-1 1-16,-4 2 0 15,1 4-5-15,-1 5 12 16,-2 2-10-16,2 1 13 15,-2 4-9-15,-2-1-1 0,7-6 0 16,-3-3-4 0,2 2 4-16,-4-3-1 15,0 2 9-15,1 1-16 16,-1-1 19-16,-4 6-20 16,0-2 24-16,0 1-23 15,0 0 11-15,0-1-3 0,0-5 0 16,0-4-2-16,0 1-3 15,-11-1 5 1,-1 3-5-16,-7 4 6 0,-1 5-1 16,-7 1 0-16,-5 8 0 15,-3 5-32-15,-11 4 25 0,-8 0-24 16,-4 0 6 0,4 4 18-16,10 8 7 0,11-4-5 15,8 8 5 1,11 0-50-16,3 2-154 15,5 2-333-15</inkml:trace>
  <inkml:trace contextRef="#ctx0" brushRef="#br0" timeOffset="87633.83">26489 15199 289 0,'0'0'76'0,"0"0"-22"0,0 0-47 0,0 0 11 15,0 0-14 1,0 0 10-16,0 0-11 16,0 0 19-16,4 0 22 0,-4 0-10 15,0 0 44-15,0 0-32 16,0 0 0-16,0 0-28 16,0 0 9-16,0 0-13 15,0 0 25-15,0 0-16 16,0 0-7-16,0 0 5 0,0 0-16 15,0 0 6-15,0 0-10 16,0 0 44-16,0 0-20 16,12-13 11-16,3-18-1 15,5-11 25 1,5-5-30-16,1-3-12 0,-1 2 6 16,-1 7-14-1,1 1-1-15,-2 5 0 0,-4 7-9 16,2 2 2-16,-1 2-4 15,-3 2-25 1,-1-3-11-16,2 10-35 0,-12 5-63 16,-6 10-32-16,0 0-126 15</inkml:trace>
  <inkml:trace contextRef="#ctx0" brushRef="#br0" timeOffset="88250.04">26507 14679 262 0,'0'0'287'0,"0"0"-209"0,0 0-15 0,0 0-9 0,0 0 38 15,0 0 43-15,67 78-40 16,-27-28-48-16,-3-2-31 16,4 6 9-16,-5 3-23 15,-7-8-2-15,-5 5 0 16,-11-4-1-16,-2-1-4 15,-4-5-30-15,-7-7-27 16,5-10-47-16,-5-12-76 0,0-15-223 16</inkml:trace>
  <inkml:trace contextRef="#ctx0" brushRef="#br0" timeOffset="89082.03">27272 15093 736 0,'0'0'253'0,"0"0"-203"0,0 0 5 16,0 0-17 0,142 26-37-16,-103-22-2 15,-2-4-13-15,-6 0 13 16,-2 0-43-16,-12 0 0 16,-3 0 25-16,-7-10-46 15,-5 2-54-15,-2-4-52 0,0 2-196 16</inkml:trace>
  <inkml:trace contextRef="#ctx0" brushRef="#br0" timeOffset="89341.93">27222 14895 784 0,'0'0'154'0,"0"0"-29"16,0 0-18-16,0 0-36 0,0 0-33 16,136 18-14-1,-105-15-24-15,-2-3 0 16,0 0-28-16,-4 0-33 15,-3-7-49-15,-5-7-316 0</inkml:trace>
  <inkml:trace contextRef="#ctx0" brushRef="#br0" timeOffset="91279.82">28039 15176 390 0,'0'0'139'0,"0"0"-51"16,0 0-23-16,0 0 5 15,0 0-53-15,0 0-6 0,0-7-3 16,3 6 31 0,0-2 48-16,-3 3-51 0,0 0 0 15,0 0-23-15,0 0 26 16,0 0-38-16,0 3 16 0,0 6-16 15,0 5 5 1,0 3 7-16,0 1-6 0,0 4 3 31,0 2-8-31,0 2-1 0,0 0 4 0,0-4 1 16,0 0 2 0,2-3-16-16,-2-2 10 15,0-3-4-15,2-9 2 16,-2-1 0-16,0-4-4 0,0 0 15 15,0 0-25-15,0 0 15 16,0-4-3-16,2-23 4 16,-2-5 10-16,0 1-12 15,0-15 1-15,4 2 7 16,-4-12-4-16,5-2-1 0,3-5 6 16,2 1-12-1,3 3 14-15,1-5-2 0,3 4 2 16,1-3-7-1,0 1 4-15,2 5-4 16,-2 4-3-16,-5 13 6 0,-2 14 22 16,-7 14-25-16,-1 7 18 15,0 5-22 1,-1 0-4-16,0 0-1 0,2 0 0 16,-2 0 1-1,-2 0 8-15,5 0-8 0,-3 0 12 16,0 0-13-16,-2 0 13 15,2 0-16-15,-2 0 11 16,2 3-6-16,0-1 3 16,2 6 0-16,-4-6-1 0,0 0 3 15,2 0-4 1,-2-2 13-16,0 0-16 0,0 0 10 16,0 0-7-1,0 0 8-15,0 0-9 0,2 0 3 16,-2 0 0-16,6 2 3 15,3 2 3-15,5 2-2 16,7-6-3-16,4 0 0 16,8 6 6-1,5-5-9-15,3 5 2 0,7 5 0 16,2 5 1 0,10-4 0-16,5-1 12 0,1 6-1 15,5-13-22-15,3 0 11 16,4-2-2-16,2-2-16 15,-1 0 13-15,-4 3 4 0,-6 3-6 16,-5-3 1 0,-6 11-5-16,-4-2 7 0,-10 0-27 15,-7-2-35 1,-13-4-166-16</inkml:trace>
  <inkml:trace contextRef="#ctx0" brushRef="#br0" timeOffset="92260.11">27858 15016 327 0,'0'0'149'15,"0"0"-103"-15,0 0-12 0,0 0-25 0,0 0 17 16,0 0 4-16,-8 0 45 15,8 0 10-15,0 0 37 16,0 0-37-16,0 0-21 0,0 9-24 16,0-1-21-1,0 14 15-15,0 6-3 0,10 0 27 16,5 8-38 0,1-1-3-16,3 1-11 0,-1-6-10 15,-2-2 4 1,0-2-2-16,-6-2-3 15,2 6-15-15,-5-3 12 0,-5-6-41 16,-2 4-42-16,0-10-199 16</inkml:trace>
  <inkml:trace contextRef="#ctx0" brushRef="#br0" timeOffset="93911.92">28494 14893 363 0,'0'0'102'0,"0"0"-96"0,0 0 38 0,0 0-9 0,0 0-9 16,0 0 11 0,0-2 40-16,0 2-21 15,0 0-3-15,0 0 27 16,2 0-42-16,-2 0-1 0,0 0-35 16,0 0 16-1,0 0-9-15,0 0 14 0,0 0-4 16,0 4 16-16,0 12 3 15,-2 4-25-15,-7 3-2 16,-5 2 3-16,2 5-19 0,-7 4 14 16,4 0-6-1,-3-2-2-15,3 5-2 16,-1-10 0-16,3-1 1 16,0-3 0-16,1-11 3 15,12-6-5-15,0-3 8 16,0-3-12-16,0 0 4 15,0 0 1-15,9 0-2 16,5 0 3-16,-4 0-2 16,4 0 15-16,-5 0-18 15,4 0 12-15,-1 0-8 16,1 0 2-16,-2 0-2 0,-2 0 3 16,2 0-4-16,-5 0 2 15,2 0-21-15,-6 0 18 16,-2-7-8-16,4 3 6 15,-4-2 10-15,2-2 1 16,1 2-1-16,1-1-7 16,-4 1 2-16,2 3-6 15,-2-2 2-15,2 1-9 16,0 3 9-16,-2-8 3 16,8 4-5-16,-4-4 8 0,0 1-4 15,1 0 4 1,-3 8 2-16,0 0-1 0,-2 0-3 15,0 0 6-15,0 0 3 16,0 0-8-16,0 0 2 16,0 0 7-16,0 0-8 0,0 7 17 15,0 7-18 1,0 4 3-16,0 1 1 16,0 10 0-16,-4-1 8 15,-1 8-5-15,1-4 8 16,-2 0-13-16,-2 2 8 0,2-3-11 15,-5-4 0 1,3 3-1-16,2-6 4 0,4-8-11 16,2-2-10-1,0-12 7-15,0-2-46 0,0 0-76 16,0-10-234-16</inkml:trace>
  <inkml:trace contextRef="#ctx0" brushRef="#br0" timeOffset="94691.57">28808 15341 510 0,'0'0'76'0,"0"0"-48"0,0 0 66 15,0 0 14-15,0 0 17 0,0 0-59 16,0 0 19-16,0 0-42 15,0 0-11 1,0 0-11-16,0 0-20 0,0-4 6 16,0 1 0-1,0-1-1-15,0 0 2 16,0 2-16-16,0 2-22 16,0 0-26-16,0 0-176 0,0 0-565 15</inkml:trace>
  <inkml:trace contextRef="#ctx0" brushRef="#br0" timeOffset="95639.92">29145 15508 136 0,'0'0'95'0,"0"0"97"16,0 0-80-16,0 0 3 16,0 0-22-16,0 0 14 15,-9 8-6 1,7-8-32-16,0 0-2 0,-5 0-51 15,0 0 21-15,-2-8-13 16,3 0 13-16,-5-4-21 16,1-3 7-16,2-4 7 15,1 1-20-15,5-4 22 16,2-9-19-16,0-6 17 0,6-5-23 16,9 0-2-1,2-2-5-15,-5 3-5 16,0 11-9-16,-5 10-15 15,-1 6 10-15,6 6-12 16,-1 0 14-16,4-2-31 0,1 2-14 16,-1 0-99-16,1 2-254 15</inkml:trace>
  <inkml:trace contextRef="#ctx0" brushRef="#br0" timeOffset="96369.83">29346 15324 14 0,'0'0'115'0,"0"0"34"16,0 0-22-16,0 0 25 15,0 0-63-15,0 0-9 0,-5 0-42 16,5 0 5-16,0 0 40 16,0 0 5-16,0 0-8 0,0 0-12 15,15 0 11 1,4 0-32-16,0 0 15 16,1 0-24-16,1 0-30 15,-2 0-3-15,4 0-7 0,1 0 2 16,1 0-8-16,-3 0-18 15,-4 0-20-15,-5 0-15 16,-6 0-139-16,-4 0-260 0</inkml:trace>
  <inkml:trace contextRef="#ctx0" brushRef="#br0" timeOffset="97072.12">29782 15552 463 0,'0'0'115'0,"0"0"5"0,0 0-72 15,0 0 7-15,0 0 34 16,0 0-31-16,-4 5-3 0,4-22 5 15,0-7 18 1,0-2-30-16,4-2-12 16,5-1-11-16,2-2 6 0,-2 3-7 15,0-9-20 1,-3 8-8-16,4 1-1 16,-6 6-3-16,-2 7-8 15,-2 4 16-15,0 5 0 16,0 6 2-16,0 0-9 0,0 4 1 15,-2 18 5-15,-16 2-36 0,-6 4 4 16,4-6-35 0,-9-5-32-16,8 0-4 15,0-13-9-15,5 6 93 16,7-5 6-16,9-5-39 16,0 0-200-16</inkml:trace>
  <inkml:trace contextRef="#ctx0" brushRef="#br0" timeOffset="97591.4">30016 15097 331 0,'0'0'40'0,"0"0"9"0,0 0-23 0,0 0 77 0,0 0 37 0,0 0-28 0,49 62 24 16,-31-35-91 0,-1 5 25-1,-3-2-50-15,-3 6-20 0,-9-4 0 16,-2 12 5-16,0-4-1 16,-11 8 1-16,-5 4-9 15,1-5 4-15,1-1-27 16,1-16-170-16,3-10-361 15</inkml:trace>
  <inkml:trace contextRef="#ctx0" brushRef="#br0" timeOffset="98289.84">29624 14772 131 0,'0'0'25'0,"0"0"-25"0,0 0-87 0</inkml:trace>
  <inkml:trace contextRef="#ctx0" brushRef="#br0" timeOffset="99189.81">29624 14772 162 0,'-18'-14'152'16,"18"14"-82"-16,0-6 0 15,0 6-70-15,0-9-18 16,-2 2-18-16,2-2-30 16,-3 9 49-16,1-6 17 0,0 3 21 15,2 1 38-15,-2 2-1 16,-2 0-18 0,2 0-25-16,2 0 0 0,-5 0-5 15,0 0 41 1,3 0-25-16,2 0-10 0,-2 0 5 15,2 0 59-15,0 0-47 0,0 0 13 16,0 0-21 0,0 0-1-16,0 0-2 15,0 0 0-15,0 0-8 16,0 0-14-16,0 0-1 0,0 0 1 16,0 0 30-1,0 0 8-15,0 0 20 16,0 0-24-16,0 0 0 15,0 0-19-15,0 0-14 0,0 0-2 16,0 0 2-16,7 2 26 16,2 7-22-16,6-2 7 15,-3 2-7-15,7 0 15 0,3 0-5 16,1-4 9 0,2 1-10-16,-2-4-9 15,2 1 1-15,-2 0 0 16,-3 1 8-16,0 1-10 15,-2-4-1-15,-1 7-2 0,1-4 2 16,3 1-3 0,-6-5-1-16,5 4-3 0,0-4 8 15,-2 0-5 1,0 0 12-16,-1 0-20 16,-1 0 17-16,-3 0-8 15,0 0 0-15,3 0 0 0,0 1-1 16,-3-1 6-16,10 0-10 15,-6 0 10 1,-1 0-2-16,-1 0-1 0,-1 0-4 16,-5 0 2-16,2 0-2 0,-4 0 2 15,6 0 0-15,-2 0-3 16,-1 0 8 0,-2 0-11-16,-1 0 14 0,1 0-16 15,0 0 15 1,0 0-11-16,3 0 4 0,1 0 0 15,-1 0 0-15,-1 0 2 16,0 0-9 0,-3 0 17-16,-1 0-18 0,-2 0 16 15,3 0-13-15,-2 0 10 16,2 0-8-16,-1 0 3 16,-2 0 0-16,1 0-1 15,0 0 5-15,-1 0-9 16,-2 0 12-16,1 0-11 15,-1 0 8-15,-2 0-8 0,0 0 3 16,0 0 1-16,0 0-1 16,0 17 3-1,0 5-4-15,0 4 8 0,-9 2-12 16,-1-6-12 0,6-4-7-16,4-14-88 0,-2-4-106 15,2 0-431 1</inkml:trace>
  <inkml:trace contextRef="#ctx0" brushRef="#br0" timeOffset="108629.95">26772 16333 304 0,'0'0'57'0,"0"0"66"0,0 0-69 0,0 0-13 16,0 0-23-16,0 0-15 15,0 0 2-15,0 5 40 16,-2 0-2-16,-1-1 0 16,-1-3-4-16,2-1 7 15,2 8-32-15,-2-3-1 16,2-1 22-16,0-4-8 15,0 0 16-15,0 0-18 0,0 0 30 16,0 0-23-16,0 0 5 16,6-9-12-16,19-23 34 15,4-2-16-15,6-6-35 16,3 2 17-16,-2 0-24 16,0 0 7-1,0 4-2-15,-1-2-6 16,-2 4 0-16,-1 2-14 0,-10 16-14 15,-9 0-9-15,-9 11 0 16,-4 3-30-16,0 0-46 16,-6 13-127-16,-12 5-82 15</inkml:trace>
  <inkml:trace contextRef="#ctx0" brushRef="#br0" timeOffset="109010.27">26810 16004 577 0,'0'0'122'0,"0"0"-101"16,0 0 5-1,0 0 1-15,0 0 43 16,0 0 34-16,2 48 7 16,18-13-22-16,7 9-23 0,2 6-8 15,0-1-53-15,-2 5 6 16,-3-8-7-1,-6-2-8-15,0-3-4 0,-7-7-10 16,-5-2-12-16,4-9-57 16,-4-18 3-16,-4-5-235 15</inkml:trace>
  <inkml:trace contextRef="#ctx0" brushRef="#br0" timeOffset="109639.86">27559 16418 523 0,'0'0'242'0,"0"0"-176"0,0 0-11 0,0 0 8 0,0 0 43 16,0 0-30-1,60 5-22-15,-35 1-20 16,4 6-10-16,2-4-10 15,0 2-14-15,-7-7 0 16,0 3-22-16,-10-1 12 0,-3-5-41 16,-4 0-26-16,-3 0-111 15,-2 0-114 1</inkml:trace>
  <inkml:trace contextRef="#ctx0" brushRef="#br0" timeOffset="109890.16">27644 16248 939 0,'0'0'162'15,"0"0"-126"-15,0 0 24 16,0 0-23-16,0 0 28 0,0 0-47 15,62 82 9-15,-38-79-24 16,0-3-3-16,1 0-36 16,0 0-10-16,-3-3-44 15,-2-3-128-15,-4 3-271 16</inkml:trace>
  <inkml:trace contextRef="#ctx0" brushRef="#br0" timeOffset="110660.1">28220 16499 370 0,'0'0'141'0,"0"0"-82"15,0 0-38-15,0 0-12 16,0 0 2-16,0 0-18 0,64 106 17 16,-56-88-19-1,3 1 21-15,-5 2 53 0,-2-3-20 16,2-3 2 0,-4-6-44-16,4-5-3 15,1-4-23-15,-3-4-41 0,8-20 51 16,-3-9 13-16,-3-10 7 15,-2-6 14-15,3-8-1 16,0-9-1-16,2-2-11 16,-3 1 13-16,3 5-6 15,-2 16 98-15,-2 12-13 16,-5 9-23-16,4 10-35 0,0 5-1 16,1-4-33-1,3 9-7-15,2 2-2 0,9-1 8 16,6 3 15-16,11 1-4 15,13-3 24-15,0 1-36 16,12 2 5 0,-7-4-11-16,0 0-7 0,-2-4-5 15,-6 4-24-15,-5 2-30 16,-17 2-342-16,-10 0 178 16</inkml:trace>
  <inkml:trace contextRef="#ctx0" brushRef="#br0" timeOffset="111790.16">28728 16231 296 0,'0'0'198'0,"0"0"-144"16,0 0 16-16,0 0 9 16,0 0-18-16,0 0-21 15,-2 3-10-15,-4 11-13 0,-6 5 29 16,3-2 39-16,-1 5-50 15,-4-4 6-15,3 5-33 16,-3-5-6-16,1 5 2 16,1 4 4-16,1-5 4 15,5 0 1-15,2-4-3 16,4-4-8 0,0-1-4-16,0-8 2 0,0-2-9 0,0-3-41 15,0 0 16 1,0 0 0-16,10 0 34 0,4 0 10 15,6 0-9 1,-2 0 2-16,-1 5 3 16,-3-5-12-16,-3 0 0 15,-2 0-2-15,-4 0-36 0,-1 0 11 16,-2-5 29-16,1-3 4 0,1 3-1 16,-2 1 5-1,0-2 18-15,5 2-21 16,2 0 1-16,-2 0 5 0,-1 0-11 15,3-2 4 1,-2 1-5-16,-5 2 3 16,1 3 4-16,-3 0-5 15,0 0-1-15,0 0 4 16,0 0 0-16,0 0 15 16,0 8-3-16,0 10 0 15,0 3 3-15,0 2-10 16,0 9 11-16,0 5-8 0,-7 7 37 15,-7 1-16-15,8 4 3 0,-3-5-13 16,4-8-19 0,0-9 0-16,5-8-11 15,-4-7-61-15,4-12-20 16,0 0-100-16,-4 0-434 16</inkml:trace>
  <inkml:trace contextRef="#ctx0" brushRef="#br0" timeOffset="112539.99">29171 16531 957 0,'0'0'192'0,"0"0"-112"0,0 0-13 16,0 0 12-16,0 0-52 0,0 0-15 15,16 30-12-15,-9-30-11 16,2 0-28-16,0 0-16 16,2-12-11-16,-7 2-76 15,1-2-359-15</inkml:trace>
  <inkml:trace contextRef="#ctx0" brushRef="#br0" timeOffset="113309.92">29564 16579 802 0,'0'0'24'0,"0"0"-18"0,0 0-2 0,0 0-1 0,0 0-3 0,0 0 0 15,0 117 11-15,2-100 63 0,0-3 16 16,2 2-53 0,-1-1-12-16,1-5-23 0,-1-6-4 15,-3-4 7-15,2 0-10 16,-2 0 10-16,2 0 11 16,1-18 30-16,5-10-8 15,1-2-3-15,3-7-35 0,-4-3 21 16,1-4-20-1,3 0-1-15,-4-6 0 16,-1-2 0-16,-3 2 0 16,-4 0 11-16,6 5-12 15,-6 11 2-15,6 10 2 16,-4 6 0-16,0 14 2 16,0-4 7-16,0 8-7 15,9-6-5-15,5 2 1 16,4-5 7-16,4 5-4 15,1-1 9-15,4 5-7 0,2 0-10 16,3 0 12 0,1 0-16-16,3 0 6 0,-2 0-22 15,-5 0-7-15,-2 0-22 16,-7 0-4-16,-2 9-53 0,-5 6-27 16,-5 1-114-1</inkml:trace>
  <inkml:trace contextRef="#ctx0" brushRef="#br0" timeOffset="113941.89">29907 16642 617 0,'0'0'83'0,"0"0"-75"0,0 0 34 0,0 0 6 0,0 0 13 31,0 0 30-31,0-5-4 0,11 5 6 0,-2 0-37 16,8 0 4-1,2 0-47-15,1 0 6 0,2 0-19 16,0 0-9 0,1 0-30-16,-4 0-35 0,-5 0-90 15,-3 0-182 1</inkml:trace>
  <inkml:trace contextRef="#ctx0" brushRef="#br0" timeOffset="114594.81">30306 16830 285 0,'0'0'238'0,"0"0"-82"16,0 0-74-16,0 0 36 0,0 0-22 15,0 0-19-15,0-72-11 16,2 41-40-16,6-4 12 16,2-6-35-16,7 1 10 15,-3-4-8-15,-3 8 0 16,-2 9 9-16,-2 4 6 0,-5 10-10 15,0 12-6 1,-2 1-1-16,0 0-3 16,0 0-5-16,0 6-21 0,-6 10 21 15,-8 1-22 1,1 2 17-16,-1-1-10 0,6-7-23 16,-3 0-70-16,-3-1-145 15,-1-2-431-15</inkml:trace>
  <inkml:trace contextRef="#ctx0" brushRef="#br0" timeOffset="115870.13">27142 17593 63 0,'0'0'63'0,"0"0"83"16,0 0-1 0,0 0-5-16,0 0-28 0,0 0 0 15,-63 31 4-15,63-31-35 16,0 0-32-1,0 0 21-15,0 0-61 0,0 0 26 16,10-12 15-16,3-2 4 0,11 0-31 16,1-8-5-16,4-4 11 15,5-2-28 1,1 1 15-16,0 0-13 0,1 0-6 16,-5 5-8-1,-4 0-18-15,-4 4-11 0,-4 4-28 16,-5 2 17-16,-3 6-89 0,-9 2-52 31,-2 0-23-31,0 4-157 0</inkml:trace>
  <inkml:trace contextRef="#ctx0" brushRef="#br0" timeOffset="116159.85">27182 17304 610 0,'0'0'224'15,"0"0"-117"-15,0 0 30 0,36 133-71 16,-9-89-2-16,0 1-40 15,-4-5-5-15,2-4-17 16,-7-1 2-16,2-4-4 16,-4-7-13-16,-3-6-9 15,-2-5-42-15,-4-10-88 16,-1 2-205-16</inkml:trace>
  <inkml:trace contextRef="#ctx0" brushRef="#br0" timeOffset="116759.67">27781 17598 635 0,'0'0'285'0,"0"0"-207"0,0 0 19 0,0 0-21 15,121 0-38-15,-84 0-20 16,-6 0-18-16,-2 0-2 15,-4 0-18-15,-12 0 1 16,-1 0-12-16,-3 0-84 16,-9 0-77-16,0-6-159 0</inkml:trace>
  <inkml:trace contextRef="#ctx0" brushRef="#br0" timeOffset="117009.67">27860 17477 1045 0,'0'0'62'0,"0"0"-37"15,0 0 15 1,0 0-20-16,0 0-19 0,0 0-1 15,115 40-22-15,-93-40-11 16,-3 0-76-16,-2-4-119 16,-3 3-364-16</inkml:trace>
  <inkml:trace contextRef="#ctx0" brushRef="#br0" timeOffset="118199.9">28548 17339 167 0,'0'0'249'0,"0"0"-163"0,0 0-20 0,0 0 36 15,0 0-34-15,0 0-37 16,0-4 6-16,0 4 42 0,0 0 3 15,0 0 11-15,0 0-23 16,0 8-28-16,0 10-28 16,0 4 3-16,0 4-16 15,-5-2 1-15,-1 6-4 0,-6-4-1 16,4 2-2 0,-1-6-10-16,-1-3-7 0,10-1-91 15,-4-7-151 1,2-6-394-16</inkml:trace>
  <inkml:trace contextRef="#ctx0" brushRef="#br0" timeOffset="118651.73">28423 17481 643 0,'0'0'69'0,"0"0"-24"0,0 0 3 16,0 0 76-16,0 0-40 15,0 0 27-15,9 8-26 16,5 7-7-16,1-2-28 15,3 0-34-15,9-7-16 16,-3-6-14-16,5 0 6 16,-9 0-41-16,-2 0 13 15,-7-6-42-15,-5-7-94 16,-1 9-270-16</inkml:trace>
  <inkml:trace contextRef="#ctx0" brushRef="#br0" timeOffset="119269.9">28361 17776 529 0,'0'0'439'0,"0"0"-354"0,0 0-30 0,0 0-21 16,0 0 24 0,0 0-13-16,35 0-1 15,-17 0-35-15,0 4-2 16,0 0 0-16,1 2-4 0,-3-2-6 15,3 0 3-15,-4 0-19 16,-2-4-21-16,7 0-8 16,-2 0-74-16,-5-12-189 15</inkml:trace>
  <inkml:trace contextRef="#ctx0" brushRef="#br0" timeOffset="120449.83">28955 17445 441 0,'0'0'109'0,"0"0"-90"16,0 0-11-16,0 0 42 0,0 0 5 16,0 0-14-16,-6 27 18 15,4-27 42-15,2 0-18 16,0 0-16-16,0 0-23 16,0 0-1-16,-2 0-36 15,2 0 26-15,0 0-19 0,0-5 23 16,0-8-18-16,0-4-19 15,10-1 1 1,6 0 9-16,-1 4-12 0,2 2 8 16,-5 6-12-16,2 6 2 15,4 0 2 1,0 0-6-16,-1 0 8 16,-1 6-5-16,-7 11-12 0,-3 6 4 15,-6 7-6 1,0 11 12-16,-6 9-1 0,-23 7 4 15,-7 6 4-15,1-11-8 0,6-10 8 16,0-8-14 0,4-10-61-16,0-12 34 0,8-5 37 15,3-7 8 1,8 0 30-16,6 0 4 0,0-7 10 16,0-1-21-1,0 8-9-15,12 0-18 16,5 18 6-16,-1 13 11 0,1 5-9 15,1-4-4-15,0-6 11 16,0-4-30-16,-3-12 10 16,-3-6 2-16,-4-4 3 15,3 0-4-15,-1 0-3 16,1-14-6-16,2-4-7 16,-2-4-85-16,-2-1-58 15,-1 1-100-15,-2-3-246 16</inkml:trace>
  <inkml:trace contextRef="#ctx0" brushRef="#br0" timeOffset="128779.99">29217 17630 704 0,'0'0'202'0,"0"0"-137"0,0 0-49 0,0 0 29 16,0 0 15 0,0 0-25-16,0 0-1 0,0 4 5 15,2-4 4 1,-2 3-26-16,4 2 11 15,-2-5-25-15,2 0 11 0,-4 0-4 16,3 4-20 0,-1-4-7-16,0 0-43 15,-2 0-40-15,0 0-324 0</inkml:trace>
  <inkml:trace contextRef="#ctx0" brushRef="#br0" timeOffset="129515.33">29597 17610 379 0,'0'0'125'0,"0"0"46"0,0 0-87 16,0 0-7-16,0 0 9 15,0 0-22-15,-6 94-36 16,6-58-3-16,10 0-21 16,-1 0 21-16,3-1-15 15,-1-12-9-15,0 4-2 16,0-6-13-16,2-6 8 15,10-1-8-15,1-6 10 16,1-4-23-16,-1-4-80 16,-4 0-168-16,-6-8-346 15</inkml:trace>
  <inkml:trace contextRef="#ctx0" brushRef="#br0" timeOffset="129980.13">29776 17387 509 0,'0'0'570'0,"0"0"-434"0,0 0-121 0,0 0-10 15,0 0-5 1,0 0-12-16,22 36-32 0,-18-36-116 15,-4 0-120-15</inkml:trace>
  <inkml:trace contextRef="#ctx0" brushRef="#br0" timeOffset="134190.26">30406 13177 107 0,'0'0'119'0,"0"0"-49"0,0 0 23 0,0 0 15 16,0 0-3-16,0 0-21 0,-13 0-79 16,11 0 24-1,2 0-16-15,-3 0 14 16,3 0-18-16,-2 0 8 0,-2 0-17 16,1 0 3-1,1 0 13-15,-1 0 6 0,1 0 26 16,0 0-37-16,0 0-11 15,2-3-63-15,0-3-86 16,0 6-34-16,-2 0 117 0,2 0 66 16,-4 0 191-1,-1 0-17-15,5 0-95 16,0 0-5-16,0 0-58 16,0 0 2-16,0 0-17 15,0 0-2-15,0 0-17 16,0 0 18-16,0 0 7 15,-2 0 32-15,2 0 64 16,-2 0-64-16,-1 0 0 0,1 0-36 16,2 0 2-1,0 0-5-15,0 0-8 0,0 0 5 16,-3 0 3 0,1 0 8-16,-4 0-3 0,-5 0 29 15,7 0-32-15,-6 0 23 16,4 4-24-16,3-4-1 15,1 2-2-15,0-2-6 16,2 0 6-16,-2 0-20 0,0 0 22 16,2 0-28-1,0 0 19-15,0 0-31 16,0 0 25-16,0 0-6 16,0 0 8-16,-4 0-48 0,-4 0-82 15</inkml:trace>
  <inkml:trace contextRef="#ctx0" brushRef="#br0" timeOffset="135340.1">30145 13301 239 0,'0'0'228'0,"0"0"-110"0,0 0-76 15,0 0-20-15,0 0-19 0,0 0-6 16,-4-4 2-16,4 4 1 15,0 0 60-15,0 0 24 16,0 0-15-16,0 0-23 0,2 0-19 16,13-4-8-1,6-6 7-15,6-1-17 16,2-3 15-16,-2 3-24 16,2-6 44-16,-6 1-9 15,0 2-18-15,-3-2 4 16,-3 6-15-16,4-2 8 0,-1 0-3 15,0-8-20-15,0 4 23 16,5-7-13-16,-6-2 2 16,2 6-1-16,-5-2 20 0,-1-3-3 15,1 4 5 1,-5 4-22-16,2-4 13 16,3 0-11-16,-1 2-7 15,3-4 12-15,-1-3-9 16,2 0 0-16,-3 0 1 15,-3 3-6-15,-5-1 16 16,0 2-18-16,-4-3 21 16,2-6-23-16,3-3 14 15,0-10-10-15,0-1-4 0,4-6-7 16,-1-5-4 0,-1 5 20-16,2 0-7 0,5 4 19 15,9 4-15 1,2 3 11-16,2-3-16 0,5 1 7 15,-1 0-7-15,3-5-20 0,2-2 8 16,2-1 19 0,0 3 2-16,1 3-13 15,-5 5 28-15,4 4-30 16,-7 4 28-16,-6 6-28 16,-4 6 7-16,-7 4-64 15,-7 3-69-15,0 5-15 16,-4-2-66-16,-7 2-223 0</inkml:trace>
  <inkml:trace contextRef="#ctx0" brushRef="#br0" timeOffset="136059.84">31145 11646 425 0,'0'0'118'0,"0"0"-30"0,0 0 7 0,0 0-19 15,0 0 0-15,0 0-31 16,43 43 14-16,-19-38-18 16,1-1 23-16,-1-2-18 0,-1 2-44 15,-4 0 13 1,2 0-5-16,-3 5-11 0,-1-2 6 15,-5 4-5-15,-8 1 0 16,-4 9 0-16,0 10 9 16,-20 11-7-16,-11 4 1 0,-3 0 9 15,5-7-24 1,9-7 6-16,3-9-36 16,10-1-112-16,-2-7-110 15</inkml:trace>
  <inkml:trace contextRef="#ctx0" brushRef="#br0" timeOffset="137358.17">30219 13393 250 0,'0'0'175'0,"0"0"-45"0,0 0-60 0,0 0-14 0,0 0-9 16,0 0 2-1,-5-10-9-15,5 10-14 0,0 0 47 16,-2 0-24 0,2 0 24-16,0 0-40 15,0 0 2-15,2 0-33 16,17 4 46-16,2 8-33 15,6-2-3-15,0 2 5 16,2 0-12-16,0 4 13 0,-2 1-10 16,2 4-6-16,-5 1 4 15,2 0 4 1,-1 2-10-16,0 0 0 0,-5 0-3 16,0 6-6-16,-4 1 8 15,-6-1 2-15,2 3-12 16,-5 2 28-16,1 0-19 15,6 4 10-15,-5-3-8 16,-1 2 0-16,1-2 0 16,1 1-5-16,-2 1 11 15,5-7-3-15,3 4 4 0,5-1-13 16,0 4 12 0,2-6-11-16,-5 4 5 0,-1 3 0 15,-3 6-3 1,-5-1 6-16,8-3-6 15,1 3 12-15,3-4-12 0,4 0 13 16,-2 0-14-16,2-4 13 16,0 1-10-1,-1-2 1-15,-2-9-1 0,-4 1-2 16,-3-8-13-16,-1-7 10 16,-1 2-11-16,3-3 15 15,-1 1-16-15,4-7 4 16,1-1-26-16,-1-4-50 15,6 0-166-15,-2 0-110 16</inkml:trace>
  <inkml:trace contextRef="#ctx0" brushRef="#br0" timeOffset="138450.07">31230 14639 113 0,'0'0'238'0,"0"0"-68"16,0 0-101-16,0 0-52 0,0 0-5 15,0 0 12 1,-4 7 4-16,2-3-8 0,2-2-12 15,0 0 27-15,0 0-27 16,-2 0 8 0,2-2-6-16,-2 2 83 0,-1 0 3 15,3 4-46-15,-2-6 6 16,-1 4-27-16,1-4-3 16,2 0-20-16,0 0 13 15,0 0-17-15,0 0 32 16,0 2-13-16,-2 3 7 0,-3 0-7 15,3 7-16 1,-4 4 12-16,1-1-17 0,3 1 13 16,2 2-5-1,0-7-14-15,0-3 8 16,0 1-4-16,9-8-5 16,4 6 7-16,-1-6-7 0,3-1 12 15,-1 3-14-15,1-3 18 16,3 6-10-1,-3-6 9-15,6 0-13 0,1 5 7 16,0-2-3-16,-2-2 1 16,-2 4-1-16,-5-2-9 15,-2 2 20-15,-4-4-21 16,-2 7 25-16,-3 1-25 16,-2-1 17-16,0 2-12 15,0-4 3-15,0 0 3 16,-16-6-3-16,-8 0 13 0,-7 0-21 15,-10 0 22-15,-3 0-13 16,-1 0 12-16,-1 0-14 0,-2 0 4 16,15 0-1-1,2 0 1-15,8 0-2 0,8 0-2 16,7 0-15 0,3 0 16-16,5 0-101 15,0 0-202-15,0 0-373 16</inkml:trace>
  <inkml:trace contextRef="#ctx0" brushRef="#br0" timeOffset="142100.07">31731 11442 341 0,'0'0'22'0,"0"0"146"16,0 0-53-16,0 0-41 0,0 0 15 16,0 0-5-16,0 0-10 15,0-50-50-15,0 41 2 16,0 4-21 0,0 3 0-16,0-1 4 0,0 3 9 15,0 0 40-15,0 0-29 16,0 0 23-16,0 0-48 15,0 0 33-15,0 0-23 16,0 0-4-16,0 0-10 0,0 6-15 16,0 21 15-16,0 14 19 15,-8 15 29 1,-11 3-41-16,4 3 30 0,-3-2-32 16,1-4-10-1,-4 1-1-15,4-9-12 0,3-10-18 16,4-10-41-16,3-14-18 15,0-8-219 1,-2-6-290-16</inkml:trace>
  <inkml:trace contextRef="#ctx0" brushRef="#br0" timeOffset="142449.88">31500 11748 568 0,'0'0'337'0,"0"0"-110"0,0 0-92 0,145 17-55 15,-105-11-53-15,-9 1-22 0,-6 2-10 16,-6 1-11 0,-5-2-16-16,-5 2-63 0,2 1-5 15,-9-4-151 1,-2-1-272-16</inkml:trace>
  <inkml:trace contextRef="#ctx0" brushRef="#br0" timeOffset="143450.25">32166 11447 413 0,'0'0'62'0,"0"0"92"0,0 0-72 0,0 0 2 0,0 0 1 15,0 0 2 1,-2-17-10-16,2 10 4 16,13 3-47-16,5-3-18 15,2-2 10-15,-2 6-23 16,2-3 31-16,0 4-24 16,-3 2 24-16,-3 0-27 15,-5 0-1-15,3 14-6 16,-8 3-5-16,-2 10 4 15,-2-1 2-15,0 1-2 0,0 7-4 16,-22 5-7-16,-18 5 15 16,-12 8-6-16,-6 4-25 15,0 3 21-15,8-5-15 16,2-4 15-16,13-8 7 16,10-9 0-16,14-4 20 15,9-8-3-15,2-2 13 0,0-2-15 16,23-4 18-16,12 1-16 15,14-2 30 1,7-1-30-16,-3-1 2 0,-4 0-19 16,-13 0 10-1,-10-1-20-15,-8 3-9 0,-11 3-26 16,-7 3-42-16,0 4 2 16,0 4-67-16,-9 0-23 15,-5-2-85-15</inkml:trace>
  <inkml:trace contextRef="#ctx0" brushRef="#br0" timeOffset="143999.7">32632 11812 312 0,'0'0'144'0,"0"0"5"0,0 0-7 16,0 0-33-16,0 0-17 15,-22 121-51-15,8-79-36 0,3-1 4 16,4-1 2 0,5-9-5-16,2-6 16 0,0-1 48 15,9-10-59 1,16-5 15-16,4 0-8 0,8-8-18 15,3-1-31-15,7 0-97 16,-7-1-62-16,-6-15-251 16</inkml:trace>
  <inkml:trace contextRef="#ctx0" brushRef="#br0" timeOffset="144299.94">32839 11566 478 0,'0'0'640'0,"0"0"-464"16,0 0-83-16,0 0-58 15,0 0-35-15,0 0-71 16,-11 17-88-16,4 1-320 0</inkml:trace>
  <inkml:trace contextRef="#ctx0" brushRef="#br0" timeOffset="147149.7">31808 14499 488 0,'0'0'34'0,"0"0"162"0,0 0-164 16,0 0 2-16,0 0-27 0,0 0 3 15,0 0-10 1,-54 0 29-16,52 0 82 0,0 0 24 15,2 0-65-15,-3 0-34 0,3 0 9 16,0 0-21 0,0 0 18-16,0 0-36 15,0 0 14-15,0 0-17 16,0 0 31-16,0 0-5 16,0 0 5-16,0 0 1 15,13 9-10-15,12 3 51 0,11-2-56 16,4 1 8-1,2 1-20-15,-2-1-7 16,-2-1-1-16,-4 2-23 16,-1-5-49-16,-7-3-36 0,3-4-19 15,-8 0-100-15,-13 0-576 16</inkml:trace>
  <inkml:trace contextRef="#ctx0" brushRef="#br0" timeOffset="147846.37">32331 14264 584 0,'0'0'244'0,"0"0"-105"0,0 0-52 0,0 0-38 16,0 0-11-16,0 0 4 15,11 0 1-15,9 0 13 16,9 2-36-16,0 11 7 0,-7-1-27 16,5 5 16-1,-7 7-14-15,-7-1-1 0,-5 9-2 16,-8 0-19 0,0 7 20-16,-19-1-40 0,-10 0 29 15,-10 7-19 1,-4-2 25-16,3-3-3 15,4 0 8-15,12-9 20 16,11-7-6-16,8-7-14 0,5-2 19 16,0-6-12-16,15 0-6 15,17-1 28-15,10 6-10 0,5-13 5 16,-3 10 30 0,5-1-36-16,-11 0 7 15,-5 0-25-15,-8 6 0 0,-9 2-75 16,-5-5 0-1,-7 6-31-15,-2-5-145 16</inkml:trace>
  <inkml:trace contextRef="#ctx0" brushRef="#br0" timeOffset="148316.01">32830 14748 646 0,'0'0'194'0,"0"0"-91"0,-27 104-74 16,27-69-6-16,0-9-11 0,0-2-4 15,7-2-15 1,7-6 7-16,5-6-7 0,8-10-50 16,4 0-73-16,-2 0-59 15,0-23-187-15</inkml:trace>
  <inkml:trace contextRef="#ctx0" brushRef="#br0" timeOffset="148649.97">33002 14379 1126 0,'0'0'234'15,"0"0"-98"1,0 0-136-16,0 0-24 16,0 0-51-16,0 0-63 15,19-2-40-15,-14 2-400 16</inkml:trace>
  <inkml:trace contextRef="#ctx0" brushRef="#br0" timeOffset="151090.24">32365 10215 358 0,'0'0'181'0,"0"0"-58"16,0 0-106-16,0 0-34 15,0 0-53-15</inkml:trace>
  <inkml:trace contextRef="#ctx0" brushRef="#br0" timeOffset="151559.81">32365 10215 164 0,'-17'23'134'15,"17"-23"36"-15,0 0-52 16,6 0-43 0,0 0 0-16,-1 0-27 0,1 0-24 15,-2 0 17 1,1-1-15-16,0-5 53 0,-1 1-28 16,1 4 26-1,1-2-51-15,-2 2 6 0,-4 1-11 16,0 0-7-16,0 0 9 0,0 0-19 15,0 0 25 1,0 0-11-16,0-3 23 16,0 0-31-16,-10-1 2 15,-4 0-12-15,-4 4 0 16,-6 0 0-16,-5 0 5 16,-5 11-17-16,-3 18 23 15,-4 11-22-15,-3 7 15 16,4 12-10-16,-1-3 4 15,8 8 2-15,6-9 2 0,8-5-2 16,14-12 1-16,5-12 3 16,5 1 3-16,34-8 0 0,15-4 0 15,13-5-3 1,8-10-8-16,6 0-29 16,-5-7-87-16,-7-19-229 15</inkml:trace>
  <inkml:trace contextRef="#ctx0" brushRef="#br0" timeOffset="152093.75">32080 10521 213 0,'0'0'516'0,"0"0"-393"0,0 0-9 15,0 0-38-15,0 0 46 0,0 0-54 16,113-9-7-16,-73 3-59 16,0-1-4-1,-2 5-14-15,-3 0-45 0,-6-4-43 16,-4 2-193-16</inkml:trace>
  <inkml:trace contextRef="#ctx0" brushRef="#br0" timeOffset="153492.15">33414 9569 405 0,'0'0'104'0,"0"0"110"0,0 0-146 16,0 0 0-16,0 0-21 15,0 0-3-15,0 0-17 16,-9 0 2-16,2 0 36 16,-4 0-8-16,2 0-4 15,-2 0-24-15,-2 0 9 16,-10 0-38 0,-2 0 6-16,4 5-5 0,-8 0 4 15,-2 3 2 1,-1 2 9-16,-1 2 1 0,-2 10-16 15,-8 0 9-15,1 6-1 16,-10 6-15-16,4 2 13 16,-2 9-13-16,1-1 6 0,9 2 0 15,2 2 1 1,7-2 1-16,9 0 2 0,-5-4 5 16,10 4-7-1,0 0 6-15,5 1-7 0,7-7 1 16,5 1-1-16,0-3-1 15,24-5 0-15,19-7-3 16,10 1 9-16,7-10 0 0,10-7 1 16,-4-6 0-1,1-4-1-15,-7 0-7 16,-8-4 1-16,-12-4-2 16,-11 1-2-16,-3-2-14 0,-4-1 17 15,1-2-38 1,-3-2 26-16,-3-6-27 15,-5-5 6-15,-8-6-187 0,-4-1-486 16</inkml:trace>
  <inkml:trace contextRef="#ctx0" brushRef="#br0" timeOffset="154370.01">32995 9676 490 0,'0'0'155'0,"0"0"-2"0,0 0-47 16,0 0-55-16,0 0-36 16,0 0-3-16,-5 15-7 15,5 1 61-15,0 10 4 16,0 3 8-16,-4 6-35 15,-5 4 5-15,3 1-39 16,-4 0 12-16,2 1-16 16,1 1 3-16,-2 2 18 0,4-3-26 15,-3 6 18 1,3-2-12-16,-3 0-7 0,-4-1 9 16,-1-2-16-16,-5-4-5 15,0-2-2-15,0-5-4 16,10-8-9-16,8-3-4 15,0-7-47-15,0-7-97 16,0-6-362-16</inkml:trace>
  <inkml:trace contextRef="#ctx0" brushRef="#br0" timeOffset="156203.46">32282 13471 515 0,'0'0'57'0,"0"0"31"0,0 0-2 16,0 0-19 0,0 0 46-16,0 0-43 0,0 0 28 15,0-13-37 1,0 10-12-16,-5-1-25 15,1 4-9-15,-2 0-15 16,-6-2 7-16,-3 2-14 0,-6 0 14 16,-1 0 2-16,-2 0-8 15,-3 2 18-15,0 12-15 16,-2 4 14-16,-4 1-10 0,-2 4-5 16,1 5 7-1,5 2-5-15,4 6 5 16,5 4-6-16,14 3 8 0,3-6-12 0,3-4 0 15,0-8-1 1,13-4-3 0,14-6 4-16,16-7 0 15,1-3 0-15,4 1 2 0,2-4-10 16,-3-2-14-16,0 0 0 16,-9 0-49-16,0-4-28 15,-9-10-136 1,-7-2-92-16</inkml:trace>
  <inkml:trace contextRef="#ctx0" brushRef="#br0" timeOffset="156854.15">31993 13662 561 0,'0'0'174'0,"0"0"-87"0,0 0-23 0,0 0-49 15,0 0 49-15,0 0 7 16,64 0 0-16,-35 0-22 16,2 0-25-16,0 0-14 15,1-3-10-15,-3-6-1 16,0-1-58-16,-5-3-57 15,-6 5-108-15,-8 4-416 16</inkml:trace>
  <inkml:trace contextRef="#ctx0" brushRef="#br0" timeOffset="157570.09">32988 13409 686 0,'0'0'58'0,"0"0"13"0,0 0-52 16,0 0-5-1,0 0-14-15,0 0-8 0,-58-38 8 16,43 38 18-16,-8 0 51 15,-1 0-10-15,-5 0 35 16,-5 0-60-16,-1 12-15 16,-3 6-9-16,5 3 10 15,-6 4-13-15,4 3 1 0,1 6 7 16,8 4-11 0,6 2 11-16,0 0-11 15,13-3 8-15,-1-4-9 16,2 0-2-16,6-5-1 0,0-3 0 15,0-2-1-15,19 1 5 16,5-8-10-16,7 4 18 16,11-6-19-16,8-3 15 15,8-2-15 1,6-5 11-16,5-4-8 0,-2 0-12 16,-3-10-17-16,-3-14-35 15,-18 0-109-15,-10 2-37 16</inkml:trace>
  <inkml:trace contextRef="#ctx0" brushRef="#br0" timeOffset="158249.87">32747 13531 226 0,'0'0'434'0,"0"0"-261"0,-2 133-97 0,2-89-27 15,4-3-48 1,-1-4 6-16,0-9-5 0,-3-3-4 15,0-8-23-15,0-3-74 16,4-12-42-16,0-2-259 16</inkml:trace>
  <inkml:trace contextRef="#ctx0" brushRef="#br0" timeOffset="169529.78">25009 4659 236 0,'0'0'73'0,"0"0"-22"0,0 0 60 15,0 0-51-15,0 0-13 16,0 0-11-16,0 0 26 0,-58-3-41 15,48 3 37 1,1 0-19-16,2 0 4 0,0 0-29 16,-4 0 1-1,2-2-4-15,-4 2 3 0,-2 0 13 16,-1 0-23 0,7 0 24-16,-1 0-23 0,0 0 16 15,5 0-18 1,-3 0-3-16,0-4-7 0,0 0 6 15,-5-2-5-15,-3 2 12 0,-7 0-6 16,6 4 7 0,-6 0-2-16,-2 0 5 15,2 0-13-15,-2 0 3 16,2 0-9-16,-1 4 9 16,4 0 0-16,2-2-4 15,0 2 10-15,1-2 1 0,-2 0 2 16,-2 1-7-16,-2-2-1 15,-1 4-2-15,1-3-1 16,4 1 2-16,0-1 2 0,2-1-1 16,-3 2 5-1,-1-1-1-15,-1 4-1 16,0 2-3-16,0 0 23 16,1 2-21-16,8-4 5 15,0 4-8-15,-3-4-7 16,1 6 5-16,-3 3 2 15,0-2-13-15,-2-3 27 0,2 8-19 16,5-3 10 0,-5 0 4-16,3 2-8 0,-3 5 4 15,2-7-5 1,-4 5 2-16,6-4-5 0,1-3 13 16,2-4-10-1,2 2 7-15,-4-4-11 0,4 6 11 16,-5-1-7-16,6 1 0 15,-1 0-1-15,-3-5 0 16,6 8 2-16,-5-3-11 16,-3 2 22-16,3 6-18 15,-9-4 12-15,-3 1-8 16,-3 3 5-16,0-8-3 16,1 3 0-16,0-1 2 15,10-4-14-15,-5 3 24 16,5-1-18-16,-2 0 15 15,1 1-18-15,3-1 4 0,-2-2 0 16,-1 1 5 0,1 2 0-16,-3-3-1 0,5 2 7 15,1 2-16-15,1-7 20 16,-2 8-20-16,4-2 4 16,-2-2-4-16,-1-2-4 15,-1 4 7-15,3-3 7 16,-4 6 0-16,-1 2-3 0,-4-2 7 15,-1 5-10 1,1 0 17-16,-2 2-17 0,1-3 13 16,5-6-9-1,-1 6 2-15,0-2-2 0,-2 2-3 16,1-2 10-16,-1 2-7 16,0-5 15-16,-2 4-22 15,7 4 22 1,1-6-24-16,-1 2 18 0,0-2-9 15,-3 2 2-15,-2-2 0 16,1 2 15-16,1-2-13 16,3-4 24-16,-1-2-20 15,1 2-10-15,4-2 9 16,-2 3-6-16,0 3 1 16,-5 0 0-16,1 1 13 15,-6 2-8-15,6-3 19 16,-3 0-20-16,0-4-1 15,-2 5 5-15,0-6-8 16,-3 4 0-16,4-7 20 0,-1 1 4 16,-1-1-21-16,2-2-3 15,-2 0 12-15,-3 3-12 16,6-2 13-16,-2-1-22 16,5-4 15-16,-3 2-10 15,-1-2 4-15,0 2 0 16,-4 0-3-16,-1 0 6 15,-7 2-5-15,-1-2 16 0,-1 4-14 16,0-2 3 0,4 3-3-16,-3-2 1 0,3-1-1 15,-2 0 0-15,2 2 3 16,2-4-11-16,-2-2 18 0,-4 6-23 31,0 3 34-31,-5 7-32 0,0-3 13 16,12 4-4-16,3-6-1 15,10-5 2-15,-3 1-1 16,5-3 2-16,-7-1-9 16,7-1 23-16,-7 9-22 15,3-4 20-15,-3 5-16 16,-4-6 7-16,2 9-3 16,-5-4 0-16,2-1 5 0,0 1-13 15,-2-5 20 1,-4 2-18-16,-4 0 15 15,-5 4-17-15,-3 0 16 0,1 2 1 16,3 0-1-16,5-4-4 16,8-2 8-16,3-2-6 15,2 0-3-15,1-2 6 16,-1 4-14-16,0 5 13 16,-1-2-13-16,2 3 9 15,4-1-4-15,2 1 2 16,0-3 6-16,-3 6-14 15,-4 2 17-15,-7-2-8 16,-6 5 7-16,1 0-3 16,-2 4-4-16,-3 7 6 15,3-2 2-15,2-2-1 0,4-4-8 16,8-4 7-16,0-7-16 16,6-4 19-16,-3 0-15 15,-6 1 12 1,-5 8-17-16,-9 6 17 0,-8 8-6 15,-3 10 18-15,1 0-19 16,6 3-1-16,11-8 10 16,6-6-21-16,3 3 19 15,1-6-18-15,-4 3 13 16,0 5-4-16,-1-1 0 0,-1 4 14 16,3-2-6-1,2 2 0-15,0 1-16 16,7-8 12-16,0-3-13 0,1-4 18 15,-1-4-20 1,4 1 13-16,0-3-2 0,-4 7 0 16,-3 11 2-16,1-7-7 15,-6 11 12-15,1-3-14 16,-2-3 13-16,0-4-12 16,-1-7-2-16,4 0 3 15,3-5 5-15,1 2 0 16,-4 8-4-16,6 0 8 15,-5 2-13-15,3 2 19 16,-1-5-13-16,5 1 11 16,2-5-16-16,0 1 9 0,-2 2-4 15,-3 3 3 1,-3 3 0-16,-1 1-5 0,-3 2 17 16,2-5-24-16,-1-2 25 15,9-2-23-15,-5-6 18 16,7 0-15-16,0-8 7 15,3 0 0-15,-4 1-2 16,2 0 5-16,-3 14-11 16,-5 7 20-16,-1 6-21 15,-4 4 20-15,1-2-22 16,3-5 3-16,1-7 4 16,5-4 3-16,1-2-3 0,-1-5 0 0,1 4 8 31,-2-4-14-31,-1 10 22 15,-3-1-24-15,5 4 18 0,-2 0-12 0,-1-1 1 32,3-1-10-32,-3 3 8 0,-3 0 2 15,-3 3-4-15,3-2 18 16,-4 1-14-16,1-3 11 16,5-1-9-16,3-3 5 15,3-5-4-15,1 8 1 0,1 1 1 16,0 4-6-16,2 1 14 15,1-1-18 1,2-4 21-16,-2 3-21 0,-3 1 15 16,0 2-10-16,-2 1 10 15,-2-1-4 1,3 0-1-16,-2-3 1 16,1-1-6-16,3 0 16 0,-4 0-16 15,-1-2 15 1,7 2-17-16,-2 1 10 0,-4-4-6 15,6 3 0-15,-3-1 3 16,5-2-6-16,0 2 17 16,2-5-25-16,0-2 27 0,0 0-26 15,4-4 25 1,7-2-24-16,5-2 6 16,-3 0 5-16,3 3 0 15,-9 1 1-15,3 0-9 16,0-1 18-16,-1 8-14 0,4-2 12 15,3 5-14-15,2-5 13 16,6 3-18-16,3-1 12 16,-3-2-5-16,-1 3 3 15,-4 6 4-15,-5 1-6 16,3-1 14-16,-1 2-12 16,5-11 6-16,0-6-8 15,0-4 1-15,-6-6 0 16,7 3 0-16,-1-7 6 15,-2 10-8-15,4 0 12 0,2 0-6 0,4 0 10 32,2-2-17-32,4 0 13 0,-1-6-14 15,3-2 7 1,6-1-1-16,-3-5-2 0,-2 4 6 16,2 0-5-16,-4 6 12 15,-1 0-20-15,3 8 20 16,2 3-15-16,-1-1 5 15,-4 0 0-15,5-4 0 16,-3-9-4-16,9-3-2 16,-2-7 7-16,-1-2-16 15,1 0 30-15,1 4-26 16,-1-1 20-16,0 7-12 16,1-1 6-16,-1 3-3 0,-1-4 0 15,-3 0 4 1,4-4-11-16,1-3 18 0,-3 4-20 15,6 1 16-15,-6 0-10 16,-5 4 3-16,8 0 0 16,-3-1 0-16,1-1 3 15,3-6-8-15,4-3 10 16,-6-1-18-16,5 0 23 16,-4 0-20-16,0 0 18 15,-3 0-15-15,5 0 7 16,-1-4 0-16,6-1 6 15,4-8-3-15,-1 2-4 16,-2 3 7-16,-3-5-12 0,-8 4 19 16,5 2-27-1,-7 1 19-15,0-1-5 16,5-4 2-16,-6-1 0 16,3-2-4-16,4-4 6 0,0 2 0 15,1 0 0-15,-1 3-2 16,-3 2 0-16,-1 1-4 15,-2 6-1-15,1 0 3 16,1 0 0-16,-2 1 2 16,7-3-1-16,-5-1 4 15,5-9-7-15,-3-5 6 16,1 2-8-16,-5-9-2 0,-4 8 6 16,-1-2 2-1,-2 4-2-15,1 4 0 16,0 0 15-16,-3 2-18 0,1-9 15 0,1 0-21 15,5-6 17 1,-3-7-9-16,0 3 1 16,1-2 0-16,-5 1 5 15,0 0-4-15,6-3 20 16,-2 2-20-16,-1-3 8 16,1-4-1-16,1 2-14 15,-3-5 11-15,5-1-5 16,0 4 2-16,-7 8-1 15,-5 5 6-15,-1 8-6 0,0 3 13 16,2-3-4-16,2 0-20 16,0-8 7-16,0-9-3 15,2-6-9 1,0-8 15-16,0 2-1 0,-2 5 5 16,0 6 27-1,-2 6-22-15,-1-1 3 0,1 1-1 16,4-3-22-16,-2-11 2 15,2-2-4-15,-2-8-1 16,-8-1 12-16,-1-2-8 16,-1 5 20-16,-7 1 9 15,3 8-9-15,-4 6 0 0,1 0-9 16,-1 2-1 0,3 0-8-16,-1-2 5 15,3-8-7-15,-1 0-2 16,-2-4 12-16,3-4 0 15,-3 5 0-15,-4 5 4 0,2 12 7 16,-2 0-10-16,3 8 8 16,-4 6-7-16,1-4-1 15,3-4-1-15,3-6 12 16,3-8-27-16,1-9 18 16,6-7-10-16,-2 2 9 15,1 2-9-15,0 4 7 0,-4 10 0 16,-1 8 17-1,-6 6-12-15,-3 7-5 16,4-2 9-16,7-10-15 0,2-7 15 16,9-5-18-1,4-9 10-15,4-3-6 16,0 0 10-16,-1 8-4 16,-7 9 1-16,-10 9 5 0,-4 8-1 15,-5 2 8 1,3 1-15-16,6-10 6 0,5-2-10 15,6-5 4-15,1-3 0 0,2-3-3 16,4 1 8 0,0 0 6-16,-3 5-6 15,0 8 27-15,-4 0-24 16,-4 4-12-16,0-3 8 16,5-4-6-16,-3-3 0 15,6-4-7-15,-1-6 6 0,-3 1 8 16,1-4-11-16,1 4 24 15,-6 2-22 1,-2 3 10-16,-7 4-9 0,-5 1 4 16,1 2 0-16,0-3 0 15,4-3 4-15,3 0-13 16,3-5 20-16,3-4-25 16,-3 2 32-16,5 4-30 15,-4-1 21-15,2 6-14 16,-4 4 6-16,-7 6-1 15,-3-2 0-15,1 3 8 0,0-7-16 16,2-3 13-16,-3-2-10 16,1-4-5-1,-3 6 7-15,-7-3 0 0,6 2 3 16,-10 0 1-16,-2 0 3 16,0-1-8-16,3-5 12 15,-1 1-20-15,0-4 24 0,4 1-23 16,-1 0 16-16,0 1-9 15,1 2 4 1,1 4 0-16,-5 4 7 0,4 0-4 16,-3 1 12-1,-1-3-7-15,0-4-14 16,-2-5 19-16,3-4-26 16,-1-4 11-16,0 2-1 0,5-4 3 15,-1-3 0 1,3 0-9-16,3-2 18 0,-6 7-4 15,1 1 6-15,-5 4-15 0,0 0 12 16,-2 5-14 0,0-1 6-16,2 1-2 15,0-5-6-15,4 6 15 16,0-4-16-16,-2-3 18 16,-4 2-12-16,0 0 12 15,0 2-14-15,-2 4 9 16,-9 0-4-16,-2 1 0 0,4-2 2 15,2-6-9-15,7 7 15 16,0-4-21-16,0 5 28 0,0-1-21 31,0 5 13-31,0 0 0 0,-2 2-1 16,-10-3-5 0,0-4-1-16,-2-8 1 0,1 2-12 15,-1-7 16-15,5 1-18 16,3 3 24-16,4 10-19 15,-1 9 12-15,1 5-4 16,0 9 8-16,-2 2-8 16,-2-4 0-16,0-6 8 15,-3-5-21-15,-1-3 10 16,0-6-4-16,-1 7 14 0,-3 9-13 16,3 5 6-1,-4 0 0-15,-5 7 1 0,2-2 2 16,-4-2-4-16,0-3 12 0,1-4-22 15,2-5 20 1,-2 0-15-16,3 2 6 16,-3 4-2-16,7 4 2 15,1 0 0-15,1 8 0 0,1-4 5 16,-2-1-10 0,1 0 17-16,-5-1-18 0,-3-3 7 15,-3 1-2 1,0 1-7-16,-4-2 6 15,2 1-2-15,-4 1 3 0,6 0-11 16,-4 1 24-16,8-3-17 16,-8 5 17-1,3-4-24-15,-3-3 13 16,0 7-4-16,5 1 3 0,2 0 0 16,2 1-7-1,5 0 14-15,-1 0-11 0,1 2 15 16,4-2-22-16,-5 0 21 0,1 0-17 15,-1-1 7 1,-5 0 0-16,-8 1-1 0,5 2 1 16,-3 0-11-1,10 4 22-15,1 0-16 0,3 0 16 16,-2 0-22 0,-3 0 11-16,-1 0-3 15,-4 0-6-15,1 0 7 16,3 0-5-16,5 0 14 15,5 0-23-15,5-2-9 0,2-9-23 16,-2 4 1-16,0 0 23 16,-2 2-12-16,-1-1-12 15,-2 0-38-15,-6 2-214 16,-7 0-515-16</inkml:trace>
  <inkml:trace contextRef="#ctx0" brushRef="#br0" timeOffset="171290.07">23252 4441 418 0,'0'0'119'0,"0"0"-73"0,0 0-13 15,0 0 5-15,0 0 26 16,0 0-5-16,0 0 14 16,0-5 27-16,0 3-31 15,-3-3-7-15,-5 2-30 16,3-4-31 0,-2 1 4-16,-2-2 4 0,1 2 4 0,-4 0 4 15,-1-1 19 1,-3 0-35-16,-1 1 12 15,-1 0 7-15,0 2-16 16,-4 0 13-16,-1-2-8 16,-4-2 0-16,4-1-4 0,-4 2-10 15,0-1 16 1,2 0-11-16,-2 2 0 0,3 2 0 16,-5 4-5-16,-3 0 14 15,1 0-13-15,-4 2 15 16,-1 8-15-16,3 3 11 0,-3-2-10 15,3 5 5 1,0 5-2-16,-4 2 0 0,-3 4 3 16,7-4-6-1,0 1 6-15,2 2-9 0,-1-2 18 16,10 3-16 0,-5 1 8-16,5 4-8 0,0 6 4 15,-3 2 0 1,6-2 0-16,0 4 4 0,7-1-19 15,-5-3 30-15,5 0-24 16,0 4 19-16,1-2-20 16,7 0 13-16,1-5-3 15,3 1 0-15,0-7 3 16,11 0-12-16,12 1 18 0,4-1-18 16,2-1 20-1,-3 2-20-15,3-7 17 16,-7 1-16-16,-4-7 12 0,0-2-5 15,-4 1 1 1,3-4 0-16,3 0-9 0,3-2 24 16,12-2-19-1,-1 0 13-15,3-2-15 16,1-6 6-16,3 0-5 16,-1 0 3-16,-3-8 1 15,-3-10-1-15,-3 0 2 16,-9 2-5-16,1 0 16 0,-2-5-22 0,0 2 12 15,1-2-7-15,0 3-2 16,-2-2 7 0,-1-2-13-16,-11 4-29 15,-6 5-22-15,-2-4-83 16,0 9-116-16,-15 0-376 16</inkml:trace>
  <inkml:trace contextRef="#ctx0" brushRef="#br0" timeOffset="172689.94">22655 4367 116 0,'0'0'222'0,"0"0"-114"16,0 0-29-16,0 0-45 0,0 0 27 16,0 0 19-16,0 0-21 15,0 0-3-15,0 0-18 16,0 0 24-16,0 0-39 0,0 0 16 15,0 0-27 1,0 0 2-16,0 0-14 16,0 2 0-16,0 8 12 15,0 9 22-15,0 2 11 0,0 5-26 16,0 5 29 0,-2 0-37-16,-10 4 19 15,-1-4-24-15,3 2 9 16,0-3-6-16,1 0-3 0,5 4 18 15,-8 4-18-15,3 0 19 16,1-3-16-16,0 1-13 16,-3-10 14-16,7 4-14 0,-5-2 11 31,2-2-6-31,-2 3 9 0,1-2-9 16,-3 5 29-16,6-2-26 15,-2-4 5-15,3 1-6 16,2-6-5-16,0-3 7 15,-1-1-5-15,3-3 0 16,-2-5 0-16,-2-5-5 16,4-4 10-16,0 0-19 15,0 0 6-15,0 0 2 0,0 0-25 16,0 0-12-16,0-2-55 16,0-5-96-16,-5 4-379 15</inkml:trace>
  <inkml:trace contextRef="#ctx0" brushRef="#br0" timeOffset="210016.17">30054 17513 508 0,'0'0'132'0,"0"0"-103"0,0 0-9 16,0 0-6-16,0 0-5 0,0 0-1 16,0 0-3-16,0 0 25 15,0 0 36-15,0 0 48 0,-2 17-66 16,2-17-16-16,0 6-21 15,0-3 20 1,0 1-9-16,0 7-6 0,0 1 26 16,2 2-27-1,15-1 15-15,8 0-28 0,6 1 9 16,10-5-11 0,7-4 0-16,6-5-5 15,2 0 5-15,6 0 0 16,-4 0 11-16,-3-5-17 0,1-8 9 15,0-1-6-15,2-1-13 16,-4-10-26-16,-3-6-36 16,-4-1-19-16,-16-4-77 15,-8 4-165-15</inkml:trace>
  <inkml:trace contextRef="#ctx0" brushRef="#br0" timeOffset="210789.98">30156 17431 419 0,'0'0'126'0,"0"0"-78"0,0 0-10 0,0 0-12 15,0 0 24-15,0 0-15 0,0 0 15 16,-2 6 9-16,-11 12-10 0,-5-6-22 15,-3 7-8 1,0-6 0-16,-2 1 4 16,1-1 27-16,7 0-34 15,1-4 4-15,9-3-8 16,5-2 18-16,0-4-28 16,9 4-1-16,18-4 5 15,12 0 0-15,0 0 7 16,3 0-3-16,-4 4-10 0,-9 2 2 15,-2 2-4-15,-7-4 2 16,-7 5-8-16,-1-4-23 16,-6 3 0-16,-1-4-9 0,-3-4-11 15,-2 0-115 1,0-4-232-16</inkml:trace>
  <inkml:trace contextRef="#ctx0" brushRef="#br0" timeOffset="211659.84">30896 16812 544 0,'0'0'150'0,"0"0"-85"0,0 0-8 0,0 0-38 16,0 0 37-16,0 0-22 15,-9 54-19-15,9-39-14 16,11 4 15-16,1-9 10 16,-1 4-7-16,2-7 10 15,3 2-2-15,-1 1 19 16,3-6-36-16,2 0 10 16,-2-4-18-16,-2 0-4 15,-3 0 5-15,-5-8-2 16,0-13 24-16,0-2-9 0,-1-2-5 15,-1 0-6 1,0 3-10-16,-2 0 5 0,7 0-2 16,-5 0-26-1,2-3-29-15,-4 0-53 0,-4 6-105 16,0 7-208 0</inkml:trace>
  <inkml:trace contextRef="#ctx0" brushRef="#br0" timeOffset="212162.34">31143 16946 869 0,'0'0'119'0,"0"0"-51"0,0 0-57 16,0 0-2-16,0 0-5 16,0 0-8-16,25-86 2 15,-19 68-2-15,1 6 8 16,-2-2 4-16,-1 6-6 15,1 4 6-15,-1 4-16 0,0 0-13 16,3 0-15 0,3 0 20-16,-4 4 15 0,7 0-7 15,-3-4-2 1,2 0 9-16,-3 0 1 0,5 0 17 16,-1-4 25-1,-3-11 4-15,7 2-30 0,-6-4 4 16,5 0-17-16,-1-6-6 15,1-4-4-15,-1-6-52 0,1-1-13 16,-3 6-29 0,-6 6 24-16,-4 8 77 15,-3 14 19-15,0 0-19 16,-12 10-3-16,-8 16-232 16</inkml:trace>
  <inkml:trace contextRef="#ctx0" brushRef="#br0" timeOffset="212530.16">31533 16852 141 0,'0'0'983'0,"0"0"-926"0,0 0-19 16,0 0-38 0,0 0-12-16,0 0 0 0,13 8-66 15,-1-8-95 1,-8-17-240-16</inkml:trace>
  <inkml:trace contextRef="#ctx0" brushRef="#br0" timeOffset="213310.12">31357 17311 846 0,'0'0'128'0,"0"0"-100"0,0 0-28 16,-4 126-3-16,2-96-32 15,0-2-55-15,-3-1 7 16,-4-6-32-16,6-2 1 0,1-9 14 16,-2-10-337-1</inkml:trace>
  <inkml:trace contextRef="#ctx0" brushRef="#br0" timeOffset="213474.65">31438 17070 399 0,'0'0'813'16,"0"0"-813"-16,0 0-29 0,0 0-75 15,0 0-206 1</inkml:trace>
  <inkml:trace contextRef="#ctx0" brushRef="#br0" timeOffset="214159.87">31631 17489 600 0,'0'0'236'0,"0"0"-158"16,0 0-28-16,0 0-27 0,73-133-23 15,-50 98-7 1,-5 3-47-16,-3 10 44 0,-7 9-16 15,-4 8 13-15,-4 5 8 16,0 0-43-16,0 13 38 16,0 10 10-16,-10 7 2 15,2-6 4-15,4 2-1 16,4-8-2-16,0-8-6 16,0-2 6-16,0-8-2 15,0 0 27-15,0 0 52 16,8-9 16-16,8-14-54 15,4-3 11-15,0-6-53 0,5 2-1 16,2 8-35-16,-10 4-5 16,-1 12 16-1,-7 6 9-15,-5 0-8 0,-2 0 24 16,-2 6 5 0,0 15 18-16,0 2 13 0,0 7-11 15,0-6 5-15,-2-2-16 16,0-10-1-16,2-6 2 15,0-6 10-15,0 0-2 16,0 0-4-16,8-4 2 16,17-16 13-16,4-6 13 15,2 3-41-15,-2-2 2 16,0 11-8-16,-8 6 0 0,-6 8-6 16,-1 0-15-1,-3 0 13-15,-3 22-12 16,2 1 20-16,-6 8-16 0,-4 9-17 15,0 0 17-15,0 4 9 16,-6 1-2 0,-8-10 0-16,5-2 3 0,3-13-41 15,6-10-85-15,0-10-163 16,0 0-320-16</inkml:trace>
  <inkml:trace contextRef="#ctx0" brushRef="#br0" timeOffset="214359.87">32041 17329 901 0,'0'0'49'0,"0"0"11"0,0 0-12 0,0 0-28 0,0 0-20 16,0 0-32-16,134 50-55 15,-105-50-78-15,0-14-117 16</inkml:trace>
  <inkml:trace contextRef="#ctx0" brushRef="#br0" timeOffset="-210676.72">32404 17142 439 0,'0'0'129'16,"0"0"53"-16,0 0-83 0,0 0-8 0,0 0-37 16,0 0-32-1,29 0 36-15,-24 0-37 0,-3 0 10 16,0 0-1-1,5 0 7-15,-4 0-22 16,-3 0-9-16,0 0 3 0,0 0-6 16,0 0 17-16,0 0-17 15,0 0 18-15,0 5-8 16,-8-1-2-16,-11 1-11 16,-6 7-14-16,-4 3 0 0,-2 7 9 15,4 0 2 1,2 10 3-16,6-2 1 15,3 2 1-15,7-2 9 16,7-2-8-16,2 2-6 0,0-8 0 16,4-4-3-16,12-4-2 15,6-4-4 1,3-6 6-16,-5-4 6 0,2 0-7 16,-4 0 7-1,0 0-14-15,-5 0-77 0,-4-14-245 16</inkml:trace>
  <inkml:trace contextRef="#ctx0" brushRef="#br0" timeOffset="-210394.43">32309 17365 662 0,'0'0'164'0,"0"0"-60"0,0 0-46 0,0 0 2 16,0 0-34-16,0 0 18 15,68 36-30-15,-60-22-8 16,-4-2-3-16,-2-2-2 16,-2-2-2-16,3-4 1 15,-3 2-4-15,0 2-8 16,0 2-16-16,0-2-61 0,0-3-67 15,0-2-182 1</inkml:trace>
  <inkml:trace contextRef="#ctx0" brushRef="#br0" timeOffset="-210217.03">32309 17365 617 0,'133'116'248'15,"-133"-89"-210"-15,0-9 0 16,0-1-28-16,7-2-10 16,0-11-3-16,-5 0-145 15,-2-4-23-15,0 0-17 16,0 0-3-16</inkml:trace>
  <inkml:trace contextRef="#ctx0" brushRef="#br0" timeOffset="-210046.63">32543 17249 1003 0,'0'0'35'0,"0"0"-35"0,0 0-18 15,0 0-151 1,0 0-360-16</inkml:trace>
  <inkml:trace contextRef="#ctx0" brushRef="#br0" timeOffset="-209426.96">32616 17486 840 0,'0'0'149'0,"0"0"-122"16,0 0-16-16,0 0-11 16,0 0-16-16,0 0-56 15,85-99-15-15,-81 95 38 16,1 4 46-16,-5 0 3 16,0 0 25-16,0 0-1 0,0 15-8 15,0 2 33 1,0 5-48-16,0-4 0 15,0-1-1-15,0-12-1 0,0-1 1 16,0-4 22-16,0 0 53 16,0 0 7-16,10-8-8 0,7-10-34 15,3 0-10 1,4-6-26-16,-2 3-4 16,-1 2-12-16,-4 2-4 15,-3 12 7-15,-8 5-2 0,-1 0 11 16,-5 0-27-16,0 0 16 15,0 5-12 1,0 12 20-16,0 2-19 16,0-2-5-16,0-7 5 15,0-2 22-15,0-4 0 16,0-4 4-16,0 0 55 16,0 0-31-16,8 0 6 0,8-12-31 15,5-2 14-15,2-4-17 16,-2 4 0-16,1-3-21 15,-4 9-18-15,-9 8 4 16,2 0-12-16,-7 0 17 16,-2 0-6-16,-2 13 31 15,0 13-2-15,0 6-1 16,-6 3-34-16,-5-3-24 0,4-5 9 16,-4-4-165-1,7-7-254-15</inkml:trace>
  <inkml:trace contextRef="#ctx0" brushRef="#br0" timeOffset="-209246.65">32995 17383 926 0,'0'0'56'0,"0"0"-56"0,0 0-79 16,0 0-116-16,0 0-103 16</inkml:trace>
  <inkml:trace contextRef="#ctx0" brushRef="#br0" timeOffset="-209010.41">33189 17151 983 0,'0'0'155'16,"0"0"-108"-16,0 0-2 0,0 0-45 15,0 0-51-15,0 0-135 0,94-31-722 16</inkml:trace>
  <inkml:trace contextRef="#ctx0" brushRef="#br0" timeOffset="-208826.97">33227 17454 53 0,'0'0'0'0</inkml:trace>
  <inkml:trace contextRef="#ctx0" brushRef="#br0" timeOffset="-208476.72">33227 17454 108 0,'0'0'195'0,"0"0"-72"15,-50 63 30-15,46-63-19 0,2-5-31 16,2-14-33 0,0-1-58-16,0-4-9 15,4 6 0-15,8 2 0 16,-3 6 4-16,-3 6-7 16,1 4 0-16,-5 0-7 15,7 0-32-15,-2 8-2 0,-3 2 41 16,0 2-5-1,-1 2 1-15,-1-4 4 0,-2 2 0 16,2-6 7 0,0 2 9-16,1 0 42 0,4-2-40 15,-7-6 55-15,4 0-47 0,0 4 27 16,1 1-3 0,-3-1-38-16,0 5-11 0,0 0 1 15,0 1-2 1,6-3-23-16,-6 4 20 15,2-7-24-15,0 0-30 0,3 4-18 16,-3-2 3 0,-4 5 16-16,0 0-58 0,0-3-145 15</inkml:trace>
  <inkml:trace contextRef="#ctx0" brushRef="#br0" timeOffset="-208316.88">33364 17325 1020 0,'0'0'205'0,"0"0"-180"0,0 0-25 0,0 0-90 15,0 0-203 1</inkml:trace>
  <inkml:trace contextRef="#ctx0" brushRef="#br0" timeOffset="-208046.52">33387 17539 236 0,'0'0'805'0,"0"0"-723"0,0 0 0 15,0 0-34 1,0 0-28-16,89-102-20 0,-71 92-7 16,-5 6-15-16,-2 4-10 15,-3 0-1-15,-6 0-20 16,-2 19 35-16,0 2-8 16,0 5 21-16,0-2-45 15,0 2-49-15,0 1-55 16</inkml:trace>
  <inkml:trace contextRef="#ctx0" brushRef="#br0" timeOffset="-207874.72">33387 17539 1035 0</inkml:trace>
  <inkml:trace contextRef="#ctx0" brushRef="#br0" timeOffset="-207826.63">33387 17539 1035 0,'56'-62'53'0,"-31"71"-47"0,8-6-6 16</inkml:trace>
  <inkml:trace contextRef="#ctx0" brushRef="#br0" timeOffset="-195494.32">7475 8328 471 0,'0'0'34'0,"0"0"2"0,0 0-14 0,0 0-9 16,0 0-5-16,0 0-3 15,0 0-5-15,9 0 66 16,-7 0-22-16,-2 0 19 16,2 0-26-16,2 1 7 15,-2-1 6-15,8 3 5 16,-1-2-15-16,6 4-11 16,5-1 26-16,7 0-36 15,11 0 14-15,1 0-32 0,9-2 10 16,10 4-10-1,-5 0 12-15,0 0-13 0,-1 2 0 16,-5-4-2-16,-5 0 9 0,-2-2-11 16,-5-2 17-1,2 0-18-15,-9 0 11 16,-6 0-7-16,-3 0 1 16,-6 0-5-16,3 0 2 0,11 2-15 15,2 8 18 1,2 4 0-16,6-2 15 15,-3-6-6-15,-5-2-18 0,-2-4 7 16,-10 0-19-16,-5 0-52 16,-10 0-83-1,-2 0-217-15</inkml:trace>
  <inkml:trace contextRef="#ctx0" brushRef="#br0" timeOffset="-194244.9">8359 8274 485 0,'0'0'62'0,"0"0"15"0,0 0-24 0,0 0-8 0,0 0-7 16,0 0 7 0,36 1 13-16,-29 2 7 0,4 1-25 15,-3 3-10 1,4 0-14-16,-3 0 11 0,-1 0-24 15,0-1 7 1,-4 0-7-16,-2-3 3 16,0 0 4-16,-2 1 4 0,0 2-5 15,0 3 12-15,-2 1-9 16,-14 5-7-16,1-1 2 16,-5-6 1-16,2 2-8 15,0-4 4-15,3 0 1 16,1 0 8-16,1 0-9 0,-1 2-4 15,8 2 7 1,-1-5-10-16,5 1 10 16,2-3-14-16,0-3-3 15,0 0-15-15,0 0-17 16,0 0 42-16,0 0 12 16,0 0-11-16,0 0 10 15,0 0-6-15,0 0-3 16,0 0 7-16,0 0-13 0,0 0 4 15,0 0-1-15,0 0 0 16,0 0 2-16,0 0-2 16,0 0 6-16,0 0-14 15,0 0 17-15,0 0-14 16,-4 0 12-16,4 0-6 16,0 0 2-16,0 0 0 15,0 0 5-15,0 0-4 0,0 0 3 16,0 0-3-16,0 0 13 15,0 0-16-15,0 0 0 16,0 0 5 0,0-9 6-16,0-10-8 0,0-12 1 15,0-1-8-15,0-1 11 16,0 4-18-16,4 7 13 16,3 11-5-16,-3 5 3 15,0 6-2-15,-4 0-11 16,7 0-12-16,-2 0 10 15,-1 0-6-15,1 0-16 0,-5 1-64 16,4 2-63 0,-4 0 48-16,0 1-180 15</inkml:trace>
  <inkml:trace contextRef="#ctx0" brushRef="#br0" timeOffset="-181564.28">10790 9494 590 0,'0'0'85'0,"0"0"-18"0,0 0-8 0,0 0-1 16,0 0-31-16,0 0-9 16,0 0 23-16,16-1 1 15,-3-5 41-15,3 1-45 16,-3-1 5-16,7 1-39 15,-5-1 13-15,-3 6-17 0,-8 0-1 16,-4 0-9-16,0 6-8 16,0 20 18-16,-10 6 9 15,-9 14 5-15,-3 3-8 16,-3 1-5-16,8 1-1 0,-6 2 0 16,10-7-4-1,6-7 4-15,7-6 0 0,0-10 2 16,12-6-12-16,19-4 14 15,4-6-8 1,5-1 4-16,1-5-6 16,-8 6 6-16,-4-3-4 15,-5-4-4-15,-4 2-10 16,-6-2-23-16,-9 0-69 0,-5 0-61 16,0 0-129-16</inkml:trace>
  <inkml:trace contextRef="#ctx0" brushRef="#br0" timeOffset="-181186.72">10688 9771 774 0,'0'0'47'0,"0"0"184"0,0 0-134 0,0 0-34 16,120-14-13-16,-93 14-25 0,-3 0-3 15,-4 0-22-15,-4 0-6 16,-7 0-18-16,1 0-45 16,-4 0-16-16,-4 0-230 15</inkml:trace>
  <inkml:trace contextRef="#ctx0" brushRef="#br0" timeOffset="-180636.6">11265 9793 981 0,'0'0'8'0,"0"0"70"0,0 0-49 0,0 0-28 15,133 22-1-15,-115-22-8 0,-5 0-44 16,-6 0 10-16,-5 0-35 15,-2-5-52 1,0-5-131-16</inkml:trace>
  <inkml:trace contextRef="#ctx0" brushRef="#br0" timeOffset="-180436.76">11292 9625 860 0,'0'0'104'0,"0"0"1"16,0 0-32-1,0 0-49-15,115 26-24 16,-93-26-41-16,-6 0-82 16,-7 0-135-16,0-19-357 15</inkml:trace>
  <inkml:trace contextRef="#ctx0" brushRef="#br0" timeOffset="-179700.4">11915 9497 310 0,'0'0'293'0,"0"0"-180"0,0 0-19 0,0 0-32 0,0 0-28 0,0 0-17 15,7-10 48-15,7 2-35 16,-4 0 19-16,1 2-27 16,1 2 5-16,-1 4-17 15,-5 0-9-15,3 0-2 0,-2 6-8 16,-7 17-1-1,0 11 20-15,0 9-5 0,-4 5-5 16,-18 2 0-16,-8 3-5 0,-3-9 12 16,-2 0-14-1,-2-10 17-15,11-15-15 16,6-4 14-16,11-13-9 16,9-2 1-16,0 0 9 15,7 0-4-15,22 6-5 16,13-2 25-16,7 4-7 0,-3 5-12 15,-3 4 6-15,-7 5 0 16,-7 2-10-16,-4-4-6 16,-10 4 0-16,3 0-15 15,-12-5-55 1,3-4-79-16,-5-9-205 0</inkml:trace>
  <inkml:trace contextRef="#ctx0" brushRef="#br0" timeOffset="-178870.47">12588 9511 131 0,'0'0'192'0,"0"0"-99"15,0 0 28-15,0 0-22 0,0 0 38 16,0 0-59 0,2 0 3-16,-2 0-27 15,0 0 12-15,0 15-15 16,3 14 5-16,-1 7-28 16,-2 5-20-16,0 1 3 15,0-1-8-15,0 0 4 0,0-4-7 16,0 2-1-16,-2-6-3 15,-7-2-12-15,2-14-15 16,0-4-27-16,1-13-89 16,-3 0-137-16</inkml:trace>
  <inkml:trace contextRef="#ctx0" brushRef="#br0" timeOffset="-178656.81">12423 9733 957 0,'0'0'21'0,"0"0"132"16,0 0-67-16,134 4-67 16,-105-4 0-16,-7 5-19 15,-8-4 0-15,-1-1-21 16,-2 0-16-16,-2 0-51 15,-5 0-214-15</inkml:trace>
  <inkml:trace contextRef="#ctx0" brushRef="#br0" timeOffset="-177206.99">13189 9525 45 0,'0'0'780'0,"0"0"-745"0,0 0 12 0,0 0 18 15,0 0-23-15,0 0-18 16,90-10-14-16,-79 10-5 16,0 0 22-1,-4 0-22-15,-5 9 22 0,2 4-19 16,-2 5-1-16,-2 2-7 15,0-2-1-15,0-2-9 16,0-6 6-16,0 0 1 0,0-7-4 16,0 4 2-1,10-1-24-15,7 4 25 0,4 0 4 16,3 4-7 0,1 2 7-16,-3 4-3 15,-4 2-91-15,-10 3 94 16,-5 2 5-16,-3 3 13 0,-9 5 17 15,-18-2 9-15,-11 2-11 16,3-7-20-16,-6-2 2 16,3-12-15-16,7 0-1 0,-2-14-17 15,2 0-34 1,0 0-130-16</inkml:trace>
  <inkml:trace contextRef="#ctx0" brushRef="#br0" timeOffset="-176706.03">13684 9824 586 0,'0'0'97'0,"0"0"-2"0,0 0-10 0,0 0 1 15,0 0-22-15,0 0 25 16,-22 114-49-16,33-98-19 0,12-2-16 15,4-4 1-15,-2-2-12 16,0-4 6 0,6-4-4-16,-6 0-100 15,6 0 103-15,3 0-112 0,-3-16-53 16,-2-8-27-16</inkml:trace>
  <inkml:trace contextRef="#ctx0" brushRef="#br0" timeOffset="-176175.19">13791 9507 592 0,'0'0'111'0,"0"0"-109"0,0 0 54 0,0 0 31 0,0 0 15 15,0 0-69-15,18 4 11 0,-16-4 14 16,1 0-20 0,-3 0-17-16,0 0-12 0,0 0 16 15,0 0-22 1,0 0-3-16,-12 0-16 16,1-6-8-16,7 4-21 15,0 0 33-15,4-2-61 0,-3 4-242 16</inkml:trace>
  <inkml:trace contextRef="#ctx0" brushRef="#br0" timeOffset="-165033.54">12234 9172 283 0,'0'0'77'0,"0"0"-33"16,0 0-28-16,0 0 7 16,0 0-8-16,0 0 9 0,0 0 10 15,0 0 18 1,0 0 11-16,0 0-9 15,0 0-9-15,0 0-8 16,0 0-15-16,0 0 5 0,0 0 8 16,0 0-8-16,0 0 2 15,0 0 10-15,0 0 5 16,0 0-22-16,0 0 2 16,0 0-9-16,0-3 21 15,2-15-19-15,18-9 13 16,1-7-16-16,8-13-13 0,6-8 12 0,3-9-12 31,6-13 26-31,7-9-27 0,3 0 17 16,2 2-14-1,-3 9 13-15,1 13-16 16,-5 12 8-16,-11 12-5 0,-7 5-3 16,-4 10-15-16,-6 5-21 15,-3 1 19 1,1 8-87-16,-17 9-134 0,-2 0-427 15</inkml:trace>
  <inkml:trace contextRef="#ctx0" brushRef="#br0" timeOffset="-164066.89">12243 8929 451 0,'0'0'40'0,"0"0"24"16,0 0-36-16,0 0-4 0,0 0 14 15,0 0-14-15,5-5 35 16,-5 5-13 0,0 0 2-16,0 0 1 0,0 0 10 15,0 0-42 1,0 1 15-16,0 13-10 0,0 2 4 16,0 5 4-16,-5 0-23 0,-2 0 24 15,2-4-29 1,1 4 2-16,0-3-3 15,-1 0 9-15,-1-3-4 0,6 6 7 16,-3-3 2 0,3-7-5-16,0-5-10 0,0-6-1 15,0 0 1 1,0 0-14-16,0 0 2 0,3 0 12 16,12-9 35-1,6-9-19-15,2-6-8 0,8-5 12 16,-2-3-19-1,0 10 17-15,-4 5-10 16,-13 4-8-16,1 7 0 16,-7 2-6-16,1 3-1 0,-5 1-5 15,-2 0 7-15,0 0-33 16,0 0-2-16,-2 13-101 16,-20 7-94-16</inkml:trace>
  <inkml:trace contextRef="#ctx0" brushRef="#br0" timeOffset="-162216.65">13723 9132 119 0,'0'0'18'0,"0"0"-4"0,0 0 100 0,0 0 10 16,0 0-36-16,0 0-54 15,-4 0-24-15,4 0-8 16,-2 0 2-16,2 0 32 0,0 0-2 16,-2 0 33-16,2 0-5 15,-2 0 0 1,-2 0-25-16,4 0-5 0,0 0 2 16,0 0-16-1,0 0-18-15,0 0 3 0,0 0-9 16,0 0 12-16,0 0 8 0,0 0 6 15,0 0 0 1,0 0-18-16,0 0-2 16,0-8-7-16,8-9 7 15,11-2 27-15,10-7-10 16,6-7 60-16,10-3-40 16,4-4 6-16,13-6-16 15,5-4-2-15,2-6-19 16,5-8 1-16,3-5-5 0,-1 2 4 15,-7 9-12-15,-9 8-6 16,-12 11 1-16,-17 15-28 16,-10 12 6-16,-7 7-78 15,-7 5-11-15,1 0-139 16,-5 0-206-16</inkml:trace>
  <inkml:trace contextRef="#ctx0" brushRef="#br0" timeOffset="-161350.72">13814 8945 164 0,'0'0'48'0,"0"0"121"0,0 0-18 0,0 0-38 15,0 0-48 1,0 0-18-16,0 31-13 16,-3-12 8-16,-4-2-12 0,1-1 13 0,-1-1-17 31,1 4 1-31,-6 1 5 0,6-1-10 15,-3-1-2-15,-1-4-5 16,10-7 5-16,0-3-15 16,0-4 6-16,0 0-11 15,0 0 0-15,8 0-15 16,16 0 15-16,10 0 28 16,4-4-18-16,1-8 3 15,1-4-10-15,-1-3 4 0,-13 5-2 16,-6 4-5-16,-13 4 0 15,-3 6-9-15,-4 0-15 16,0 0-35-16,0 0-22 16,0 0-142-1,0 0-252-15</inkml:trace>
  <inkml:trace contextRef="#ctx0" brushRef="#br0" timeOffset="-157826.58">12574 7646 548 0,'0'0'17'0,"0"0"52"0,0 0-32 0,0 0 11 16,0 0 18-16,0 0 14 0,0 0-7 15,-4-10 13-15,4 10-36 16,-2 2-9 0,-2 10-25-16,1 10-11 0,-1 9 4 15,4 4-7-15,0 9 31 16,0 4-25 0,0 0-2-16,0 2-6 0,-2 1 7 15,-2-1-4 1,-4-3-2-16,2 2-1 0,-1-9 5 15,1-12-11-15,4-12 15 0,-4-7-16 16,6-9 15 0,0 0-6-16,-2 0 2 15,-2 0 8-15,-3-9-12 16,-1-15-9-16,-2-8 2 0,6-8 10 16,0-8-13-1,4-9 13-15,0-4-20 0,0-8 16 16,0 1-3-16,0 8-8 15,16 2-1-15,1 6 9 16,3 4 7-16,3 8-6 16,-6-1 6-16,3 2-5 15,-4 2 5-15,-2 7-6 16,-2 6-25-16,-3 12 24 16,1 10 0-16,5 2-8 15,-3 12 0-15,1 20 12 16,-5 16 15-16,-8 6-12 15,0 0-6-15,-21 5 1 16,-2-9 0-16,-4-6-2 16,2-3 2-16,6-3 2 0,1-7 15 15,9-7 11-15,7-11-24 16,2-2-2-16,0-7 8 0,2 0-19 31,11-4 22-31,5 5-9 0,-3 1 26 16,-3 4-18-16,-3 11-1 0,-3 5-2 15,-1-4 8 1,-3-4-15-16,5-7 0 0,0-9-64 16,3-2 15-1,4 0-17-15,-1-2 23 16,2-12-25-16,-3 2-98 16,-3 8-49-16,-7 4-224 0</inkml:trace>
  <inkml:trace contextRef="#ctx0" brushRef="#br0" timeOffset="-157256.79">12853 7832 277 0,'0'0'122'0,"0"0"-99"0,0 0 31 15,0 0-22-15,0 0 54 16,0 0-18-16,14-10 34 15,-14 20 12-15,0 12-35 16,0 10-34-16,0 0-24 16,-2-1-1-16,2-8-11 0,0-7-10 15,2-3 12-15,15-6-9 16,8-2-2-16,6 1 28 16,2-6-17-16,3 0 2 0,0 0-13 15,-2-18-53 1,-8-2-20-16,-6-3-78 15,-6 1-13-15,-10 4-74 0,-4 4 98 16,0 7 113-16,-2 1-19 16</inkml:trace>
  <inkml:trace contextRef="#ctx0" brushRef="#br0" timeOffset="-156986.78">12923 7897 635 0,'0'0'71'0,"0"0"95"16,0 0-108-1,0 0-50-15,0 0-8 16,115 10-32-16,-111-10-32 0,-4-8-26 16,0-9-159-16</inkml:trace>
  <inkml:trace contextRef="#ctx0" brushRef="#br0" timeOffset="-156786.75">12940 7716 691 0,'0'0'48'0,"0"0"21"16,0 0-41 0,0 0-8-16,0 0-20 0,0 0-28 15,81 0-81-15,-75-10-66 16,-2-2-120-16</inkml:trace>
  <inkml:trace contextRef="#ctx0" brushRef="#br0" timeOffset="-147362.83">15157 7850 468 0,'0'0'291'0,"0"0"-289"0,0 0 39 16,0 0-27 0,0 0 19-16,0 0 15 0,0 0 22 15,0 125-44 1,0-92 51-16,0 10-32 0,0 3-7 16,0 8-19-1,0 0-10-15,0-2-9 0,0-3-1 16,0-8-5-16,0-2 12 0,0-7-20 15,0-8 13 1,0-10-33-16,0-4-75 16,-4-6-16-16,-5-4-137 15</inkml:trace>
  <inkml:trace contextRef="#ctx0" brushRef="#br0" timeOffset="-146996.34">14827 8356 576 0,'0'0'170'0,"0"0"-71"15,0 0 74-15,120 13-64 16,-77-8-30 0,-1-5-37-16,0 0-6 0,-5 0-25 15,-6 0-4 1,0 0-7-16,-4-8-9 0,-3-7-2 15,0-4-54-15,-5-3-38 16,-9-5-175-16,-5 1-256 16</inkml:trace>
  <inkml:trace contextRef="#ctx0" brushRef="#br0" timeOffset="-146534.95">14976 7972 716 0,'0'0'203'0,"0"0"-54"0,121 0-42 0,-68-4-54 0,-1-10-8 16,-12 1-45-16,-5-1-9 15,-8 4-38-15,-10 0 14 16,-3 10-57-16,-7-3-84 15,-5 2-173-15</inkml:trace>
  <inkml:trace contextRef="#ctx0" brushRef="#br0" timeOffset="-145736.71">15483 8303 465 0,'0'0'90'0,"0"0"-35"0,0 0 13 0,0 0-12 0,0 0-29 16,0 0 4 0,-8 73 0-16,8-77-13 0,10-14 26 15,9-4 11-15,2-7-6 16,1 4-48-16,3 3 5 16,-4 4-6-16,-2 9-12 15,-4 9-1-15,-3 0 6 16,-6 20 7-16,0 9 56 0,-6 0 26 15,5-7-60 1,0-8-3-16,2-7-17 0,3-7-4 16,4 0 2-1,12-14 0-15,5-12 22 0,6-1-13 16,-4 7 6 0,-2 8-10-16,0 12-8 0,-4 0 15 15,-5 15-10 1,0 12 4-16,-9-1 23 0,1-3-23 15,-3-9-6 1,1-8-4-16,-3-5-40 0,1-1 27 16,-3 0-62-16,-2 0-53 15,-5-6-241-15</inkml:trace>
  <inkml:trace contextRef="#ctx0" brushRef="#br0" timeOffset="-132558.87">13958 5703 23 0,'0'0'119'0,"0"0"-16"0,0 0-60 0,0 0-22 15,0 0-16-15,0 0 1 0,0 0 8 16,-2-3 59 0,2 3 5-16,0 0 6 0,0 0 15 15,0 0-23-15,0 0-45 16,0 0 17 0,0-2 8-16,0-1-9 15,0-1-34-15,0 2 28 0,0-1 32 16,0-1-30-16,0 4-15 15,0-3-18-15,0-5 17 16,0 1-19-16,0 0 11 0,2-3-4 16,10-5 12-1,3 1-12-15,3-1-2 0,2-2 4 16,2 1-16 0,-4 5-2-16,6 0 8 15,-8 5-16-15,-1 6 6 16,-3 0 2-16,-5 0-9 0,-3 0-7 15,-2 5 11-15,-2 16-2 0,0 11 2 16,-9 7 11 0,-11 4-5-16,1 4 0 0,-2-5 3 15,3-6-2 1,1-2-1-16,5-6 1 16,3-4 0-16,-1-4 4 15,1-2 3-15,6-10 0 16,3-2-8-16,0-6-3 0,12 0-14 15,14 0 17 1,10 0 1-16,6 0 8 0,3-11-7 16,-1 2 6-1,-6 6-1-15,-14 3-5 0,-5 0-4 16,-9 0-20 0,-5 3 0-16,-5 13-44 0,0 4-95 15,-5 0-258 1</inkml:trace>
  <inkml:trace contextRef="#ctx0" brushRef="#br0" timeOffset="-131716.65">14618 5893 399 0,'0'0'328'0,"0"0"-277"0,0 0 70 16,0 0-62-16,0 0-35 15,140 4 11-15,-109-10-35 0,-4 0-22 16,-7 2 7 0,-4 1-5-16,-5 3-65 15,-9 0-35-15,-2 0-63 16,0 0-172-16</inkml:trace>
  <inkml:trace contextRef="#ctx0" brushRef="#br0" timeOffset="-131214.78">14662 5689 510 0,'0'0'341'0,"0"0"-206"0,0 0 31 0,0 0-115 0,0 0-18 0,0 0-30 16,123 14-6-16,-107-14 2 0,1 0-11 15,-3 0-47 1,-3 0-134-16,-5 0-618 16</inkml:trace>
  <inkml:trace contextRef="#ctx0" brushRef="#br0" timeOffset="-129976.78">15293 5541 255 0,'0'0'275'0,"0"0"-198"0,0 0 21 0,0 0-21 16,0 0 34-16,0 0-25 15,9 0-24 1,-5 0-2-16,5-5-19 0,-3-1-5 16,2 2-25-16,-2 0 14 15,3 2-17-15,1 0 1 16,3 0 1-16,-3 2-5 15,0 0-10-15,5 0 8 16,-6 0-6-16,2 14 5 16,-6 4-9-16,-5 7 8 15,0 2-2-15,0 4 1 16,-16 1 0-16,-4 0-1 0,-4 2 1 16,1-4 14-1,0-4-13-15,2-2 21 0,7-5-15 16,3-11 7-16,7 3-14 15,4-3 1-15,0-4 1 16,0 2 0-16,4-2 3 16,17 5 0-16,2-6 8 15,8 1-2-15,6-4 24 16,-2 0-5-16,-6 1-2 16,0 2-11-16,-9 1-14 0,-8 4-3 15,-2 2-5 1,-1 2-2-16,1 1-9 0,-4 3 15 15,5-11-38-15,-2-1-30 16,0-4 2-16,0 0-14 16,-3-16-110-16,-4-6-580 15</inkml:trace>
  <inkml:trace contextRef="#ctx0" brushRef="#br0" timeOffset="-128794.38">16026 5530 49 0,'0'0'516'0,"0"0"-415"0,0 0-7 15,0 0-48-15,0 0-37 16,0 0 12-16,5 0-8 16,-3 0 17-16,0 4 27 15,-2 4-16-15,5 4 40 16,-5 0-22-16,0 4-14 15,0 0-15-15,0 0-5 16,0 9-10-16,0 4 3 0,0 3-7 16,0 2 4-1,0 1-3-15,0-3-4 16,0-2-7-16,0-2 7 16,0-8-16-16,0-8-6 0,0-6-11 15,0-6-26-15,0 0-48 16,-7 0-250-16</inkml:trace>
  <inkml:trace contextRef="#ctx0" brushRef="#br0" timeOffset="-128310.95">15901 5742 381 0,'0'0'371'0,"0"0"-252"0,0 0 15 16,0 0-12-16,0 0-22 15,0 0-36-15,130 11 18 16,-95-11-43-16,-1 0 8 16,-5 0-39-16,-8 0-8 0,0 0-1 15,-3 0-27-15,-3 0-45 16,1 0-30 0,-5 0-24-16,-2-8-217 0</inkml:trace>
  <inkml:trace contextRef="#ctx0" brushRef="#br0" timeOffset="-127212.03">16478 5668 37 0,'0'0'407'0,"0"0"-295"0,0 0-18 16,0 0-45-1,0 0-35-15,0 0 9 0,-8 53 32 16,3-40 2 0,0 0 8-16,3 1-22 15,-2 3 17-15,1 0-24 16,1 3 9-16,-2 0-19 0,4 0 6 15,0-2-16-15,0-2 0 16,0-4 5-16,0 0-16 16,15 0 12-16,1-3-15 0,2-2 16 15,2-3-14 1,2-4-4-16,3 0 8 16,-3 0-8-16,0 0 3 15,3-20 4-15,0-4-6 16,-1-2 6-16,-4-2-11 15,2 2 11-15,-4 0-14 0,-7 2 13 16,-2 0-10-16,-7-2 4 16,-2 2-8-16,0-2-5 15,0 5-16-15,-11 7 21 16,-5 5 8-16,-1 5 3 16,-4-1 0-16,6 5 0 15,-3 0-3-15,0 0 0 16,3 0-5-16,-1 17 1 15,-8 11-1-15,-1 4 10 16,3 7-9-16,-1-4 15 16,4 1-22-16,3-6 4 0,5-6-27 15,2-8-101 1,2-10-151-16,5-1-374 0</inkml:trace>
  <inkml:trace contextRef="#ctx0" brushRef="#br0" timeOffset="-126596.78">16984 5842 448 0,'0'0'511'0,"0"0"-390"0,0 0-11 0,0 0-81 15,0 0 9 1,0 0-34-16,24 0-4 0,-19-1-20 0,-2-4-10 31,-3 5-21-31,0-2-125 16,0-3-523-16</inkml:trace>
  <inkml:trace contextRef="#ctx0" brushRef="#br0" timeOffset="-125886.52">17374 5654 426 0,'0'0'164'0,"0"0"-25"0,0 0 4 0,0 0-28 16,0 0-32-16,0 0-54 0,0 49-1 15,-2-35-1-15,-3 3 7 0,1 2 0 16,2 3-15 0,-6 1 21-16,6 2-35 15,2-6 12-15,-4 0-17 16,4-2-2-16,0-9-3 0,0 3-2 16,12-7-18-1,3 0 15-15,5-4 6 16,5 0-18-16,-3 0 8 15,0 0-45-15,-2-4-32 0,-2-11-84 16,-4-2-185 0</inkml:trace>
  <inkml:trace contextRef="#ctx0" brushRef="#br0" timeOffset="-125230.66">17448 5406 322 0,'0'0'518'0,"0"0"-339"16,0 0-16-16,0 0-66 15,0 0-11-15,0 0-64 0,13 0-12 16,-11 0-10-16,-2 0-17 16,0 0-25-16,0 0-73 15,0 16-176-15</inkml:trace>
  <inkml:trace contextRef="#ctx0" brushRef="#br0" timeOffset="-117336.7">15438 6450 3 0,'0'0'141'0,"0"0"-28"15,0 0-10-15,0 0 13 0,0 0-56 16,0 0-59-16,0 0-1 15,-3 29-7-15,3-29-48 16,0-4 13-16,0 0-1 16,0 0 2-16,0 2 27 15,0 2 14-15,0 0 6 16,0 0-3-16,0-2 20 16,0-2 0-16,0-1 37 15,0 1-12 1,0 2 1-16,0 1-24 0,0-4 12 15,0 5-15-15,0-1-8 0,0 1 13 16,0 0 6 0,0 0 21-16,0 0-35 0,0 0 16 15,0 0-20 1,0 0 11-16,0 6-5 0,0 12 33 16,0 9 7-1,0 9 6-15,-4 3-15 0,0 3-37 16,-1-4-5-16,3-1-2 15,0-8-15 1,0-7 8-16,-3-8-2 0,5-6-15 16,0-5-18-16,0-3-55 15,0-7-134-15,0-17-350 16</inkml:trace>
  <inkml:trace contextRef="#ctx0" brushRef="#br0" timeOffset="-116604.72">15387 6475 236 0,'0'0'65'0,"0"0"14"0,0 0-57 0,0 0 1 0,0 0-12 0,0 0 75 16,0 0-15-16,0 0-3 16,0 0-22-16,0 0 21 15,0 0-19-15,0 0-3 16,0 0-29-16,4-10 23 15,11-5 9-15,4-4-17 16,3-3 4-16,2-2 5 16,1-1-10-16,-3 1-19 15,-1 4-16-15,-4 8 5 16,-6 5-3-16,-6 2-12 16,-1 5-8-16,-4 0-2 15,2 2 20-15,-2 13 5 0,2 4 4 16,3 0 15-16,1-3-17 15,1-1-4-15,0-2-21 16,0-4 2-16,-3-2-28 16,0-4-62-16,-2-3-34 15,3 0-171-15</inkml:trace>
  <inkml:trace contextRef="#ctx0" brushRef="#br0" timeOffset="-115526.49">15680 6739 358 0,'0'0'145'0,"0"0"-64"0,0 0-3 0,0 0-17 0,0 0 6 15,0 0-48-15,0 68 21 16,0-43 5-16,-2 4 12 15,0 4-38-15,0-1-8 0,2 1 18 16,-2-8-23 0,2 1 10-16,-2-6-11 0,0-3 16 15,2-5-12 1,0-10 0-16,-3-2 2 0,3 0-3 16,0 0 15-1,-2-14-13-15,-3-9-10 0,-2-9 3 16,7 0-15-1,0-6 19-15,0-2-7 0,0 1 0 16,0-1 0-16,0-2 0 0,0 6-7 16,12 2 1-1,-1 2-8-15,7 8 11 16,2 0 6-16,4 2-16 16,1 4 7-16,-3 4-2 0,-4 8-12 15,-7 6 14 1,3 0-8-16,-1 6 14 15,-4 16 4-15,-5 0-2 0,-4 0-4 16,0 0 2-16,0 0-6 16,-6 2-10-16,-17 1 9 15,-1 4 5-15,-3 4 2 16,4-4 3-16,6 4 0 16,3-7 12-16,8-2-11 15,6-5 28-15,0-6-25 16,0-1 11-16,11-4-9 15,9 0 4-15,-2-4 13 16,-1 2-16-16,-5 4 12 16,-1-2-9-16,-5 6 32 15,-1-3-39-15,2-4 3 16,-5-1-9-16,0-6-8 16,1 0-45-16,3 0-12 0,-2 0 27 15,1 0 5 1,2 0 8-16,-3 0-26 0,1-2-89 15,3-12-136-15,1-4-275 16</inkml:trace>
  <inkml:trace contextRef="#ctx0" brushRef="#br0" timeOffset="-115142.77">15971 6916 148 0,'0'0'315'0,"0"0"-256"0,0 0-11 0,0 0 3 16,0 0 43-16,0 0-3 16,0 0 1-1,0 1 0-15,0 4-15 0,0 1-11 16,0 0-36-16,0 10-4 15,0-5-12-15,0 10 2 16,0-3-10-16,0-2-6 16,17-4 0-16,1 0 4 15,2-3-13-15,2-4 25 16,1-5-28-16,-1 0 12 16,-2 0-1-16,-2-1-15 15,-1-16-10-15,-1-3 0 16,-3-8-44-16,-1 1-13 15,-6 0-96-15,1 3 63 0,-5 4-55 16,-2 8-138-16</inkml:trace>
  <inkml:trace contextRef="#ctx0" brushRef="#br0" timeOffset="-114906.58">16035 6882 531 0,'0'0'40'15,"0"0"64"-15,0 0-57 0,0 0 13 16,0 0-25-16,0 0-18 16,40 27-17-16,-36-30 0 15,-4-13-36-15,0-1-103 16,0-4-318-16</inkml:trace>
  <inkml:trace contextRef="#ctx0" brushRef="#br0" timeOffset="-114756.79">16035 6882 839 0,'13'-94'114'0,"-4"98"-9"0,5-3-30 15,-1 3-65 1,1-4 5-16,-4 0-15 0,3 0-11 15,3-15-44-15,-3-6-77 16,1 3-216-16</inkml:trace>
  <inkml:trace contextRef="#ctx0" brushRef="#br0" timeOffset="-113806.54">16779 6441 411 0,'0'0'104'0,"0"0"-14"0,0 0-6 16,0 0 8-16,0 0-22 16,0 0-12-16,38 7-24 15,-27 13 25-15,5 4 31 16,2 3-46-16,-1 5-17 15,6-2-15-15,-4 2-5 0,2-2-1 16,-1 0-2-16,-3 0-4 16,-1 1-7-16,-3-8 1 15,3-7-9-15,-3-7-33 16,1-9-51-16,-5 0-3 16,-5 0-97-16,-4-10-279 15</inkml:trace>
  <inkml:trace contextRef="#ctx0" brushRef="#br0" timeOffset="-113172">16705 6571 180 0,'0'0'0'0,"0"0"-174"0,0 0 168 0,0 0 6 0,0 0 204 16,0 0-21-16,-6 8-29 15,6-6-34-15,0 1 10 16,0-3-37-16,4 0-23 16,10 0-36-16,8 0 29 0,2-17 6 15,-1-2-22 1,-1-1-13-16,-4 5-24 0,-5-4-4 15,0 9 0-15,1-3-12 16,-1 3-9-16,-4 2 1 16,1 2-13-16,-6 1 10 0,-2 5-19 15,-2 0-69 1,0 0-52-16,0 0-22 0,-2 0-64 16</inkml:trace>
  <inkml:trace contextRef="#ctx0" brushRef="#br0" timeOffset="-112806.58">16699 6528 130 0,'0'0'469'16,"0"0"-374"-16,0 0-4 16,0 0-46-16,0 0-26 15,0 0-5-15,33-78-14 16,-26 53-5-16,0 0-18 16,-3 7 23-16,-4 6 11 15,5 6 1-15,-5 6-5 0,0 0 3 16,4 0 34-16,0 0-38 0,6 8 24 15,1 11 20 1,4 0-7-16,3 6-28 16,4-6 3-16,3-2-15 15,-5-9-3-15,2-2-44 16,-9-6-76-16,-8 0-312 16</inkml:trace>
  <inkml:trace contextRef="#ctx0" brushRef="#br0" timeOffset="-112093.23">17465 6734 720 0,'0'0'53'0,"0"0"86"0,0 0-102 16,0 0 1-1,0 0 19-15,0 0-18 16,58 109-31-16,-58-70 5 15,0 1 0-15,0-2 7 0,0 1-15 16,0-4-10-16,-8-1 0 0,3-5-26 16,-2-8-76-1,-2-7-50-15,3-4-199 0</inkml:trace>
  <inkml:trace contextRef="#ctx0" brushRef="#br0" timeOffset="-111790.88">17353 7113 675 0,'0'0'130'16,"0"0"58"-16,0 0-65 16,112 4-60-16,-74-4-16 15,-5-4-46-15,-6 1 4 0,-7 2-5 16,1-2-5 0,-10-3-38-16,-3-2-58 0,-3-2-180 15,-5-4-189 1</inkml:trace>
  <inkml:trace contextRef="#ctx0" brushRef="#br0" timeOffset="-111476.73">17394 6725 752 0,'0'0'137'15,"0"0"55"-15,0 0-83 16,0 0-75-16,0 0-8 15,125 0-26-15,-100 0-6 0,6 0-23 16,-2 0-3 0,2-2-9-16,-2 2-91 15,-10 0-111-15,-5 0-524 16</inkml:trace>
  <inkml:trace contextRef="#ctx0" brushRef="#br0" timeOffset="-110793.11">17731 7000 689 0,'0'0'180'0,"0"0"-45"0,0 0-62 0,0 0-10 0,0 0-36 16,0 0 3 0,0 59-25-16,0-41-5 0,0-7 0 15,0-2 0 1,0-6 7-16,0-3-7 0,0 0 28 15,0 0-25-15,0 0 17 16,4-3-13-16,5-16-9 16,11 1 9-16,-1 0-7 0,2 2 1 15,4 4 2 1,-10 9-6-16,3 3 10 0,-7 0 5 16,0 11-9-1,0 3 20-15,-6 6-14 0,-3-8 4 16,4 2-13-1,0-8 4-15,2-6-4 0,7 0 1 16,1 0 17-16,11 0-18 16,-4 0 12-16,3-8-7 15,-6 6-10-15,0 2 5 16,-2 0-1-16,-2 0-7 16,-1 8-22-16,-8 0-15 15,0 2-48-15,-5 3-97 16,-2 1-319-16</inkml:trace>
  <inkml:trace contextRef="#ctx0" brushRef="#br0" timeOffset="-96056.58">15362 9487 377 0,'0'0'126'0,"0"0"-57"16,0 0 28-16,0 0-48 15,0 0-6-15,0 0 6 16,0 0 6-16,0 0-7 16,0 0 6-16,0 0-4 0,0 0-12 15,0 0-1-15,0-2-30 0,9-4 11 16,5-1-1 0,1 0 17-16,3-4-20 0,2 10 10 15,4-2-15 1,-3-1-7-16,0 4-2 15,0 0 9-15,-5 0-19 0,-10 8 2 16,1 9 4-16,-7 2-14 16,0 10 17-1,-9 13 1-15,-20 4-1 16,0 4 0-16,0-2-17 16,4 0 16-16,8-5 1 0,1-7-8 15,3-5 17 1,5-4-16-16,0-10 16 0,8-2-9 15,0-7 1-15,0-4-7 16,27-2 2-16,2-2 10 16,11 0-14-16,0 0 9 15,0-4 0-15,-4-4-35 0,-7 0-9 16,-7-1-16 0,-7 6-84-16,-8-1-16 15,-7 4-62-15,0 0-156 16</inkml:trace>
  <inkml:trace contextRef="#ctx0" brushRef="#br0" timeOffset="-95656.55">15338 9769 768 0,'0'0'150'0,"0"0"47"0,0 0-89 16,113 0-86-16,-89 0-13 16,-1-7-9-16,-5 5-14 15,-5-5-1-15,-1 1-29 0,-8 1-41 16,-4-4-181-16,0 1-492 0</inkml:trace>
  <inkml:trace contextRef="#ctx0" brushRef="#br0" timeOffset="-94976.96">16050 9733 464 0,'0'0'301'0,"0"0"-224"16,0 0 67 0,0 0-47-16,0 0-35 0,0 0-51 15,96 0 8 1,-73 0-12-16,-5-4 13 15,-5 0-20-15,-5 0 0 0,-3 1-1 16,0 0-26-16,-3 0-29 16,-2-6-86-16,0-1-108 15,0-4-408-15</inkml:trace>
  <inkml:trace contextRef="#ctx0" brushRef="#br0" timeOffset="-94741">16040 9559 851 0,'0'0'89'15,"0"0"90"-15,0 0-87 16,0 0-58-16,120-8-26 0,-109 8-8 15,-5 0-16 1,-4 2-49-16,-2 6-58 16,0-2-116-16,0-4-346 0</inkml:trace>
  <inkml:trace contextRef="#ctx0" brushRef="#br0" timeOffset="-89561.99">17875 9284 205 0,'0'0'334'0,"0"0"-251"0,0 0 31 0,0 0-45 15,0 0-38-15,0 0-1 16,0 0-24-16,-2-20 6 15,4 18 18-15,3 2 12 16,-3-2 4-16,5 2-44 0,1-3 34 16,1 0-19-1,1-2-1-15,7-4-12 16,3 1-4-16,1-2 3 0,-2 8-2 16,-1 0 7-16,-7 2-3 15,-4 0-10-15,-2 4 10 16,4 17 10-16,-1 2-15 15,-6 7-1-15,-2 6-37 16,-10 4 0-16,-22 6 35 16,-11 4 3-16,-3-1 6 0,4-7 37 15,4-4-4 1,14-9-33-16,1-4 3 16,9-5-8-16,8-9 3 15,6 2-4-15,0-3 1 16,0 0-7-16,14 0 12 15,7 2 6-15,4-4-10 0,6 0 32 16,0-1-32-16,3-7 0 16,-5 0-2-16,-7 0-3 15,-4 2-19-15,-7 5-59 16,-6-1-25-16,-3 0-91 16,-2-6-275-16</inkml:trace>
  <inkml:trace contextRef="#ctx0" brushRef="#br0" timeOffset="-89115.34">18307 9574 587 0,'0'0'97'0,"0"0"-1"0,0 0-41 0,0 0-31 0,0 115 11 15,0-86-34-15,0-4 1 0,0-3 4 16,0-4 14-16,18-8-4 0,1-3-14 15,2-6 22 1,6-1-24-16,0 0-7 16,-5 0-214-1,1 0 118-15</inkml:trace>
  <inkml:trace contextRef="#ctx0" brushRef="#br0" timeOffset="-88746.63">18357 9388 786 0,'0'0'114'0,"0"0"-76"15,0 0 29-15,0 0-28 16,0 0 9-16,0 0-24 15,0 2-22-15,0-2-2 16,2-2-100-16,-2-5-118 16,0 0-433-16</inkml:trace>
  <inkml:trace contextRef="#ctx0" brushRef="#br0" timeOffset="-87746.84">17334 9408 316 0,'0'0'305'0,"0"0"-193"0,0 0 1 16,0 0 7-16,0 0-19 0,0 111-41 16,0-71-51-1,0-6 8-15,0 2-16 16,0-2 30-16,0-4-13 16,0-2 3-16,0-6-15 15,0-3-6-15,0-6-1 16,0-3-16-16,0-2-3 0,0-4-42 15,0-1-32-15,0-3-44 16,0 0-103-16,-12 0-191 16</inkml:trace>
  <inkml:trace contextRef="#ctx0" brushRef="#br0" timeOffset="-87416.6">17120 9647 472 0,'0'0'122'15,"0"0"34"-15,0 0 21 0,0 0-47 16,129 0-14 0,-87 0-48-16,1 2 1 0,-3-2-37 15,-3 0-21 1,-5 0-10-16,-1 0-2 16,-11 0-15-16,-2-4-9 15,-2 0-25-15,-6-5-50 16,-2 1-227-16</inkml:trace>
  <inkml:trace contextRef="#ctx0" brushRef="#br0" timeOffset="-86447.08">16520 9619 448 0,'0'0'144'0,"0"0"-15"0,0 0-67 15,0 0-14 1,14 106-31-16,-1-86 2 16,1-3-14-16,-1-4 2 15,-1-3 20-15,1 5 7 16,2-5 8-16,5 1-13 15,3 0 28-15,4-7-51 16,-1 2 5-16,3-6-5 16,-1 0-3-16,-5-2-3 0,-3-20 0 15,0-11 8-15,-2-5-2 16,-4-2-10-16,-5 4 15 16,1-3-4-16,-3 8-4 15,-5-1-2-15,-2 6-1 16,0 2-2-16,-2-2-28 0,-18 4-11 15,-4 1-26-15,-3 11-33 16,-6 10 82-16,-3 0 16 16,-7 21 2-16,1 19 46 15,-2 3-41-15,1 10-5 16,5-9-112-16,5-4-248 16</inkml:trace>
  <inkml:trace contextRef="#ctx0" brushRef="#br0" timeOffset="-77776.88">16884 9113 54 0,'0'0'0'0,"0"0"-5"15,0 0 5 1,0 0 58-16,0 0 22 0,0 0 16 16,0 0-12-1,0-12 31-15,0 12-24 16,0 0 7-16,0-1-36 16,0-2-15-16,0 2-33 15,0 1-10-15,-3 0 4 16,1 0-4-16,0 0 14 0,2 0-12 15,0 0 51-15,0 0-8 16,0 0 4-16,0 0-2 16,0 0-25-16,0 0-13 15,0 0-12-15,0 0 1 16,0 0-2-16,0 0 8 16,0 0-8-16,0 0 22 15,0 0-14-15,-2 0 17 16,2 0 6-16,0 0-18 15,0 0 0-15,0-8-11 0,0-11-4 16,0-7 19-16,0-10-17 16,20-9 3-16,9-10 1 15,5-7 4 1,8-12-6-16,5-6-2 0,1-5 2 16,10 5-10-16,-4 11 13 15,-8 16-12 1,-5 15-15-16,-17 18-29 0,-10 16-69 15,-12 4-79-15,-2 1-199 16</inkml:trace>
  <inkml:trace contextRef="#ctx0" brushRef="#br0" timeOffset="-76794.52">16852 8868 173 0,'0'0'54'0,"0"0"36"0,0 0 18 16,0 0-1-16,0 0-55 15,0 0-2-15,3 0 0 16,-3 0 12-16,0 0-35 0,0 0 0 16,0 0 6-1,0 0 22-15,0 0-28 0,0 0-19 16,0 0 4 0,0 0-9-16,0 0 19 0,0 0-13 15,0 0 13-15,0 0-9 16,0 0 22-16,0 0-17 15,0 1-5-15,0 9-7 0,0 2 13 16,0 6 4 0,-3 2-11-16,-5 4 7 15,-1 4-13-15,-3 4 3 16,-1 2-9-16,5-6 10 16,0-2-10-16,4-5 6 15,4-7 0-15,0-4-5 16,0-5-2-16,9-2 9 15,15-3-14-15,5 0 8 0,3-24-2 16,1-9 0-16,2-2 0 16,-3-3-3-16,6 6 6 15,-7 6-3-15,-6 9 14 16,-10 7-25-16,-4 3 11 16,-9 7-6-16,3 0-43 0,-5 0-47 15,0 0-72 1,0 0-142-16</inkml:trace>
  <inkml:trace contextRef="#ctx0" brushRef="#br0" timeOffset="-75691.96">17481 7788 183 0,'0'0'321'0,"0"0"-270"16,0 0 56-1,0 0-26-15,0 0-27 0,0 0 52 16,-7 40-53-16,5-14-3 15,0 5-20 1,-3-2 18-16,3 6-41 0,0-3 15 16,0 0-4-16,0-2-15 15,-3-2 10-15,-4-4-9 16,0-1 26-16,5-9-22 16,-3-5 16-16,7-3-23 0,0-6-1 15,0 0-1 1,0 0-6-16,0 0 6 15,0-18 2-15,0-8-2 0,0-8 6 16,0-6-11 0,0-4 8-16,0-3-5 0,7 0-4 15,6-3-3 1,7 3-11-16,5 6-1 0,-3 4 22 16,0 7 0-1,0 4-5-15,-1 8-20 0,-4 6-24 16,-5 12 28-16,-6 0 8 0,-4 16 0 15,-2 14 13 1,0 4-2-16,0 3 5 0,-8-6-7 16,-8 7-6-1,-1-4 9-15,0-6 2 0,5 1 2 16,4-5 0 0,6-6 2-16,2-2 10 0,0-2-10 15,22-2 16 1,7-4 2-16,7 1 27 0,-1 0-44 15,-6-1 24-15,-2-1-23 0,-8 4-7 16,-11-1-1 0,-3-2-26-16,-3-4-10 0,-2 5-39 15,0-7 36 1,0 7-110-16,0-1-24 16,-13 0-61-16</inkml:trace>
  <inkml:trace contextRef="#ctx0" brushRef="#br0" timeOffset="-75341.2">17750 8008 39 0,'0'0'470'0,"0"0"-452"0,0 0 31 0,0 0-3 0,0 0 48 16,0 0 7-16,14 61 31 16,1-42-67-16,6 0-27 0,1-4 2 15,0-8-29 1,5-4 26-16,-3-3-28 15,1 0 6-15,-2 0-13 0,-4 0 15 16,1 0-17-16,-9-7-3 16,-1-11-45-16,-8-3-86 15,-2-2-172-15</inkml:trace>
  <inkml:trace contextRef="#ctx0" brushRef="#br0" timeOffset="-75177.02">17829 7957 475 0,'0'0'19'16,"0"0"-11"-16,0 0-8 15,0 0-59-15,0 0-315 16</inkml:trace>
  <inkml:trace contextRef="#ctx0" brushRef="#br0" timeOffset="-74996.75">17829 7957 946 0,'22'-14'8'15,"0"15"151"1,2-1-87-16,1 0-20 0,4 0-52 15,-6-3-12-15,-8-11-64 16,-1-6-47-16,-6 6-125 16,-8-1-530-16</inkml:trace>
  <inkml:trace contextRef="#ctx0" brushRef="#br0" timeOffset="-73776.81">18346 8912 435 0,'0'0'388'0,"0"0"-345"0,120-168 71 0,-51 84-88 15,2-6 10-15,5 4-10 16,-5 12 25-16,-6 10-22 16,-9 7-11-16,-6 11-18 15,-9 8-13-15,-12 12-28 16,-16 15-128-16,-7 11-103 15,-6 0-333-15</inkml:trace>
  <inkml:trace contextRef="#ctx0" brushRef="#br0" timeOffset="-73066.72">18252 8738 392 0,'0'0'140'0,"0"0"-4"0,0 0-35 0,0 0-9 15,0 0-10-15,0 0-21 16,0 77-37-16,0-57-2 16,0-2-21-16,0-3 1 0,0-4 3 15,-2-3 26 1,2-4-23-16,0 0 10 0,0-2-9 16,0 0-3-1,0 0 5-15,0-2-9 16,19 0 17-16,10 0-15 0,11 0 25 15,5-8-15 1,-1-9 16-16,-3 4-18 0,-14 3-12 16,-12 4-11-16,-10 6-33 15,-5 0 20-15,0 0-39 16,-11 16-17-16,-5 3-10 16,3-2-12-16,4-9-43 15,4-8-521-15</inkml:trace>
  <inkml:trace contextRef="#ctx0" brushRef="#br0" timeOffset="-71744.47">19047 7495 738 0,'0'0'52'0,"0"0"2"0,0 0 57 16,0 0-3-16,0 111-38 16,0-68-60-16,-2 0 10 0,-9-5-13 15,0-2-1 1,1-3 0-16,0-5-4 0,-1-2-2 15,1-5-10-15,2-4-10 16,5-5-46-16,1-8-36 16,-2-4-140-16,2 0-285 0</inkml:trace>
  <inkml:trace contextRef="#ctx0" brushRef="#br0" timeOffset="-71476.58">18826 7858 585 0,'0'0'240'16,"0"0"-61"-16,0 0-9 15,135 12-99-15,-89-12-17 16,6 0-34-16,-8 0-20 15,-9 0-21-15,-10 0 8 0,0-3-26 16,-12-1-13-16,-6-5-74 16,-5-2-164-16</inkml:trace>
  <inkml:trace contextRef="#ctx0" brushRef="#br0" timeOffset="-71126.59">18851 7472 126 0,'0'0'699'16,"0"0"-645"-16,0 0 94 16,0 0-53-16,0 0-35 15,156 0-23-15,-96 0-11 16,0 0-17-16,-4 0-9 15,-4-9-22-15,-12 1-79 16,-16 2-146-16,-11-4-410 0</inkml:trace>
  <inkml:trace contextRef="#ctx0" brushRef="#br0" timeOffset="-70426.77">19198 7704 377 0,'0'0'168'0,"0"0"-166"0,0 0 56 15,0 0-27-15,0 0 34 0,0 0-29 16,0 12 41 0,0-4 45-16,0-2-59 0,0 0 0 15,0 1-21 1,3-1-2-16,-3 2-20 0,0 3 19 16,0 3-17-16,0 1 10 15,0-4-26 1,3-5 0-16,1-2-6 0,2-4-5 0,7 0-2 15,3-8 2 1,4-5 3-16,2-2 2 16,-1 7 0-16,-6 8 7 15,1 0-9-15,-1 2 6 0,1 19 1 16,-3 0 17 0,-1-1-8-16,-1-4 0 15,7-6-12-15,1-7 4 16,8-3-6-16,7 0-5 15,-1-9-11-15,6 0 14 0,-8 3 2 16,-8 6 0-16,-4 0 17 16,-6 11-11-16,-4 9-2 15,-9 3-4 1,0-6 0-16,0-4-1 0,7-12-19 16,6-1-85-16,9-3-76 15,3-19-104-15,-6 1-156 16</inkml:trace>
  <inkml:trace contextRef="#ctx0" brushRef="#br0" timeOffset="-40855.68">10656 10439 0 0,'0'0'542'0,"0"0"-520"15,0 0 52 1,0 0-53-16,0 0-5 16,0 0 1-16,123-26 9 15,-110 26 23-15,3 0 12 16,-1-1 0-16,5-2-31 15,1 1 13-15,4 0-7 0,-2 0 51 16,6-2-75-16,-2 4 6 0,6 0-14 16,-1 0 1-1,1-2 0-15,-2-2-5 0,6 2-2 16,-2 0 2 0,5 2-8-16,9 0 23 0,2 0-20 15,5 0 13 1,-2 0-16-16,-4 0-1 15,0 0 3-15,-1 0 6 16,-3 0-14-16,2 0 9 0,-6 0-1 16,-5 0 5-16,-4 0-15 15,-1-4 14-15,3-2-23 16,0-2 6-16,4-2-20 16,-1 6 6-16,-5 2 20 15,8 2-60-15,-10 0 57 16,3 2 30-16,3 10-14 15,-1-2 1-15,4 0 1 16,-2-2-2-16,-4-6-9 0,5 2 3 16,-1-4-29-1,2 0 11-15,3 0-48 0,-3 0 67 16,7 2 5-16,-5 8-18 16,-5 4-18-16,1-4 31 15,-4 6-13 1,-6-8 15-16,-1-3-18 0,-2-5-74 15,0 0 92-15,-1 0-15 16,5 0 8-16,3 0 10 16,-3 0 7-16,4 3 19 15,3 0-15-15,-3 4 45 16,2-5-56-16,-1-2-19 0,-3 0 3 16,-2 0-52-1,4 0 25-15,-2 0 39 0,3 0 4 16,-5 2 21-16,2 10 13 15,-4 3 24-15,-2-3-41 16,4-5-17 0,-7-3-26-16,-7-2-15 0,-1-2 38 15,-3 0-7-15,0 0 10 16,-2 0 4-16,0 0 33 16,6 0 25-16,-1 10 6 15,5 0 14-15,0-4-50 16,1 5-10-16,-1-10-22 15,-5-1-30-15,4 0 30 0,-2 0 10 16,-1-7-7 0,5 1 15-16,1-3 6 0,0 7 9 15,0-3 6 1,-1-6-35-16,-3 0 5 0,1-6-9 16,-3-1-14-1,-1 8-15-15,-5-1 25 0,2 2 4 16,1 3 16-16,-2 2 33 15,6 0-24-15,0-2 35 16,2 2-29-16,-1 0-15 16,1-2-16-16,-5 2-4 15,-1-2-28-15,-3 3 21 16,-5-4 8-16,-2 1 6 16,2 0-7-16,-1 2 11 15,2-4 2-15,-3 1-4 16,2-6 11-16,-1 3-15 15,-1-7 12-15,-2 4 7 0,0-5-2 16,0-4 5-16,0-5-18 16,0 2 4-16,0 0 0 15,0 3-9-15,0-4 3 16,0 2-4-16,0-2 1 16,0-6 0-16,-2-2-1 15,2 1 4-15,0 2-7 16,0 4 8-16,0-3 33 15,0-3-22-15,12-6 20 16,-4 2-35-16,1-2-7 16,-5 5-25-16,0 4-16 15,-2-1 15-15,3 8 18 0,-1 2 1 16,1 8 28 0,-3-1 6-16,1 0-12 0,-1-3 18 15,2-4-23 1,0-7-3-16,1-3-3 0,1 2-20 15,-1 1-15-15,0 4-12 0,1 5 42 16,-4 3 16 0,5 5 1-16,-5-6-9 15,0 7 14-15,0-4-2 16,-2-5-10-16,0 2-4 0,0 1-4 16,0-1-9-1,0 9 15-15,0-3-7 16,0 3 14-16,0 0 4 15,0-2-11-15,0 2 2 0,0-2-4 16,3 2 0 0,-3 2 0-16,0-2 2 0,0 2 19 15,0 0-17-15,0 0-2 16,-9 1-2-16,-4 5 2 16,-5-3-14-16,-4 1 14 15,-3-4-7-15,-1 0 14 16,-4-2-15-16,-3 0 15 15,-4-1-14-15,0 6 14 0,-1-4-13 16,3 3 6 0,-3 4-9-16,1 0 3 0,-2 0 0 15,-1 0 0 1,5 0 12-16,-1 0-8 0,-2 0 6 16,0-11-4-1,0-8 8-15,-2-1 15 0,5 9-17 16,-4-3 15-16,2 6-5 0,-3 1-13 15,-3 7-2 1,-3 0 8-16,-4 0-1 16,8 0 2-16,0-6-13 15,-1-3 3-15,1-3-10 0,-3 2 10 16,3 1-1 0,0 3-4-16,4 2 10 0,0 4 4 15,-2 0-3 1,-2 0 1-16,-7 0-5 0,-1 0 7 15,4 0-9-15,-5 0 0 16,0 0 0-16,-3 0 0 16,3 0 0-16,2 4 7 15,2 4-6-15,5 4-1 16,3 0 9-16,4-2-2 16,1-2-11-16,5-2 4 15,-2-1-9-15,7-4-9 16,-2 2 18-16,1-3-14 15,2 0 26-15,5 0-15 16,3 0 6-16,-5 0-5 0,-5 0 2 16,-1 0-4-1,-3 0-12-15,2 0-4 0,0 0 20 16,3 0 0 0,-1 0-2-16,-8 0 7 15,1 0 0-15,-7 0-5 16,-11 2-13-16,6 1 7 15,-3 0-27-15,13 2 29 0,8-2 4 16,11 0 5-16,6 0 0 16,7-3-2-16,0 1 1 0,-4-1-7 15,6 0 3 1,-2 0 0-16,0 3-4 0,0-2 12 16,-3-1-13-1,1 7 10-15,-2-1-9 0,-2-2 11 16,-3 2-14-16,3-3 8 15,-4 2-2-15,3 0 1 16,-6 4 0-16,4-1-6 16,0 0 14-16,-3 0-11 15,10-1 12-15,-7 2-15 16,6-4 10-16,1 2-8 16,-5 2-1-16,2-4-3 15,-2 1 8-15,-1 0-12 16,-6 0 9-16,-5 0-5 15,2 4 3-15,-10 2-83 16,6 0 62-16,-4-4 22 16,-4-2 4-16,6-2 0 0,2-4 0 15,-4 0-7 1,6 2-6-16,1 2 13 0,5 4 4 16,1-1 17-1,5 4-5-15,1-3 5 16,1 2-21-16,-2-3-5 0,2 0-7 0,3 3-4 15,-3-2 10 1,5 2 12-16,-2 6-4 0,-4 0-1 16,2 2 2-1,-3 3-3-15,3 0 0 0,-2 3-3 16,4 1 1 0,2-1-1-16,2 6 3 0,0-3 20 15,0 3-19 1,0-3 5-16,2-2-6 0,10 0-4 15,-6-2 1-15,-6 0-2 16,0 1 5-16,0 6-16 16,0-3 13-16,-2 1-3 15,-7-2-4-15,2 1 19 16,5 1-15-16,2 7 12 16,0 5-2-16,0 5 6 15,0 2-3-15,2 3-7 16,2-4-1-16,-1-8-2 0,2-5 3 15,-5-10-8 1,2-6 8-16,-2-7-2 0,2-5 2 16,-2-5-65-1,0 0-279-15</inkml:trace>
  <inkml:trace contextRef="#ctx0" brushRef="#br0" timeOffset="-16226.78">13773 10261 573 0,'0'0'44'0,"0"0"-28"0,0 0 0 15,0 0 18-15,0 0-13 16,0 0 22-16,0 0-21 16,0 0 18-16,0 0-7 15,0 0 16-15,0 0-14 16,0 0-28-16,0 0-1 16,0-4-6-16,0 4 21 15,0-3-17-15,-2 3 22 16,2-1-15-16,-2 1 10 0,0-2-7 15,0-2-4-15,2 4 6 16,0 0-7-16,0 0 5 16,0 0-11-16,0 0-5 15,0 0 8-15,-3 6-6 16,3 8 0-16,0 0 6 16,0-1 11-16,0 4-15 15,0-2 7-15,3 0-7 16,5-1 12-16,4 0-9 0,-1-1 7 15,4 4-12 1,3-3 14-16,0-3-14 16,4 4 1-16,0 1 1 15,3 0 0-15,-2 2 18 16,-4 0-18-16,6-1 3 16,-3-4 2-16,3 1-8 15,-1-2 6-15,1-1-2 0,4-2 3 16,2 1-4-16,-2 4 7 15,0 1-6-15,4 0 10 16,-2-1-3-16,3-2-12 0,-5 1 4 16,0-3-4-1,6-4 1-15,-2 1 1 0,6-3 1 16,3-1 0 0,-2 3 4-16,7-5-2 15,-5-1 5-15,0 0-2 16,-3 0-12-16,-2 0 4 15,-3 0-16-15,-5-13 4 16,-9-1-24-16,-3-3 31 0,-10 4-55 16,-7-1-24-16,0 4-263 15</inkml:trace>
  <inkml:trace contextRef="#ctx0" brushRef="#br0" timeOffset="-15340.89">13773 10601 302 0,'0'0'52'0,"0"0"50"16,0 0-54-16,0 0-24 15,0 0 42-15,0 0 9 16,0 8-3-16,0-8-27 16,0 0 15-16,0 0 0 15,0 0 11-15,0 0-7 16,0 0-2-16,0 0-45 0,4-8-3 15,4-3 0-15,-2-8-9 0,1-2 4 16,-1-1-5 0,4-7 26-1,1 4-19-15,2-6 17 0,3-7-22 16,1-6-4-16,-1 4 7 16,-3 3-18-16,-3 14 8 15,-6 9-8-15,-2 14 6 16,-2 0-24-16,0 0 8 15,0 0-5-15,0 0 14 16,0 10-47-16,0-2-70 16,-2 2-170-16,-8-1-349 15</inkml:trace>
  <inkml:trace contextRef="#ctx0" brushRef="#br0" timeOffset="-14916.56">13713 10535 579 0,'0'0'76'0,"0"0"5"0,0 0 16 15,0 0-81-15,0 0 18 16,0 0 3-16,0-92-3 16,0 64 16-16,0-5-5 15,0 2-10-15,0 1-28 16,4 3 3-16,-2 12 1 15,4 7-8-15,-4 6 2 16,2 2 6-16,1 0-1 0,5 0 9 16,4 0 1-1,3 0-13-15,2 2-2 16,-1-2 0-16,-3 0 1 0,-4 0-1 16,-2 4-10-1,-4 0-8-15,1 1-29 0,-1 4-48 16,-3-8-107-16,0-1-394 0</inkml:trace>
  <inkml:trace contextRef="#ctx0" brushRef="#br0" timeOffset="-13691.71">15061 10628 126 0,'0'0'470'0,"0"0"-453"16,0 0-11-16,0 0 21 16,0 0 17-16,25 106 41 15,-16-84-20-15,1 2 8 0,0-3-28 16,1 8 11 0,-1-3 9-16,2-1-52 0,-3-3 10 15,3-3-19 1,-4 2 17-16,1-6-19 0,-3-1 5 15,-3 1-2-15,-1-9 2 0,1-5-6 16,-3-1-1 0,0 0 4-16,0-5 4 0,0-13-16 15,0-9 13 1,0-5-5-16,0-4 3 16,0-1 5-16,0-6-6 15,0-2-1-15,0 3-2 16,0 2 5-16,0-1 1 0,0 0 4 15,0 1-16 1,0 6 8-16,0 6-2 16,0 6 1-16,0 6 0 15,2 1 0-15,-2 7-7 0,0 3 7 16,6 1-2-16,1-2 0 16,4 0 4-16,9 0 5 15,1-2-5 1,10-2 7-16,0 2-9 15,2-2 1-15,3 6-1 0,-3-2 9 16,3 0-6-16,-3-1 0 16,-2 3-6-16,-2-4-14 15,-4 3 5-15,0 1-34 16,-8-2-23-16,1 4-30 16,0 0-147-16,-3 0-144 15</inkml:trace>
  <inkml:trace contextRef="#ctx0" brushRef="#br0" timeOffset="-12910.86">15358 10700 284 0,'0'0'264'0,"0"0"-229"0,0 0 30 0,0 0 13 15,0 0-18 1,0 0 17-16,-8 0 0 0,8 0 0 15,0 0 3-15,0 0-34 0,0 0 2 16,0 0-34 0,8-1 26-16,9-2-8 15,8-1 14-15,0 2-36 16,-1 0-7-16,0-4-3 0,-6 2-8 16,3-2-15-1,-4-4-43-15,1-1 10 0,-3 0-132 16,-1-1-250-16</inkml:trace>
  <inkml:trace contextRef="#ctx0" brushRef="#br0" timeOffset="-12192.92">15790 10851 380 0,'0'0'107'0,"0"0"-80"0,0 0 30 16,0 0-6-16,0 0 33 0,0 0-7 16,0 31 14-16,0-31-17 15,0 0 3-15,0 0 12 16,0-18-53-16,0-7-22 15,0-8-11-15,0-3 37 16,0 4-30-16,4 0 30 0,5 6-19 16,-2 2-7-16,0 5-5 15,-3 8-7-15,1-3-2 16,-5 2-7-16,0-5 5 16,0 2-58-1,0 0-13-15,0 5 13 16,0 10 38-16,0 0 14 0,0 0-45 15,-3 20 19-15,-13 9 18 16,-5 3-39-16,3-3-51 16,-5-4 80-16,10-11 25 15,7 0-3-15,0-11 4 16,6 1-29-16,0-4-145 16,0 0-216-16</inkml:trace>
  <inkml:trace contextRef="#ctx0" brushRef="#br0" timeOffset="-10876.84">15522 10369 187 0,'0'0'300'0,"0"0"-271"0,0 0 11 0,0 0-37 16,0 0 27-16,0 0 0 15,-15 0 49-15,15 0 8 16,0 0-14 0,0 0-12-16,0 0-22 0,0 0 5 15,0 0-39-15,0 0-2 16,0 0 7-16,0 0 0 16,0 0-9-16,0 0 16 15,0 0 24-15,11 0-5 16,2 0-16-16,3 0-6 15,1 2 12-15,4-2-25 16,-1 0 8-16,2 0-2 16,2 0-7-16,3 0 0 0,0 0 1 15,-2-3-1 1,0-4 2-16,0 5-1 0,0-6 3 16,-4 2-2-1,3-5 10-15,-9 2-24 0,6-5 15 16,-6 6-3-16,1-1 0 0,-5 3 0 15,1 2-3 1,-2 2 6-16,1 1-10 0,3 1 14 16,1-5-7-1,6 0 2-15,-4-5-4 16,3 0 2-16,-2-1-5 16,-2 5 3-16,-5 1 2 15,-2 2-3-15,-5 3 9 16,1 0-14-16,-1 0 16 0,-4 0-14 15,4 0 12-15,-4 0-12 16,0 0 2-16,0 0 3 16,0 0 1-16,0 0 0 0,0 0 16 15,0 0-16 1,0 0 9-16,0 0-1 16,0 18-7-16,0 5-1 15,0 1 5-15,0 2-2 16,-4-9-2-16,2 0-2 15,0-9-37-15,2-8-8 0,0 0-178 16,0 0-350 0</inkml:trace>
  <inkml:trace contextRef="#ctx0" brushRef="#br0" timeOffset="60827.4">5663 14962 361 0,'0'0'39'0,"0"0"-33"0,0 0 4 0,0 0-9 0,0 0 31 15,0 0 6-15,0 0 55 16,-6-25 2-16,6 25-34 16,0 0-19-16,0 0-26 15,0 0-2 1,0 0-13-16,0 0 26 0,0 0-13 16,0 0 26-1,0 0-30-15,0 0-4 0,0 0 3 16,0 4-7-1,-2 4 1-15,2 5-1 0,-2 0-2 16,-4 1 3-16,4 5-1 0,-2-2-1 16,2 5 5-1,-3 2-5-15,3 2 5 16,-2 0-4 0,4 3-1-16,-2-8-2 0,0-1 4 15,2-4-3-15,0 1 7 16,0 0-13-16,0 2 12 15,-4-1-8-15,4 6 2 16,-2-2 0-16,0 4 0 16,2-4 3-16,-2 0-11 15,2-10 16-15,0 4-17 0,0-4 13 16,0 2-8-16,0 0 2 16,-2 5 2-1,-3-2-4-15,5 4 4 0,0-4 0 16,0 2-2-16,-4-5-9 15,4 2 17-15,0-2-13 16,0 0 1-16,-2-6 2 0,2 2-8 16,0-5 7-1,0 4 3-15,0 3 0 0,0 2-4 16,0 4 6 0,0 3-2-16,0 2-8 0,-2-9-1 15,2-4-9 1,-2-3-1-16,2-2 16 0,0-5-4 15,0 0 7-15,0 0-14 16,0 4 15-16,0 2-2 16,0 6 0-16,0 1 2 0,0 6 0 31,0-7 1-31,0 3 0 0,2-12 0 16,0 1 1-16,0 2-3 15,-2-2 5-15,4 4 10 16,-4-2-12-16,7 3 7 15,-3-2-5-15,2 3 10 0,-2-6-2 16,0 6-8 0,0-2 22-16,1-3-11 15,-1 1 20-15,4-2-26 0,-4-1 20 16,2-3-27 0,-1 5 12-16,5-5-4 0,0 4 9 15,1 1 6 1,-3 4-15-16,6-5 12 0,1 1-17 15,2 0 17-15,-2-1-11 0,3-1-8 16,-1-3 8 0,4 5-6-16,1-4 0 15,-2 4 4-15,2-5 2 0,-2 0-8 16,1 4 10 0,0-4-4-16,2 0-12 15,0 0 7-15,0 0-3 0,2 4 3 16,0-4-1-1,2 1 2-15,-3-1 0 0,-2 3 7 16,-2-1-11-16,1-2 8 16,-4 0-4-16,3 0 3 15,1 4-3-15,0-4 1 16,4 0-1-16,0 0-3 16,-3 4-2-16,0-4 13 15,2 0-13-15,-3 0 10 16,-2 0-13-16,-3 4 8 15,5-4-8-15,-2 4 2 16,4-1 2-16,-1 0 3 0,3-3-3 16,1 0 0-16,1 0 2 0,0 0-6 31,-3 0 8-31,-3 0 1 16,-2 0-4-16,-3 0-1 15,-1 0 1-15,-1 3 7 0,-3-3-8 16,2 5 6-16,1-5-10 15,-3 4 14-15,0-4-15 16,5 2 10-16,-3 0-9 0,0 0 4 16,0-2 0-1,1 4 0-15,-1 0 6 16,1-4-9-16,-1 0 6 16,-1 0 4-16,-4 8-5 15,1-6-2-15,2 1-11 16,1 2 7-16,-2-2 4 0,2-3 4 15,1 5-4-15,-6-5 5 16,4 0-10-16,-2 0 9 16,-3 0-8-16,1 0 1 15,0 0-4-15,-2 0 9 16,-1 0-2-16,0 0 0 0,3 0 2 16,-3 0 0-1,0 0 4-15,2 0 3 16,-2 0-8-16,3 0-2 0,-1 0-4 15,0 0 0 1,2 0-4-16,-4 0 9 16,1 0-6-16,1 0 12 0,-2 0-3 15,6 0 7-15,-4-5-20 0,-1 2 12 32,-1-1-8-32,-2 0 4 0,0 2 2 15,1-2 1-15,-1 0 7 16,0 4-13-16,1 0 18 15,-1 0-21-15,-2-8 13 16,4-2-8-16,1-4 3 16,-3-2 0-16,2-3 2 15,-2 6-1-15,1-1-1 16,1 0 6-16,1 5-9 0,-3 0 12 16,3-4-11-1,-3 4 2-15,-2-4-4 0,2 0-3 16,-2-4 7-16,0 1-1 0,0 0 2 15,0 2-6 1,0 0 12-16,0 3-11 16,0 0 11-16,0-3-14 15,0 6 7-15,0-7 0 16,0 0 0-16,0-5 0 16,0 3-3-16,0-6 6 15,0 1-13-15,0 4 22 16,0 4-22-16,0 2 16 15,0-5-12-15,0 6 5 16,0-5-2-16,0-3 0 0,0-3-11 16,-2 0 12-1,2-2 3-15,0 2-4 16,0 1 6-16,0 4-6 0,0-3 1 16,0 3 1-1,0-2 1-15,0-3 0 0,0-8-4 16,0 1 1-16,0-6-6 0,0 1 0 15,0 2 7 1,0-2-4-16,0 5 2 0,0 11 5 16,0 0-1-1,0 4 0-15,0 7 3 16,0-1-11-16,0 2 17 16,0-3-9-16,0-1 0 0,0 8 0 15,0-2-2 1,0 2 2-16,0 2 0 15,0-4 1-15,0-5-2 0,0 5-8 16,0 0 1-16,0-1 7 16,-2 3 0-16,2 2 1 15,0-4 2-15,-3 4-1 16,3 0 2-16,-2 0-6 16,-3 0 6-16,-1-2-8 15,-3 0 10-15,-2 2-12 16,-1-4 5-16,-3 4 2 15,-1 0-9-15,-1-4 8 0,-3 4-1 16,-1 0 0-16,-3 0-5 16,2 0 7-1,-5-2-8-15,-4 2 18 16,0-2-14-16,-3 2 4 16,1 0-10-16,0 0 7 0,6 0 6 15,-2 0-7-15,0 0 15 16,2 8-19-1,-2-4 16-15,2 0-11 16,-6 0 9-16,6-4-11 0,-7 0 5 16,1 0 0-16,2 0-6 15,6-6 4-15,0 4-5 16,2 2 14-16,-2 0-4 16,-4 0 5-16,2 0-8 15,-2 0 0-15,0 0 7 16,2 0-6-16,-4 0-2 0,4 0 0 15,8 0-17 1,-6-10 18-16,7-1 0 0,1 5 8 16,-4 6-5-16,2 0 9 15,-4 0-12-15,-4 0 0 16,0 0 1-16,3 0 0 16,0 4-1-16,2-2 12 15,-5-2-16-15,-5 0 14 16,8 0-10-16,-5 0 1 0,4 0 3 15,3 0-4-15,-2 0-5 16,10 0 3 0,-3 0 2-16,0 0 7 15,11 0 2-15,-7 0-14 16,9 0 10-16,-6 0-10 16,4 0-6-16,-3 0-37 0,3-6-112 15,-4-11-127 1</inkml:trace>
  <inkml:trace contextRef="#ctx0" brushRef="#br0" timeOffset="61823.47">6737 14694 436 0,'0'0'94'0,"0"0"-79"16,0 0 34-16,0 0-15 16,0 0 60-16,0 0-3 0,0 0 29 15,9 0-36 1,0 0-4-16,0-8-22 15,2-1 1-15,0-6-11 0,3-1-29 16,-1-1 4-16,1-2-17 16,1-2-8-16,-3 6 2 15,0-1-13-15,1 1-34 16,-1-4 6-16,1 3-2 16,-4-2-25-16,-2 4-30 15,-7 10-138-15,0 4-117 16</inkml:trace>
  <inkml:trace contextRef="#ctx0" brushRef="#br0" timeOffset="62309.4">6621 14614 481 0,'0'0'146'0,"0"0"-55"0,0 0 63 0,0 0-60 15,0 0 21-15,0 0-50 16,71-62-25-16,-50 34-2 16,-1 0-27-16,-3 0-9 15,-1 0-2-15,-3 3-6 0,-2 1-46 16,1 6-15 0,-3 4-120-16,-1 2-120 15</inkml:trace>
  <inkml:trace contextRef="#ctx0" brushRef="#br0" timeOffset="63143.06">7116 14321 194 0,'0'0'37'0,"0"0"34"0,0 0 45 0,0 0-12 15,0 0-54-15,0 0 7 16,100 0-19-16,-93 0 16 0,4 0-13 16,-2 0 12-1,-3 0 0-15,2-6 16 16,-2-12-13-16,1-4 7 16,-1 0-12-16,-2-4-30 15,-4 0 18-15,0 2-35 16,0-6 19-16,0 4-16 15,0 2 6-15,0 1-12 16,0 10 0-16,-2 0 10 16,-6 8-11-16,-1 1 13 0,-5 2-13 15,1 2 0 1,-3 0 3-16,1 0-5 0,4 0 4 16,-5 2-4-16,3 7-4 15,4 8 6-15,-2 7-1 16,6 6 2-16,-6 10-12 0,2 0 6 15,3-12-6 1,-3-2-37-16,9-13-16 16,0 0-65-16,-2-11-65 15,2 6-205-15</inkml:trace>
  <inkml:trace contextRef="#ctx0" brushRef="#br0" timeOffset="65883.02">8981 13796 227 0,'0'0'305'0,"0"0"-299"0,0 0 84 15,0 0-18-15,0 0-18 16,0 0 17-16,0 0-26 16,0 0 13-16,0 0-28 0,0 0 7 15,0 0-12 1,0 0 34-16,0 0-26 15,0 0-21-15,5-2 9 0,3-3-18 16,8-10 29-16,8-10-5 16,7-10 20-16,6-11-30 15,2-8 20 1,1-1-12-16,0 5-17 0,1 6-8 16,-4 10-1-1,-5 8-13-15,-10 12-41 0,-7 6 16 16,-3 2-26-16,-3 4-4 15,-3-1-89-15,-6 3-72 16,0 0-94-16</inkml:trace>
  <inkml:trace contextRef="#ctx0" brushRef="#br0" timeOffset="66223.17">9077 13449 201 0,'0'0'553'0,"0"0"-512"0,0 0 119 16,38 120-31-16,-18-86-101 0,2 7 0 15,-4-5-27-15,-1-4 11 16,-1-4-11-16,-3-2-1 16,3-2 0-16,1 2-20 15,-1 2-20-15,1-2-79 16,-5 0-97-16,1-8-274 15</inkml:trace>
  <inkml:trace contextRef="#ctx0" brushRef="#br0" timeOffset="66755.03">9774 13797 402 0,'0'0'200'0,"0"0"-146"0,0 0 62 0,0 0-7 16,0 0 20-16,0 0-38 0,27-83-8 15,-18 45-45-15,-2-2 7 16,-3-3-26-16,5-1-11 16,-3-3-6-16,1 4-2 15,0 5 0-15,-1 10-7 16,-1 12-4-1,-5 10-16-15,0 6 10 0,0 0-56 16,0 16-87-16,-15 8-127 16,-1 2-398-16</inkml:trace>
  <inkml:trace contextRef="#ctx0" brushRef="#br0" timeOffset="67153.42">9613 13611 835 0,'0'0'80'0,"0"0"-1"0,0 0 43 0,0 0-76 16,0 0-3-16,139 15-28 0,-108-4 33 15,-2-1-33-15,2 2-11 0,1-3-4 16,-5-8-14 0,-4 2-27-16,2-3-8 15,-2 0-32-15,-1 0-102 0,-5 0-161 16</inkml:trace>
  <inkml:trace contextRef="#ctx0" brushRef="#br0" timeOffset="67817.5">10355 13826 531 0,'0'0'34'0,"0"0"8"0,0 0 100 0,0 0-49 16,0 0 0-1,0 0-66-15,5-64 44 0,4 20 11 16,2-6-33 0,2-10-12-16,1 1-19 15,-3 1 4-15,-5 4-21 16,2 16 5-16,-8 8-2 15,0 8-8-15,0 14 7 0,0 3-3 16,0 5 0 0,0 0-2-16,0 0 1 0,0 0-21 15,0 0 5-15,-16 0-65 16,-4 9 29-16,-5 17-2 16,-4 14-47-16,-4 9-49 15,8 2-151-15</inkml:trace>
  <inkml:trace contextRef="#ctx0" brushRef="#br0" timeOffset="68406.34">10910 13812 762 0,'0'0'152'0,"0"0"-36"0,0 0 15 0,0 0-77 0,132-6-34 16,-106 6 2-1,1 0-14-15,-2 0-8 0,-7-4-3 16,1-1-29-16,-7 2 17 16,1-2-54-16,-4-1-33 15,-7-3-131-15,-2 1-132 16</inkml:trace>
  <inkml:trace contextRef="#ctx0" brushRef="#br0" timeOffset="68821.47">10885 13627 340 0,'0'0'262'0,"0"0"-212"0,0 0 79 15,0 0 5-15,0 0-21 16,0 0 1-16,81 17-69 16,-54-14-9-16,4-3-22 15,-2 0 4-15,4 0-15 16,-6 0-3-16,-2-3-23 16,-1 3-40-16,-4 0-69 15,-4 0-143-15</inkml:trace>
  <inkml:trace contextRef="#ctx0" brushRef="#br0" timeOffset="69637.89">11628 13690 556 0,'0'0'112'0,"0"0"-49"0,0 0 11 0,0 0-62 15,0 0-12-15,0 0 8 16,11 57 9-16,-5-42 66 15,3-1-36-15,3 0 33 16,-1 2-54-16,3-6-1 16,1 0-25-16,3-3 0 15,1-4-5-15,8-3-23 16,-2 0 25-16,4 0 6 16,0-3 28-16,0-6-16 0,0-9 2 15,-4 1-15 1,-2-14 0-16,-2 0-2 0,-3-10-1 15,-5-8-6-15,-7-2-28 16,-1 0 32-16,-5 5-7 16,0 8 3-16,0 9 14 15,-2 6-9-15,-11 5 2 16,-8 3-6-16,-3 10-23 0,0 5-9 16,-3 0 33-1,-2 11 5-15,4 12 7 16,3 1-2-16,2 4-10 0,2 4-19 0,-2 4-27 31,5 8-22-31,-2 0 10 0,5-3-50 16,1 1-148-1</inkml:trace>
  <inkml:trace contextRef="#ctx0" brushRef="#br0" timeOffset="74816.5">10688 12886 349 0,'0'0'168'0,"0"0"-117"0,0 0 36 0,0 0-32 16,0 0 3 0,0 0 53-16,0 0-14 0,-9 0-21 15,9 0-19-15,0 0-14 16,0-4 0-1,13-2-6-15,3-5 31 0,1 2-31 16,8-4 0-16,6-1-29 16,2 3 12-16,5-5-19 15,-1-1-1-15,-2 1-23 16,-2-4-31-16,-1 2 5 16,-6 3-37-16,-8 4-11 15,-12 1-322-15</inkml:trace>
  <inkml:trace contextRef="#ctx0" brushRef="#br0" timeOffset="75373.16">11332 12806 457 0,'0'0'356'0,"0"0"-292"0,0 0 72 0,0 0-76 16,0 0-9-16,0 0-41 15,0-101 11-15,0 45 14 0,2-4-12 0,0-1 6 32,-2 8-26-32,0 11 20 0,0 9-19 15,0 10-4 1,0 12 8-16,0 5-8 0,0 6 0 16,0 0-19-1,0 0 11-15,-4 8-28 16,-7 15 24-16,-3 7 4 0,-7-1-24 15,4-2-20 1,-1-6-41-16,1 2-55 0,7-5-16 16,4 0-196-16</inkml:trace>
  <inkml:trace contextRef="#ctx0" brushRef="#br0" timeOffset="76296.39">12568 12952 622 0,'0'0'238'0,"0"0"-144"0,0 0 65 15,120-38-88 1,-76 18 7-16,2-5-62 0,-9 6 16 15,-6 1-14-15,-4 0-10 0,-4 6-16 16,-2-1-12 0,0-3-3-16,1 7-43 15,-7-2-42-15,-3 1-200 16</inkml:trace>
  <inkml:trace contextRef="#ctx0" brushRef="#br0" timeOffset="76897.84">13455 12952 76 0,'0'0'584'0,"0"0"-495"0,0 0 88 0,0 0-78 16,0 0 27-16,0 0-67 0,4 4-10 15,-2-23 4-15,1-16-13 16,1-14-4 0,-2-11-13-16,-2 0 14 0,0-1-22 15,0 8-11 1,0 9-4-16,-11 10-3 0,0 9-4 16,2 10-13-16,0 3-5 15,1 4-35-15,1 4 6 16,2 4 13-16,-2 0 12 15,-6 17-2 1,-5 16 25-16,1 6-29 0,-6 2-66 16,5-3-18-16,-1 0-139 15,0-7-420-15</inkml:trace>
  <inkml:trace contextRef="#ctx0" brushRef="#br0" timeOffset="77945.17">9821 14497 293 0,'0'0'386'0,"0"0"-319"15,0 0 57-15,0 0-40 16,0 0-48-16,0 0 7 16,0 2-19-16,0-2 39 15,0 0-39-15,0 0-6 16,17-15 4-16,14-11 18 15,10-13 12-15,15-7-10 0,1-4 7 16,3 2-40-16,-2-2-1 16,-4 8-8-1,-12 8-8-15,-5 7-40 16,-12 7-2-16,-6 5-12 16,-11 2-46-16,-8 8-167 15,0 1-271-15</inkml:trace>
  <inkml:trace contextRef="#ctx0" brushRef="#br0" timeOffset="78229.22">9966 14114 803 0,'0'0'76'16,"0"0"97"-16,73 127-74 15,-42-66-28-15,-6-4-31 16,4 2 14-16,-2-5-44 16,-5-8-6-16,2-8-4 15,-1-5-21-15,-4-8-42 16,2-5-12-16,-1-4-77 15,-5-8-136-15</inkml:trace>
  <inkml:trace contextRef="#ctx0" brushRef="#br0" timeOffset="78729.57">10688 14476 865 0,'0'0'125'0,"0"0"-52"0,0 0 9 0,0 0-63 16,0 0-1-16,131 32-12 16,-102-32-6-16,-2 0 0 0,-3 0-5 15,-3-9 1 1,-4 0-57-16,-3-4-102 0,-10 4-212 15</inkml:trace>
  <inkml:trace contextRef="#ctx0" brushRef="#br0" timeOffset="79063.25">10750 14297 698 0,'0'0'105'0,"0"0"-39"15,0 0 63-15,0 0-9 0,0 0-45 0,0 0-9 16,122 24-45 0,-90-24-10-16,1 0-11 15,-2 0-6 1,-2 0-22-16,-4 0-21 16,-3 0-41-16,-4 0-166 15,-7 0-361-15</inkml:trace>
  <inkml:trace contextRef="#ctx0" brushRef="#br0" timeOffset="79729.47">11440 14414 647 0,'0'0'95'0,"0"0"21"0,0 0-2 0,0 0-54 16,0 0 34-16,0 0-54 15,43 4 22-15,-16-3-37 16,2-1 16-16,4 4-33 16,-1-4 12-16,1 0-15 15,-2 0-10-15,-4 0 4 16,0 0-35-16,-1 0-23 15,0 0-71-15,-1-4-208 16</inkml:trace>
  <inkml:trace contextRef="#ctx0" brushRef="#br0" timeOffset="80378.81">12212 14641 527 0,'0'0'78'0,"0"0"71"0,0 0-55 0,0 0-20 16,0 0 20-16,0 0-8 16,11-121-5-16,-3 77-39 15,1-6 18 1,1 1-33-16,3-3-3 0,-2 6-13 15,0 6-5-15,-4 9-6 16,-3 6-2-16,0 8-8 16,2 4 5-16,-4 7-4 0,-2 2-8 15,0 4 14 1,0 0-7-16,0 0-10 16,0 2-15-16,-12 22 15 0,-10 6-2 15,-4 4-16-15,-4 4 19 16,4-4-52-16,-1-2 17 15,2-8 3 1,8-3 0-16,5-4-3 0,8-2-43 16,2-10-203-16</inkml:trace>
  <inkml:trace contextRef="#ctx0" brushRef="#br0" timeOffset="105403.39">13873 13652 9 0,'0'0'299'0,"0"0"-271"0,0 0-16 16,0 0 79-16,0 0 25 16,0 0-17-16,0 0-8 15,6-29-42-15,-6 29 19 0,0 0-24 16,0 0 1-16,0 0-17 0,0 0 1 15,4-4 13 1,-2 4 2-16,0-1 6 16,9-8-33-16,9-3 14 15,14-2-16-15,3-4 22 0,1 6-25 16,-9 6-7 0,-6 5-5-16,-1 1-3 0,-7 0-12 15,-3 3-5 1,-8 21 7-16,-4 6-28 0,0 19 32 15,-14 2-32-15,-12 14 15 16,-12 3-8-16,0 0 18 16,3-4 2-1,3-8 14-15,12-6-3 0,7-10 7 16,9-11 11-16,4-13-6 16,0-6 4-16,6-7-12 15,15 2-1-15,-2-5 0 16,4 0 0-16,-5 0-4 15,1 0-14-15,0 0 1 16,-4 0-48-16,-4 0-89 0,0 0-36 16,-9 0-116-1</inkml:trace>
  <inkml:trace contextRef="#ctx0" brushRef="#br0" timeOffset="105873.17">13818 13994 735 0,'0'0'76'0,"0"0"-16"16,0 0 77-1,0 0-21-15,0 0-51 16,0 0-50-16,127-1-9 0,-100-3-6 15,-3-2-19 1,0-3-9-16,-5 1-98 0,-4 4-200 16</inkml:trace>
  <inkml:trace contextRef="#ctx0" brushRef="#br0" timeOffset="106473.15">14313 14057 629 0,'0'0'189'0,"0"0"-113"0,0 0 58 15,0 0-82-15,0 0-19 16,0 0-33-16,120-9-1 16,-107 9-37-16,-4 0 24 15,0-1 3-15,-2-3-31 16,-5 4-100-16,-2-6-137 15</inkml:trace>
  <inkml:trace contextRef="#ctx0" brushRef="#br0" timeOffset="106688.45">14392 13830 989 0,'0'0'17'0,"0"0"102"16,0 0-119-16,0 0 0 16,0 0-94-16,121 0-58 0,-111 0-130 15</inkml:trace>
  <inkml:trace contextRef="#ctx0" brushRef="#br0" timeOffset="107383.56">14899 14225 735 0,'0'0'73'0,"0"0"66"16,0 0-56-16,0 0-19 0,-56-147 7 16,54 91-23-1,2-8-35-15,0-4 22 0,20-8-31 16,11 2 3-16,3 2-7 15,-3 7-13-15,-4 15-16 16,-6 11-31-16,2 16-69 16,-10 17-263-16</inkml:trace>
  <inkml:trace contextRef="#ctx0" brushRef="#br0" timeOffset="108183.43">15153 13703 654 0,'0'0'73'0,"0"0"-69"0,0 0 41 0,0 0 29 16,0 0-7-16,0 0-13 16,55-35-29-16,-39 26 15 15,2 8 6-15,-3 1-36 16,-5 0-10-16,2 11-37 15,-12 17-5-15,0 11 18 0,0 5-11 16,-26 2-28 0,-10 0 6-16,1 9 32 15,-5-5 25-15,1-3 6 16,4 0 15-16,10-13 32 16,12-12-44-16,11-12 20 15,2-10-23-15,6 0 12 0,23-4 38 16,9-15 46-1,3 2-52-15,-1 3-15 16,-9 5-20-16,-4 9-8 0,-5 0-3 16,-5 0-2-16,2 13-4 15,-4 1-15-15,-7-6-6 16,2-3-87-16,-10 0-81 16,0-5-122-16</inkml:trace>
  <inkml:trace contextRef="#ctx0" brushRef="#br0" timeOffset="109203.2">15529 13962 772 0,'0'0'186'0,"0"0"-79"0,0 0-2 0,0 0-55 16,0 0-7-1,0 0-43-15,0 4-2 0,0-4 2 16,0 0-16 0,0 0 13-16,0 5-58 15,-4 1-106-15,-5 1-328 16</inkml:trace>
  <inkml:trace contextRef="#ctx0" brushRef="#br0" timeOffset="109716.58">15792 14114 72 0,'0'0'159'0,"0"0"-157"0,0 0 52 0,0 0 85 16,0 0 31-16,0 0-7 15,0 5-14-15,0-5-49 16,0-8-29-16,0-8-36 0,-6-5 27 16,-2-6-31-16,0-12 6 15,6-7-26-15,2-8-8 16,0-4 3-16,0 5-6 16,2 3 0-16,14 6-5 15,-1 13-9-15,5 0-22 16,5 5-20-16,-6 4-167 15,6 4-183-15</inkml:trace>
  <inkml:trace contextRef="#ctx0" brushRef="#br0" timeOffset="110263.45">16021 13904 518 0,'0'0'106'0,"0"0"13"0,0 0 17 0,0 0-2 15,0 0-18-15,0 0-73 16,127 10-15-16,-96-10-28 15,3 0 0-15,-12 0-2 16,-1 0-11-16,-8 0-40 16,-7 0-63-16,-1-4-105 15,-5 2-221-15</inkml:trace>
  <inkml:trace contextRef="#ctx0" brushRef="#br0" timeOffset="110748.06">16395 14048 409 0,'0'0'279'16,"0"0"-262"-16,0 0 63 16,0 0 6-16,0 0-13 15,0 0-42-15,0 0 20 16,3-74 14-16,2 40 6 15,1-2-26-15,3-4-18 0,0 4-26 16,0-1 6-16,0 4-7 16,-5 7-11-16,1 6 10 15,-5 7-5-15,0 8 5 16,0 5-15 0,0 0-1-16,-5 0-4 0,-17 22 17 15,0 2-30 1,-3-2 11-16,7-1-17 0,-3-2-10 15,9-1-13-15,-1-2-64 16,-3 2-54-16,5-2-355 16</inkml:trace>
  <inkml:trace contextRef="#ctx0" brushRef="#br0" timeOffset="111167.27">16549 13515 718 0,'0'0'13'0,"0"0"145"0,0 0-93 0,0 0-38 0,0 0-3 16,132 129-1-16,-123-86 9 15,-7 10-29-15,-2 4 5 16,-22 14-2-16,-14 2-12 0,-8 7-55 16,-3-6 52-1,3-10-60-15,3-14-22 0,7-18-66 16,11-15-458 0</inkml:trace>
  <inkml:trace contextRef="#ctx0" brushRef="#br0" timeOffset="112083.52">16813 13904 799 0,'0'0'47'0,"0"0"35"0,0 0-19 0,0 0-10 16,0 0 7-16,0 0 7 16,71 6-1-16,-40-6-43 15,-2 0 5-15,-2 0-25 16,-3 0-6-16,-3 0-14 16,0-2-42-16,-5 0-52 15,-5 0-165-15,-2 2-299 16</inkml:trace>
  <inkml:trace contextRef="#ctx0" brushRef="#br0" timeOffset="112633.4">17423 13658 592 0,'0'0'253'0,"0"0"-232"16,0 0 37-16,0 0-20 15,0 0-22-15,0 0 2 0,-70 15 10 16,60-1-4-16,1 8 21 16,-5 8-25-16,1 3 11 15,5 5-28 1,-2 4 16-16,1 0-11 0,3-2-6 16,6-8-2-16,0-8 0 15,0-7-1-15,8-3 4 16,15-7-3-16,6-1 7 15,7-1-2-15,1-5-4 0,-1 0-2 16,2 0-28 0,-14-15 24-16,-6-1 5 0,-7-8-10 15,-9 2-17 1,-2-4-29-16,0 12-14 0,-13 6 5 16,-7 8 37-1,-9 2 27-15,-11 23 1 16,0 11-13-16,-1 2-33 0,8-5 42 15,7 2 1 1,10-11 1-16,10-9-28 0,6-2-174 0,0-7-351 16</inkml:trace>
  <inkml:trace contextRef="#ctx0" brushRef="#br0" timeOffset="113783.15">17657 13266 734 0,'0'0'140'0,"0"0"-109"15,0 0 22-15,0 0 6 0,0 0 51 16,0 0-72 0,130 25 11-16,-97-4-11 0,-2 14 3 15,-9 11-31 1,-11 12-10-16,-6 14-1 0,-5 8-20 15,-16 3 20-15,-15-1-9 16,-7-4 3-16,-2 0-8 16,5-12-17-16,-2-8-56 15,4-11-74-15,2-15-115 16,5-10-412-16</inkml:trace>
  <inkml:trace contextRef="#ctx0" brushRef="#br0" timeOffset="114483.15">18290 13709 629 0,'0'0'16'0,"0"0"-15"16,-27 119-1-1,18-79-15-15,3-2 9 16,1 0 6-16,-2-5 0 16,7-6 0-16,0-1-1 15,0-4-5-15,0 0-9 16,0-7-64-16,-4 1-112 15,-3-7-135-15</inkml:trace>
  <inkml:trace contextRef="#ctx0" brushRef="#br0" timeOffset="114763.43">18103 13870 801 0,'0'0'40'16,"0"0"137"-1,0 0-73-15,0 0-46 0,122 0-18 16,-93 0 0-16,-2-2-38 15,-1-2 7-15,-1 4-9 0,0-8-28 16,-5 2-98 0,-7-3-331-16</inkml:trace>
  <inkml:trace contextRef="#ctx0" brushRef="#br0" timeOffset="119329.33">18789 13877 261 0,'0'0'122'0,"0"0"-37"0,0 0 16 0,0 0-43 16,0 0 13-16,0 0-2 15,0 0 3-15,-7 47-28 0,7-44 1 16,0 0 3 0,0 0-16-16,0-2 13 15,0 1-19-15,0 3-2 16,0 4-21-16,0 3 16 16,0-3-18-16,0 0 19 15,0 4-16-15,0-4 16 16,0 0 3-16,0 1-16 15,0-7-1-15,5-3 2 16,-1 4-6-16,8-4 7 16,-2 0-12-16,8 0 9 0,2 0-6 15,3-7 6-15,4-10 6 16,-4-3 11-16,6 0-11 16,-2-10 1-16,-2 0-13 0,2-10 0 31,-5-4-8-31,-2-4-6 0,-4-2-8 0,-5-4-9 15,-9-3 9-15,-2 10 13 16,0 8 7 0,0 13 4-16,-2 14-3 0,-18 10 1 15,-2 2-27 1,-5 0-36-16,0 24 42 0,-4 2-47 16,4 8-72-1,0 6 19-15,0 4 89 0,12 2-51 16,2-4-255-16</inkml:trace>
  <inkml:trace contextRef="#ctx0" brushRef="#br0" timeOffset="119879.23">19299 13850 749 0,'0'0'41'0,"0"0"38"0,0 0 34 16,0 0-78-16,0 107-11 0,0-84-23 16,0-1 1-1,0-8 0-15,0 0 1 0,0-1 5 16,5-12-8-1,8 2-27-15,5-3-52 0,-1 0-128 16,-1-8-253-16</inkml:trace>
  <inkml:trace contextRef="#ctx0" brushRef="#br0" timeOffset="120093.43">19410 13602 876 0,'0'0'285'0,"0"0"-285"0,0 0 33 16,0 0-33-16,0 0-9 0,0 0-216 15</inkml:trace>
  <inkml:trace contextRef="#ctx0" brushRef="#br0" timeOffset="121779.45">13949 14580 586 0,'0'0'183'0,"0"0"-151"16,0 0 73-16,0 0-45 15,0 0-9-15,0 0-29 16,-6 3 4-16,6-3 7 0,0 0-9 15,0 0-4 1,9 0-19-16,7 0 41 0,3 0-30 16,4 0 15-16,1 0-9 15,0 1-4 1,1-1-13-16,-5 5 3 0,-5-3-4 16,-1 4-6-1,-5 7 0-15,-7 1-13 0,-2 8 19 16,0 9-15-16,0 8 12 0,-13 7-8 15,-7 7 11 1,-3 0-6-16,4 6 0 0,0-7 5 16,9 0-6-1,3-10 0-15,5-4 5 0,2-12-6 16,0-8 3 0,0-10 2-16,19-8-8 15,11 0 11-15,9 0 1 16,2-9 3-16,-1 2-7 0,-2-3 8 15,-12 9-10-15,-1-6-10 16,-10 1-45-16,-5 6-4 16,-6-4-11-16,-4-4-40 15,0-6-40-15,0 0-57 16</inkml:trace>
  <inkml:trace contextRef="#ctx0" brushRef="#br0" timeOffset="122243.31">13931 14939 484 0,'0'0'291'0,"0"0"-232"0,0 0 64 0,0 0-65 0,0 0 70 16,0 0-46 0,77 0-4-16,-46 0-30 15,0 0-25-15,0 0-23 16,-2 0-6-16,-2 0-14 15,-5 0-28-15,-2-8-21 16,-4 4-83-16,-3-7-130 16</inkml:trace>
  <inkml:trace contextRef="#ctx0" brushRef="#br0" timeOffset="122773.25">14554 14922 654 0,'0'0'199'0,"0"0"-186"0,0 0 74 15,0 0-45-15,0 0 47 0,0 0-32 16,98 0 2-16,-67 0-37 0,-4 0-3 15,-4 0-19 1,-2 0-7-16,-1 0-10 16,-7-4-35-16,-1-1-18 15,-4-7-112-15,-8-8-182 16</inkml:trace>
  <inkml:trace contextRef="#ctx0" brushRef="#br0" timeOffset="123008.42">14611 14712 778 0,'0'0'39'0,"0"0"79"15,0 0-38-15,0 0-75 16,0 0-5-16,128 21-66 0,-113-21-94 16,-1-6-75-16</inkml:trace>
  <inkml:trace contextRef="#ctx0" brushRef="#br0" timeOffset="124183.26">15211 14916 287 0,'0'0'506'0,"0"0"-478"0,0 0 95 15,0 0-54-15,0 0-13 16,0 0 2-16,0 0-19 15,13 0 19-15,5 0 4 16,7 0 7-16,4 0-51 0,-4 0 9 16,10 0-26-1,-9 0-1-15,0 0-5 0,-7 0-44 16,3 0-21-16,-4-3-36 16,0-9-103-1,-5-8-485-15</inkml:trace>
  <inkml:trace contextRef="#ctx0" brushRef="#br0" timeOffset="124853.61">15745 14712 580 0,'0'0'105'0,"0"0"-9"0,0 0-38 15,0 0-27-15,0 0 42 16,0 0-4-16,14-10-49 0,-10 10 11 0,1 0-17 15,-1 0 1 1,7 0-15-16,-2 16 0 0,0-1-4 16,-7 4 11-1,-2 0-14-15,0 4 14 0,0 12-11 16,-17 1 9 0,-10 4-5-16,-2 6 0 0,4-4 0 15,3-8 10 1,9-6-7-16,8-6 23 15,5-8-17-15,0 0 17 0,18-6-18 0,19-8 14 16,8 6-3 0,9-6-10-16,-8 0 28 15,2 0-34-15,-11 0 4 16,-5 0-5-16,-8 0-4 16,-7 0-12-16,-5 0-3 15,-1 0-49-15,-9 0-72 0,-2 0-168 16</inkml:trace>
  <inkml:trace contextRef="#ctx0" brushRef="#br0" timeOffset="125773.18">16152 14899 262 0,'0'0'520'0,"0"0"-449"0,0 0 54 15,0 0-79-15,0 0-28 16,0 0 76-16,52-4-37 16,-25-3 29-16,-2 6-50 15,2 1 9 1,2 0-34-16,0 0 9 0,4 0-16 15,-2 0-4-15,0 0-12 16,-2 0-23-16,-3 0 0 16,-8-6-19-16,-1 2-24 15,-7-2-199-15</inkml:trace>
  <inkml:trace contextRef="#ctx0" brushRef="#br0" timeOffset="126439.58">17073 14606 714 0,'0'0'52'0,"0"0"-30"0,0 0 22 0,0 0-17 0,0 0 48 15,0 0 31-15,0-9-24 16,-11 9-14-16,-4 5-53 0,-5 7 17 16,1 7-31-1,-5 0 11-15,2 6-11 16,-1 0 9-16,1 7-10 16,7-4 0-16,-3 0 0 15,11-2 7-15,1 9-5 16,3-5 7-16,3 5-11 15,0-2 2-15,0-1-5 0,7-1-9 16,8 0 8 0,3-3-9-16,5-2 7 15,-2-4 7-15,6-4-14 0,2-9 11 16,2-9 4 0,3 0-1-16,-1-9 6 0,4-19-10 15,-16-4-1-15,-3-2-2 16,-15 0 8-16,-3 10 3 15,0 5-3-15,-3 2-4 16,-21 13-11-16,-7 4 2 0,-7 0 8 16,0 14 1-1,3 16 2-15,3-3 3 16,10 9-1-16,4-1 0 16,13 1-14-16,1-12-119 0,4-6-259 15</inkml:trace>
  <inkml:trace contextRef="#ctx0" brushRef="#br0" timeOffset="131943.18">17810 15226 340 0,'0'0'428'0,"0"0"-259"0,0 0-60 0,0 0-70 15,0 0-7-15,0 0-26 16,0 0-1 0,0 0 3-16,3 0 3 15,-1 0 31-15,1 0-29 0,3 0 25 16,3 0-16-16,2 0 14 0,11 0-20 15,1 0 3 1,4 0-3-16,6 0-5 16,0 0 5-16,3-8-14 15,-1-5 10-15,-1 4-11 16,-5-1-2-16,-2-3-37 16,-9 3-7-16,-7 2-13 15,-3 0-40-15,-8 7-197 16</inkml:trace>
  <inkml:trace contextRef="#ctx0" brushRef="#br0" timeOffset="132369.25">17853 15012 621 0,'0'0'312'0,"0"0"-301"0,0 0 52 0,0 0 2 0,0 0 29 16,0 0-41-16,94 0-15 16,-67-3-28-16,-8 2-5 15,6 1 2-15,-5 0-6 16,0 0-2-16,2 0-44 15,1 0 8-15,-4 0-81 16,-1 0-143-16,-7 0-531 16</inkml:trace>
  <inkml:trace contextRef="#ctx0" brushRef="#br0" timeOffset="133463.17">18599 15083 283 0,'0'0'367'0,"0"0"-271"0,0 0 10 0,0 0-30 16,0 0-26-1,0 0 9-15,0 0-19 0,0 4 25 16,3 0-39-16,13 2 25 15,1 2-12-15,10-2 6 16,-2 2 0-16,4-4-32 16,-3-4-4-16,-4 0-3 15,-2 6-11-15,-1-2 5 16,-4 0-17-16,-4 0-37 16,2-4-16-16,-4 0-90 15,0 0-292-15</inkml:trace>
  <inkml:trace contextRef="#ctx0" brushRef="#br0" timeOffset="134279.16">19183 15240 550 0,'0'0'98'0,"0"0"40"0,0 0-54 0,105-143-5 16,-74 107-37-16,-2 0-11 0,2 0-27 16,-6-2-4-16,-5 3 4 0,-3-2-4 31,-5 5 0-31,-3 0 0 0,-5 6 0 15,-4-2-3-15,0 6-2 16,0 5 10-16,-6 7-4 16,-15 10 2-16,-6 0 29 15,-2 4-18-15,-4 19-5 16,0 0-9-16,4 4 0 16,4-9-2-16,8 4 4 15,6 0-11-15,1 4 15 0,4 2-9 16,1-2 6-16,5 2-6 0,0 2 2 15,0-7-18 1,0 4 4 0,11 0-14-16,5 3 12 0,2-3-4 15,2 5 20-15,0-1 2 16,-2 1-7-16,0-4 14 16,-10 2-10-16,-1-4 2 15,-7-2 0-15,0-2 8 16,0 0 11-16,-13-2 54 15,-7-2-34-15,-5-2-6 0,1-7-24 16,-1-2-9 0,9-6-8-16,3 2-21 0,3-3-35 15,7 0-11 1,0 0-149-16</inkml:trace>
  <inkml:trace contextRef="#ctx0" brushRef="#br0" timeOffset="-207173.47">2854 15177 69 0,'0'0'22'0,"0"0"-22"0,0 0-84 15,0 0 77-15,0 0 7 16,0 0 0-16,0 0 0 16,0 0 37-16,0 0 51 15,0 0-19-15,-2 0-67 16,0 0-2-16,-1 0-20 15,3 0 1-15,0 0 10 0,0 0 6 16,0 0-3-16,0 0 4 16,0 0-29-16,0 0-64 15,0 0 84 1,0 0 11-16,0 0 0 0,0 0 0 16,0 0 0-1,0 0 0-15</inkml:trace>
  <inkml:trace contextRef="#ctx0" brushRef="#br0" timeOffset="-202293.39">2854 15177 25 0,'-7'0'57'16,"7"0"10"-1,0 0-20-15,0 0-31 0,0 0 10 16,0 0-15 0,0 0-11-16,0 0 0 15,0 0 1-15,0 0 5 16,0 0 15-16,0 0 36 0,0-1 1 15,0 1-6-15,0-3-31 16,0-1-3-16,0 0-16 16,0 2 3-16,0 2 13 15,-5-4 24-15,5 0 18 16,0 1-8 0,0-2-8-16,0 4-37 0,0-8 1 15,0 9-6-15,0-4 19 16,0 3 3-16,0-2-1 15,0-3 4-15,0 2-22 16,0-7 5-16,0-1 1 0,0-1-19 16,0 1 18-1,0-1-13-15,0 2 3 16,0 1 0-16,0 2 0 0,0 4 3 16,0-5-9-16,0 5 14 15,0 1-13-15,0 2 11 16,0 1-9-16,0 0 7 15,0 0-4-15,0 0 4 0,0 0-1 16,0 0 6 0,0 0-4-16,0 0 7 0,0 7-10 15,0 7 14 1,0 4-12-16,0 1 4 16,0 4-8-16,0 1 0 15,0 0-3-15,0 7 8 0,0-3-7 16,0 2 4-16,-6-8 19 15,1-2-20-15,1-4 20 16,0-2-19-16,4-8 3 16,0 6-5-16,0-4 1 15,0 2-6-15,-2 4 10 16,-2-2 1-16,0 2 0 16,0 2-10-16,-3-2 9 15,5 5-7-15,-2-6 2 16,-3-1 0-16,0 2-1 15,3 1 4-15,-3-2-10 16,3-1 17-16,-3 2-14 0,5-1 13 16,-3-2-15-16,3 1 8 15,0-2-4-15,2 2 2 16,-2 1 0-16,-1-2-4 16,-1 2 8-1,2-1-9-15,0-2 15 0,-3 4-20 16,3-2 15-16,2-3-9 0,0 2 4 15,0-3 0 1,0 6-1-16,0-3-10 16,0-2 8-16,0 1-3 15,0 2 0-15,0 1 5 16,0 2 0-16,0-1-14 0,0 0 12 16,0-2 1-16,0-4 2 15,0-2-3 1,0-6 6-16,0 0-6 0,0 0 10 15,0 0-13-15,0 0 6 16,0 0 0-16,0 4-7 16,0 0 7-16,0-2-1 0,0 2 2 15,0 0 7 1,0 1-5-16,0-1 10 0,0-1-7 16,0-2-5-1,0 4 5-15,0-1-12 16,0 0 7-16,0 0-1 15,0-2 0-15,2 2 3 16,-2-2-3-16,0 4 7 16,0-1-12-16,0 2 11 0,0 7-4 15,0-4-1 1,0 3-1-16,0-7 0 16,0 1 3-16,0-2-4 0,0-5 10 15,0 9-14 1,0-4 15-16,0 3-15 0,0 2 9 15,3-3-6-15,-3-1 2 0,0 3 0 16,0-5 1 0,0-3 2-16,0-1 5 0,0 0-3 15,0 0-1 1,0 0 2-16,0 0 4 0,2 0-9 16,-2 0 8-1,0 0-8-15,0 0 4 0,0 0-5 16,0 0 10-16,0 0-20 15,2 0 9-15,0 0-1 16,5 0 4 0,-3 0 0-16,3 0-1 0,-5 0 20 15,9 0-3-15,-4 0-16 16,1 0 9-16,0 0-8 16,-2 0 7-16,7 0-7 15,-3 0 9-15,1 0-10 16,-3 0 0-16,6-1-2 15,-7 1 2-15,3 0-12 16,-2 0 23-16,-6 0-15 16,7 0 12-16,-5 0-20 0,2 0 7 15,6 0 3-15,-3 0 7 16,2 0-7-16,0 0 0 16,0 0 0-1,-2-4 3-15,3 0 1 0,-6 4-4 16,3 0 12-16,-3-5-11 15,4 5 3-15,-2-1-3 16,1 1-1-16,3 0 2 16,-4-5-4-16,1 5 7 15,-3 0-8-15,8 0 10 16,-3-3-14-16,1 3 15 16,1 0-16-16,-2-4 8 0,3 4-2 15,-1-9 1 1,3 8 1-16,-3-3-4 0,3 4 8 15,-3 0-8-15,-3 0 13 16,6 0-13-16,0 0 4 16,-5 0 0-16,2 0 0 0,-1 0 3 15,-1 0-6 1,0 0 9-16,0 0-12 16,0 0 10-16,0 0-8 15,1 0 8-15,-2 0-8 0,7 0 6 16,-4 0-3-1,-3 0 1-15,4 1 0 0,-1 2-6 16,-5-3 16 0,2 1-13-16,-3-1 13 15,4 4-12-15,0 1 4 0,0-1-3 16,1-4 1-16,1 3 0 16,0-3-7-16,1 0 15 15,-3 0-18 1,0 0 22-16,2 0-20 0,-6 0 16 15,5 5-9-15,0-4 2 16,1 4 3-16,1-5-4 16,-1 0 6-16,1 0-10 15,-3 0 15-15,3 0-17 16,-1 0 16-16,-2 0-15 0,5 0 10 16,-3 4-10-1,7 0 2-15,-5-3 3 0,-1-1 0 16,-1 0 17-16,-1 0-30 15,1 0 21-15,1 0-13 16,1 0 10-16,-1 0-1 16,-1 0 1-16,0 0-5 15,0 0 0-15,0 0 5 16,4 0-11-16,-5 0 12 16,2 0-10-16,4 0 13 15,-2 0-16-15,-1 5 7 16,3-5-2-16,-5 8 1 15,-1-8 2-15,3 0-4 16,-4 0 12-16,3 0-13 16,1 0 8-16,-4 0-5 0,7 0 5 15,0 0-1 1,-1 0-3-16,4 0-1 16,-7 0 0-16,1 4 1 0,-1-4-2 15,-6 0 10-15,5 4-15 16,-3-4 20-16,3 0-24 0,-3 2 15 15,2-2-4 1,-1 1 0-16,-2-1 0 16,2 3-2-16,-2 0 11 15,-3-3-15-15,8 0 9 0,-3 5-6 16,0-1 6 0,7-2-6-16,-5 0 6 0,-1 0-3 15,-3-2 0 1,-1 0 3-16,2 4-13 0,-2-4 23 15,-3 0-23-15,6 4 16 16,-4-4-11-16,-3 0 10 16,7 0-4-16,-4 0-1 15,-5 0-5-15,5 0 1 16,0 4 8-16,-5 0-3 16,2-4 10-16,3 0-22 15,2 2 23-15,2 1-26 16,-2-3 15-16,0 1-2 15,0 3 1-15,-3-4-2 0,3 0-3 16,-2 3 10-16,-2-3-4 16,3 0 6-1,-3 0-13-15,1 5 15 0,6-5-15 0,-4 0 6 32,5 0 0-32,-5 0 0 0,3 0-10 15,-3 0 4 1,-1 0 6-16,2 0-11 0,0 0 22 0,0 0-15 15,2 0 4-15,0 0-8 16,-2 0 6 0,-2 0 4-16,0 0-11 15,-1 0 22-15,-1 4-15 16,-1-4 13-16,0 0-18 0,1 2 13 16,0-2-10-1,-1 4 4-15,0-4-7 16,1 0 2-16,1 4 4 0,-1-4-5 0,0 0 12 15,-3 0-15 1,0 0 18-16,-2 0-18 16,2 0 9-16,-2 0 0 15,0 0 0-15,2 0 3 16,1 0-8-16,-1 0 11 16,0 0-17-16,4 0 10 15,0 0 1-15,-4 0-17 16,2-4 17-16,-2 0 1 15,-2-2 2-15,0 6-6 16,5 0 6-16,-5-5-7 16,0 2 13-16,2-5-12 15,0-2 13-15,0-4-15 0,0-4 10 16,6 0-6-16,-8 0 1 16,6 6 0-1,-4 2-3-15,-2 6 7 0,2-5-7 16,-2 9 11-16,0-5-13 15,0-4 10-15,0 0-7 16,0-4 2-16,0-1 0 0,0-1 0 16,0-2 1-1,0 1-9-15,0 3 16 0,0 0-19 16,0-1 25 0,0 8-21-16,0-2 10 0,0 3-3 15,-2-3 0 1,-2-5 0-16,0 3-9 0,1-9 19 15,-2 2-16-15,1 5 10 16,2-3-4-16,0 7 0 16,-3-1 1-16,5-5-1 15,0 1-2-15,0 4 0 16,0-5-5-16,0 2 7 0,0 2 0 16,0-2 0-1,0-2 7-15,0-4-10 16,0 0 6-16,0-5-6 15,0 6 2-15,0 0 1 16,0-3-2-16,0 4 6 16,0 2-8-16,0-4 11 15,0 5-13-15,0 0 12 0,0 3-10 16,0-3 4 0,0 5 0-16,0-3 0 0,0-1 2 15,0-1-8 1,-2-4 13-16,2 3-13 0,0 0 12 15,0 0-12-15,0 2 12 0,0 2-9 16,0 0 3 0,0-6-2-16,0 6 1 0,0-7-17 15,0 1 14-15,0 0-9 16,0 4 5 0,0 1 7-16,0-6-5 15,0 3 4-15,0 4 2 0,0-1 0 16,0-2 0-16,0 3-8 15,2-3 17-15,-2 5-19 16,0-1 13-16,0 3-8 16,0-4-5-16,0 2 7 15,0-5-12-15,0 5 1 0,0-3 4 16,0 7 10 0,0 0 0-16,0-2 6 15,0 2-2-15,0 4-3 16,0 0 18-16,0 0-9 0,0 0 4 15,0 0 1 1,0 0-15-16,-6 0-5 16,-8 0 5-16,3 0 1 0,-3 0 7 15,1 0-8 1,-3 0 5-16,3 0-5 0,-5 0 11 16,3 0-10-16,-1 0 13 15,-1 0-12-15,-2-3 6 16,6-1 1-16,-1 4-9 15,-1 0 7-15,1 0-11 16,1-2 6-16,-2 2-4 16,-1 0-6-16,1-4 8 15,-5 4-2-15,-5 0 4 0,5 0-20 16,-4 0 17 0,4 0-4-16,-3 0 4 0,4 6 0 15,0 3 2 1,-1-5 2-16,5 0 2 0,1-4 3 15,-1 0-16-15,-1 0 13 0,-1 0-5 16,0 0 0 0,-2-4 11-16,1 2-6 15,-3 0 0-15,-4-7-5 16,-2 7 11-16,-2-2-1 16,-3 1 0-16,3-1 13 15,0 4-21-15,0-1-4 16,-2-2 9-16,9 1-9 15,-3-2 4-15,12 4-1 16,0 0 0-16,1 0 1 0,-3 0-1 16,3 0 11-1,-5 0-19-15,-5 0 21 0,-1 0-15 16,-2 0 3 0,2-4-4-16,7 0 1 0,-2 2 1 15,2 0-1 1,3 0 11-16,-1 2-14 0,4 0 15 15,-4-2-13-15,1 0 3 16,0 2-2-16,-6-9-8 16,3 9 7-16,-1-2 0 15,3-1 4-15,-1 1-4 16,2 0 8-16,-1 2-4 16,1 0 4-16,-1-4-7 15,4 4 4-15,-4 0-3 0,3 0 0 16,-2 0-3-1,-3-4-4-15,5 2 14 0,-3-2-16 16,1 4 23-16,-1 0-22 16,8 0 13-16,-3 0-6 15,1 0 1-15,0 0 0 0,-1-2-1 16,3 2 3 0,0-2-6-16,-4 2 9 15,3 0-5-15,1 0 7 16,0 0-10-16,-4 0 3 15,-1 0-2-15,5 0-3 0,-8 0 5 0,7 0-2 32,-1 0 12-32,-3 0-19 0,1 0 13 15,2 0-8 1,-1 0 4-16,-1 0-4 0,2 0 4 16,1 0 0-1,1 0 0-15,-6 0 3 0,3 0-2 16,-1 0 7-16,0 0-16 0,1 0 16 15,3 0-16 1,-1 0 14-16,0 0-15 16,1 0 3-16,1 0 4 15,3 0-2-15,-2 0 8 16,2 0-4-16,-3 0 9 16,3 0-18-16,0 0 11 15,-3 0-5-15,0 0 3 16,-1 4-2-16,2-4-3 0,-3 0 10 15,-3 6-10-15,4-2 15 16,0 2-14-16,-3-1 11 16,-1-3-10-16,2 7 12 15,1-7-7-15,1 2-1 16,-4-2-1-16,6 0-2 0,-3 2 2 16,-1 0 0-1,0 0 8-15,0 2-13 16,-1-6 13-16,0 7-11 0,0-7 3 15,2 4 0 1,3-2 0-16,2-2-12 16,-3 4 2-16,3 1-19 15,2-5 24-15,-2 2-31 16,2-2 27-16,0 0-13 16,-2 0 6-16,2 0-80 0,0 0-38 15,0 0-145 1,0 0-217-16</inkml:trace>
  <inkml:trace contextRef="#ctx0" brushRef="#br0" timeOffset="-198613.29">4055 14772 429 0,'0'0'40'0,"0"0"30"0,0 0 13 16,0 0-45-16,0 0-12 15,0 0-23-15,0 0-6 16,-8-6 7-16,8 6-10 0,0 0 12 16,0 0-2-1,0 0 1-15,0 0 11 0,0 0 3 16,0 0 5 0,0 0 21-16,0 0-7 15,0 0 4-15,0 0-25 16,0 0 18-16,0 0-11 0,0 0-4 15,0 0 0-15,0 0-6 16,0 0 4-16,0 0-12 16,0-8 9-16,10-2-12 15,17-11 70-15,4-12-41 16,0-3 15-16,5 0-17 16,-5 3-24-16,-2 0-6 15,2 5 7-15,-2 3-16 16,-7 4-9-16,2 5 7 0,1 3-36 15,-12 3-25 1,-1 10-63-16,-12 0-108 0,0 3-362 16</inkml:trace>
  <inkml:trace contextRef="#ctx0" brushRef="#br0" timeOffset="-198079.91">3945 14584 590 0,'0'0'59'0,"0"0"-42"0,0 0 117 15,0 0-56-15,0 0 23 0,0 0-22 16,71-50-13-16,-42 15-2 15,2 0-33-15,3-10 1 16,4 8-32-16,-2-4 0 16,-1 8-41-16,-3 4-14 15,-1 3-55-15,-6 4-85 0,1 7-63 16,-13 2-334 0</inkml:trace>
  <inkml:trace contextRef="#ctx0" brushRef="#br0" timeOffset="-197203.19">4710 14177 403 0,'0'0'85'0,"0"0"17"0,0 0-8 15,0 0-62-15,0 0-23 16,0 0 7-16,-9 81-13 15,13-75 17-15,5-4 0 16,2-2 9-16,1 0-11 16,5 0 28-16,1 0-15 0,2 0-20 15,0 0 15-15,2-8-1 16,1-17 31-16,-1 3-34 16,-2-6 17-1,0-4-26-15,-2 2 2 0,-4-4-7 16,-6 2-6-1,-6-2 4-15,3-3 0 0,-5-1-12 16,0 2 19-16,0-2-28 0,-5 6 24 16,-5-2-24-1,-7 2 11-15,4 7-11 0,-3 12 15 16,1 7 9 0,-1 6-5-16,-3 0 11 15,-2 0-4-15,1 6-8 16,1 7-3-16,-4 4-8 0,1 7 6 15,0 6-9-15,-1 6 11 16,3 4-2-16,0 10 5 16,4-2-6-1,6 1-25-15,0-3-53 0,6-2-50 16,-1-5-13-16,5-8-175 16</inkml:trace>
  <inkml:trace contextRef="#ctx0" brushRef="#br0" timeOffset="-194683.61">4222 16663 204 0,'0'0'64'0,"0"0"39"0,0 0-12 16,0 0 1-1,0 0-28-15,0 0 14 16,0 0-20-16,0 0-12 16,0 0-2-16,0 0-12 15,0 0 36-15,-3 0-45 16,3 0 25-16,0 0-26 0,0 0 38 15,0 0-31-15,0 0-4 16,0-4-1-16,0-4-14 16,0-6-2-16,0-4-7 0,7-3 17 15,9-2-14 1,-1 4 4-16,3 6 0 16,0 1-11-16,0 10 3 15,-3 2-12-15,1 0 2 0,-3 2-19 16,-3 28 17-16,-10 14 12 15,0 20 2 1,0 13 6-16,-25 11-5 16,-4-8 0-16,-5-8-4 15,-1-14 1-15,6-10 0 16,4-7-2-16,3-13 13 16,9-6-10-16,8-14 9 0,5-8-11 15,0 0 1 1,5 0 0-16,24 0 2 0,11 0 11 15,2-4 10-15,7-4-6 16,-9 6 11-16,-7 2-23 16,-4 0-10-16,-8 0 11 0,-3 0-15 15,-5 10-26 1,-7 8 20-16,6 4-18 0,-10 7-14 16,-2-4-117-1,0-2-300-15</inkml:trace>
  <inkml:trace contextRef="#ctx0" brushRef="#br0" timeOffset="-194101.48">4649 17187 247 0,'0'0'328'0,"0"0"-253"0,0 0 47 16,0 0-27-16,0 0 4 0,0 0 2 16,-8-45-10-16,23 14-37 15,10-10 25-15,4-3-44 16,4 4 10-16,-4 4-42 16,0 4 2-16,-9 6-5 15,4 0-10-15,-3 2-11 16,-5-2-12-16,1 3 13 15,-6 10-38-15,-4-5 25 16,-3 5-36-16,1 0-49 0,-3-1-88 16,-2 1-22-1,0 3-146-15</inkml:trace>
  <inkml:trace contextRef="#ctx0" brushRef="#br0" timeOffset="-193873.33">4750 16681 672 0,'0'0'42'16,"0"0"84"-16,80 117 39 0,-49-63-82 16,-2 4-12-1,-2 0-62-15,-5-9 8 0,0-8-10 16,-3-7-14-16,-4-6-8 15,-4-1-51-15,5-6-62 16,-6-6-65-16,-4-7-83 16</inkml:trace>
  <inkml:trace contextRef="#ctx0" brushRef="#br0" timeOffset="-193423.29">5331 16968 848 0,'0'0'102'0,"0"0"-17"0,0 0 49 0,0 0-86 15,152 5-32-15,-108-2-16 16,-3 1-5-16,-6-4-21 16,3 0 13-16,-5-4-78 15,-4-14-61-15,-4 0-208 0</inkml:trace>
  <inkml:trace contextRef="#ctx0" brushRef="#br0" timeOffset="-192767.64">6069 16527 206 0,'0'0'350'0,"0"0"-254"15,0 0 45-15,0 0-40 16,0 0-71-16,0 0 28 16,-76 48-18-16,62-30 17 15,4 8-36-15,1 10 16 16,2 13-13-16,0 9-21 15,1 10 23-15,6-11-19 0,0 2 6 16,0-15 0-16,0-4-20 16,0-8 13-16,15-6-6 15,1-3 5 1,6-5-5-16,10 0 5 0,3-9 5 16,9 0-20-1,6-9 17-15,-6 0-15 0,-3 0 16 16,-6-18-15-16,-13-5 7 0,-8 1-1 15,-12 0-1 1,-2 0-3-16,-2 8 5 0,-19 0 0 16,-4 10 2-1,0 4 10-15,-2 0-17 16,0 8 5-16,4 20-1 16,3 2-3-16,3 2-1 0,6-1-23 15,1-9-37 1,10 2-22-16,0-8-139 0,0-6-114 15</inkml:trace>
  <inkml:trace contextRef="#ctx0" brushRef="#br0" timeOffset="-192103.49">6893 17030 987 0,'0'0'56'0,"0"0"18"16,0 0-17-16,0 0-28 16,0 0-10-16,0 0 18 15,71 0-30-15,-46 0 12 0,4 0-13 16,-2 0-6-16,-2 0-9 0,-4 0-14 15,0-4-10 1,-6 1-42-16,1-3-56 0,-8-3-144 16,-5-1-268-1</inkml:trace>
  <inkml:trace contextRef="#ctx0" brushRef="#br0" timeOffset="-191803.4">6877 16772 827 0,'0'0'254'16,"0"0"-236"-16,0 0 90 0,0 0-65 16,0 0-7-1,0 0-4-15,108 18-29 0,-75-15-3 16,-4-3-55-16,0 0-6 16,-7 0-100-16,-4-7-172 15</inkml:trace>
  <inkml:trace contextRef="#ctx0" brushRef="#br0" timeOffset="-191040.9">7664 16793 527 0,'0'0'122'0,"0"0"13"16,0 0 8-16,0 0-41 0,0 0-7 15,0 0-61 1,-64 121 5-16,64-99-26 0,0 0 19 15,0 0-22-15,0-2 1 16,6 0-8-16,7-6-3 16,5 0 0-16,5-4 0 15,6-1-4-15,2-2 8 16,11-2-14-16,5-5 14 16,2 0-12-16,4 0 9 15,-4-27-11-15,-4-8 10 16,-7-9 0-16,-9-19-7 15,-11-5-24-15,-12 2 24 16,-6 8-19-16,0 9 26 0,-14 17 0 0,-11 6 6 31,-2 13-6-31,-7 13-4 0,1 0 4 16,-6 27 9 0,-3 29-9-16,0 17 6 0,4 10-12 15,14-2 6-15,6-13-135 16,11-14-624-16</inkml:trace>
  <inkml:trace contextRef="#ctx0" brushRef="#br0" timeOffset="-188993.42">6621 16190 160 0,'0'0'576'0,"0"0"-548"0,0 0-20 15,0 0 21-15,0 0-6 16,0 0-7-16,5 0 32 0,-5 0 12 16,0 0 5-1,0 0-19-15,0 0 31 0,0 6-43 16,0 21 3 0,8 12-28-16,4 5 2 15,1-3-2-15,3-1-8 16,-1 0-2-16,1-8-5 15,-5 4 6-15,-2-6-35 0,-4-6-24 16,-5-12-137-16,0-12-319 16</inkml:trace>
  <inkml:trace contextRef="#ctx0" brushRef="#br0" timeOffset="-188723.42">6582 16393 749 0,'0'0'102'0,"0"0"67"15,0 0-13-15,124-45-104 16,-90 44 13-16,-8 1-43 0,-2 0 10 15,-3 0-32-15,-5 0-15 16,-6 0-24-16,-1 0-21 16,3 0-20-16,-4 0-78 15,-1 0-75-15,-3 0-177 16</inkml:trace>
  <inkml:trace contextRef="#ctx0" brushRef="#br0" timeOffset="-188093.66">7156 15977 548 0,'0'0'150'0,"0"0"-95"0,0 0 43 0,0 0 37 16,0 0-50-1,0 0-55-15,-102 110 13 16,91-68-31-16,3-3 4 16,6-3-16-16,2 4 16 15,0 0-11-15,0 0-5 16,5-3 0-16,11-11 11 0,2-8-11 15,1 0 1-15,6-12 2 16,0 2 2-16,1-8-10 16,3 0 3-16,-2-10 2 15,-7-8 10-15,-6-8 2 16,-10-1 2-16,-4-5-14 16,0 10 2-16,-12 4 5 15,-5 14-14-15,-1 4-23 16,-7 14 12-16,3 22 14 0,4 8-1 15,5-3 1 1,6-11-1-16,7-2-61 0,0-14-131 16,0-6-157-16</inkml:trace>
  <inkml:trace contextRef="#ctx0" brushRef="#br0" timeOffset="-187463.48">8421 16131 586 0,'0'0'45'0,"0"0"13"0,0 0 13 0,0 0 6 0,0 0 9 15,0 0-13 1,14 15 33-16,-7 3-40 15,1-1-4-15,2 6-38 16,-4-1 13-16,7-4-33 0,-5 9 3 16,2 0-7-16,-1-1-5 15,-5-2-28-15,4 2-33 16,-6-7-92-16,-2-3-200 16</inkml:trace>
  <inkml:trace contextRef="#ctx0" brushRef="#br0" timeOffset="-187193.7">8337 16267 1091 0,'0'0'57'16,"0"0"19"-16,0 0-48 0,0 0-1 15,0 0-22-15,0 0 18 0,105 13-8 16,-70-13 2 0,-2-9-17-16,-4-4-4 15,-2 5-8-15,-4 2-48 16,-6-2 12-16,1 2-68 16,-2-1-174-16</inkml:trace>
  <inkml:trace contextRef="#ctx0" brushRef="#br0" timeOffset="-186673.31">8948 15902 600 0,'0'0'183'16,"0"0"-31"-16,0 0-93 15,0 0-3-15,0 0-7 16,-91 116-11-16,83-82-22 16,4-2-3-16,4-2 3 15,0-2-12-15,0-6-3 0,0-5 5 16,8-2-3 0,4-3 4-16,3-6-14 0,1-2 3 15,2-4-25 1,4 0 19-16,3-10 10 0,-5-12 0 15,0 4 0-15,-11-4-38 0,-7 7 38 16,-2 13 13 0,0-3-12-16,-5 5 10 15,-12 13-10-15,-6 24 5 16,4 12-1-16,1-5 2 16,9 0-14-16,5-17-1 15,4-9-123-15,0-9-225 16</inkml:trace>
  <inkml:trace contextRef="#ctx0" brushRef="#br0" timeOffset="-185277.22">9370 16900 108 0,'0'0'298'0,"0"0"-294"0,0 0 42 15,0 0 50 1,0 0-12-16,0 0 14 0,-81 24 14 16,73-24-4-16,4 0-14 15,2 0-42-15,0 0-28 16,2 0 12-16,0 0-31 15,0 0 8-15,0 0-6 16,0 0 23-16,0 0-15 16,2 0-2-16,18 0-3 15,14 5 8-15,12-3-5 16,10 3-8-16,8-5-8 16,1 0 3-16,2 0-1 0,-10 0-25 15,4 0-3 1,-12 0-34-16,-13 0-110 15,-14-5-194-15</inkml:trace>
  <inkml:trace contextRef="#ctx0" brushRef="#br0" timeOffset="-184873.45">9320 16637 620 0,'0'0'165'0,"0"0"-114"0,0 0 130 0,120 9-86 0,-67-4-24 16,5 3-58-1,-2-4 6-15,-4-2-17 0,-4 2-4 16,-3 0-11-1,-7 0-37-15,-3 0-66 0,-8-4-104 16,-10 2-168-16</inkml:trace>
  <inkml:trace contextRef="#ctx0" brushRef="#br0" timeOffset="-184389.72">9923 16554 190 0,'0'0'530'0,"0"0"-458"16,0 0-14-16,0 0 27 16,0 0-44-16,0 0 24 0,87 21-28 15,-53-9-14 1,-1 6-20-16,-2 0 12 0,-8 5 1 15,-5 8-4-15,-12 5 5 16,-6 14-1-16,0 13 5 16,-24-2-2-16,-12 6-8 15,-7-9-3-15,-1-8-16 16,4-10 7-16,7-13-2 16,12-14 2-16,13-8-25 15,6-5 26-15,2 0-58 16,0 0-106-16,10-5-36 15,11 0 63-15,3 1-233 16</inkml:trace>
  <inkml:trace contextRef="#ctx0" brushRef="#br0" timeOffset="-183130.78">10899 16655 475 0,'0'0'13'0,"0"0"18"0,0 0 44 15,0 0 13 1,0 0-4-16,0 0-19 16,-10 0 66-16,10 0-47 15,0 0-6-15,0 0-44 0,0 0-23 16,0-9-9-16,0-10 11 15,15-2 15-15,3 8-24 16,-1-1 4 0,4 10-6-16,-6 4-4 0,1 0-3 15,-3 4-17-15,-9 15-3 0,1 12 20 16,-5 9-32 0,0 13-1-16,-14 1-6 15,-13 4-16-15,-4 4 48 16,0-4 12-16,-2-4 0 15,4-4 3-15,2-6 17 16,7-4-1-16,7-9 18 0,6-17-4 16,7-4-25-16,0-6-2 15,25-4 6 1,12 0 10-16,15 0 11 0,2 0 10 16,-6 0-21-1,-1 0-8-15,-5 0-14 0,-6 17 7 16,-1 0-23-16,-10-3 16 0,-7-4-6 15,-5 6-75 1,-11-6-40-16,-2 4-107 16</inkml:trace>
  <inkml:trace contextRef="#ctx0" brushRef="#br0" timeOffset="-182593.34">11427 17245 799 0,'0'0'11'0,"0"0"153"0,0 0-14 15,85-127-65-15,-54 93-30 16,3 2-39-16,-1 3-15 0,0 0 6 15,1-1-7 1,-3 2-21-16,-4 2 0 16,-3 3-22-16,-9 6-22 0,-3-5-79 15,-7 8-64-15,-5 6-199 16</inkml:trace>
  <inkml:trace contextRef="#ctx0" brushRef="#br0" timeOffset="-182362.32">11485 16798 400 0,'0'0'486'0,"0"0"-390"16,36 104 64-16,-12-48-76 15,3 9-50-15,2-4-9 16,0-3-25-16,-3-5-2 0,1-11-3 15,2-4-45 1,2-9-2-16,-6-8-76 0,-5-3-280 16</inkml:trace>
  <inkml:trace contextRef="#ctx0" brushRef="#br0" timeOffset="-181879.32">12252 17151 815 0,'0'0'226'0,"0"0"-217"0,0 0 104 0,0 0-74 16,0 0-15-16,145 26-22 15,-105-20-2-15,0-6-3 16,-1 0-13-16,-4 0-143 0,-12 0 117 15,-9-10-188-15,-14-7-233 16</inkml:trace>
  <inkml:trace contextRef="#ctx0" brushRef="#br0" timeOffset="-181663.67">12243 16994 1137 0,'0'0'9'15,"0"0"41"-15,0 0 25 16,0 0-70-16,138 6-5 16,-103-6-12-16,1 4-17 15,-1-4-88-15,-8 0-180 16,0 0-306-16</inkml:trace>
  <inkml:trace contextRef="#ctx0" brushRef="#br0" timeOffset="-181028.17">13252 16743 272 0,'0'0'492'0,"0"0"-481"0,0 0 35 0,-89 117 37 15,73-71-34-15,6-2 8 16,-2 4-28-16,10-2 15 16,2-2-36-16,0-8-8 15,0 1 6-15,14-7-10 16,5-3 8-16,6-8-2 0,4-2 10 16,0-4 2-1,2-3 21-15,0-2-35 0,3-8 0 16,3 0-19-16,-1-10-27 15,-7-20 38-15,-11-3 5 16,-9-2 0-16,-9 9-37 16,0 8-21-16,-9 9 38 15,-18 9 14-15,-6 5-2 16,-7 31 11-16,-1 17 19 16,1 6 2-16,9 3 3 15,9-9-24-15,15-12-3 16,7-11-154-16,0-16-530 15</inkml:trace>
  <inkml:trace contextRef="#ctx0" brushRef="#br0" timeOffset="-178373.69">10922 17576 413 0,'0'0'219'0,"0"0"-69"0,0 0-23 0,0 0-52 16,0 0-28-16,0 0 64 16,0 0-60-16,167-4 8 15,-80 4-16-15,4 0-16 0,-4 0-19 16,-1 0-8-1,-14 0-7-15,-10 0-41 0,-6 0-16 16,-14 0-101-16,-10 0-130 16</inkml:trace>
  <inkml:trace contextRef="#ctx0" brushRef="#br0" timeOffset="-177863.29">11265 17883 784 0,'0'0'37'0,"0"0"60"0,0 0-24 16,0 0-54 0,0 0 2-16,0 0-20 15,98-45 3-15,-90 45-4 16,-1 0-34-16,-2 10 10 0,-1 16 24 15,-1 6-10 1,-3 7 22-16,0-3-1 16,0-8-11-16,0-10 8 0,0-6-5 15,2-6 8-15,6-2-1 16,6-4-9-16,1 0 18 16,4 0 18-1,4 0 28-15,2 0-32 0,2-4 13 16,2-2-38-16,-2 6 3 15,4 0-11-15,-4 0-28 16,0 0-4-16,-6 6-51 0,2-2-12 16,-5 1-227-1</inkml:trace>
  <inkml:trace contextRef="#ctx0" brushRef="#br0" timeOffset="-177127.25">13058 17660 669 0,'0'0'255'0,"0"0"-149"0,0 0-7 16,0 0-30-16,0 0-23 15,0 0 14-15,0-23-6 16,11 23-20-16,5 0 14 16,13-3-25-1,11-1 14-15,5 3-34 0,8-8-6 16,3-1-4-16,-3-2-17 15,1-2-42-15,-8 0-53 16,-12 2-33-16,-5 2-433 0</inkml:trace>
  <inkml:trace contextRef="#ctx0" brushRef="#br0" timeOffset="-176593.41">13189 17829 833 0,'0'0'237'0,"0"0"-192"0,0 0 13 16,0 0-56-16,0 0-2 0,0 0 3 15,0 9-12 1,0 1 18-16,0 9-3 0,0 1-6 15,0 4 9-15,0 6-1 0,0 6 1 16,-15-1 10 0,1 2-17-16,1-7 13 0,5-5-6 15,2-10-10 1,6-9 9-16,0-2-16 16,0-4 4-16,0 4-6 15,8 0 10-15,5 2 6 16,-2-1 7-16,7 2-10 0,2 0-6 15,7-7 3-15,4 0-9 16,9 0-25-16,6-7 2 0,2-11 2 16,-2 3-22-1,-5-1-101-15,-12 14-137 16</inkml:trace>
  <inkml:trace contextRef="#ctx0" brushRef="#br0" timeOffset="-175823.33">14340 17517 1006 0,'0'0'31'0,"0"0"74"0,0 0-11 15,122 0-64-15,-84 0-3 16,-3 0-20-16,-3 0-14 0,-6 0-15 16,-1 0-5-1,-3 5-1-15,0-5-54 16,-6 4-102-16,-7-4-152 16</inkml:trace>
  <inkml:trace contextRef="#ctx0" brushRef="#br0" timeOffset="-175553.44">14297 17271 886 0,'0'0'49'16,"0"0"-23"-16,0 0 84 0,0 0-9 16,124-9-71-1,-78 9 13-15,-2 9-34 0,-1-3-9 16,1-2-8 0,-4-4-35-16,-5 0-120 0,-6 0-148 15</inkml:trace>
  <inkml:trace contextRef="#ctx0" brushRef="#br0" timeOffset="-175083.46">14823 17361 390 0,'0'0'272'0,"0"0"-191"15,0 0 7-15,-80 106 4 16,64-84-59-16,3-7-5 16,3-2 44-16,4-8-11 15,6-1-28 1,0-4-33-16,0 0 0 0,0 0-50 15,2 0-10-15,16 0 60 16,7 0 1-16,4-4 21 16,2-10-21-16,2 1 19 0,1-5-20 15,-1 0 19 1,0-4-18-16,1 8 23 16,-7 0-24-16,-7 3-6 15,-7 5 6-15,-11-3 2 16,-2-5 7-16,0-4-7 15,-8-4-4-15,-15 4-27 0,-4 2 18 16,2 6 4-16,6 2 3 16,-1 2 4-16,7 2-26 15,-1 4-70-15,3 0-100 16,4 0-104-16</inkml:trace>
  <inkml:trace contextRef="#ctx0" brushRef="#br0" timeOffset="-174503.42">15649 17097 508 0,'0'0'241'0,"0"0"-65"0,0 0-10 15,0 0-55-15,0 0-65 0,-27 126-24 16,3-82-9-16,-2 6-13 16,-3 2 0-16,-2-6 12 15,2-6-12-15,4 0 0 16,0 1-8-16,3-11-39 15,-2-9-33-15,4-10-171 16,-1-11-362-16</inkml:trace>
  <inkml:trace contextRef="#ctx0" brushRef="#br0" timeOffset="-174283.55">15438 17040 582 0,'0'0'612'16,"0"0"-581"-16,18 107 11 15,-1-59-25-15,10 2-11 16,2-6-12-16,2 0 3 16,-4-8 1-16,2 0-24 0,-4-8-16 15,-8-2-133 1,-5-8-236-16</inkml:trace>
  <inkml:trace contextRef="#ctx0" brushRef="#br0" timeOffset="-173853.57">15913 17454 609 0,'0'0'235'0,"0"0"-128"0,0 0 28 16,0 0-69-16,0 0-47 15,131 0-19 1,-111 0-4-16,-2 0-38 0,-5 0-27 16,-6 1-164-16,-3 7-320 15</inkml:trace>
  <inkml:trace contextRef="#ctx0" brushRef="#br0" timeOffset="-173637.43">16023 17262 738 0,'0'0'470'0,"0"0"-455"16,0 0 28-1,0 0-17-15,0 0-26 0,0 0-3 16,104 31-41-16,-87-29 2 0,1-2-109 15,-7 0-133 1,-5 0-361-16</inkml:trace>
  <inkml:trace contextRef="#ctx0" brushRef="#br0" timeOffset="-172573.3">16541 17023 261 0,'0'0'457'0,"0"0"-277"16,0 0-48-1,0 0-35-15,0 0-49 0,0 0-7 16,0 0-28-16,-3-6-4 0,3 1-8 31,0-3 18-31,11-2-4 16,5 2 10-16,-5 3-24 0,1 5-1 15,-4 0 0-15,1 0 3 16,7 0-7-16,-7 9 8 16,-1 9-19-16,-1 4 1 0,0 0-4 15,-4 6-26 1,-3 7 16-16,0-8-99 15,0 8 127-15,0-11 24 0,-10-7-12 16,8-4-12 0,2-13-1-16,0 0-16 15,0 0-20-15,0 0-22 0,9 4 16 16,4-2 31-16,1 6 7 16,-7 3-18-16,-1 8 6 15,-6 1 17-15,0 10 93 16,-6 1-71-16,-17 5 84 15,-10 3-82-15,-7 2 11 16,-1 0 0-16,-1-6 20 0,9-7-24 16,4-17-28-1,13-5-3-15,1-6-14 0,4 0-3 16,-3 0-39 0,5-9-52-16,5 5-206 15</inkml:trace>
  <inkml:trace contextRef="#ctx0" brushRef="#br0" timeOffset="-161483.46">6316 15704 47 0,'0'0'128'0,"0"0"-45"0,127 31-53 0,-82-17-14 16,-1-7-13 0,-4 3-3-16,3-1 16 15,1 1 28-15,1 3-40 16,1 0-4-16,2-5 0 0,-4-2-6 15,5 2-4 1,-3-4-10-16,4-2-43 0,-2-2-53 16,-5 0 4-1</inkml:trace>
  <inkml:trace contextRef="#ctx0" brushRef="#br0" timeOffset="-159146.22">7141 16181 9 0,'0'0'38'0,"0"0"-31"16,0 0-7-16,137-57-54 0</inkml:trace>
  <inkml:trace contextRef="#ctx0" brushRef="#br0" timeOffset="-151873.44">17145 17696 250 0,'0'0'0'0,"0"0"-11"16,0 0 11-16,0 0 0 16,0 0 25-16,0 0-6 0,0 0 42 15,-2 48 0 1,2-48-1-16,0 10 16 0,2-2-55 15,6 3-21-15,1-4-6 16,-1-3-73-16,-4 2-175 0</inkml:trace>
  <inkml:trace contextRef="#ctx0" brushRef="#br0" timeOffset="-151633.72">17145 17696 247 0</inkml:trace>
  <inkml:trace contextRef="#ctx0" brushRef="#br0" timeOffset="-151423.22">17145 17696 247 0,'15'18'223'0,"-28"-18"-36"0,-1 0-91 16,5 0 49 0,3 0-114-16,2 0 6 15,4 0 8-15,0 0-6 16,0 0 9-16,0 0-39 15,0 4 21-15,19 14-30 0,18 0 61 0,11 8-29 16,14-4 4 0,11 0-22-16,6-4-6 15,-8-8-8-15,-3 2 2 16,-16-2-27-16,-2 3 25 16,-8-3-4-16,-5-1-67 15,-6-1 34-15,-10 3-105 0,-12-7-241 16</inkml:trace>
  <inkml:trace contextRef="#ctx0" brushRef="#br0" timeOffset="-150973.28">17311 17522 666 0,'0'0'147'0,"130"17"28"0,-56-2-103 0,-6 3-24 0,-3-3-42 0,-5 4-6 16,-6-5-74-1,-12 0-188-15,-11-6 45 0</inkml:trace>
  <inkml:trace contextRef="#ctx0" brushRef="#br0" timeOffset="-150593.68">17793 17508 576 0,'0'0'95'0,"0"0"62"16,0 0-38-16,127 14-73 15,-96-5-13-15,-8 3-29 16,-6 3 7-16,-5-1-3 16,-12 7 28-16,0 10-5 15,0 5 11-15,-23 8-21 16,-6 2-4-16,0 2 12 15,9 1-20-15,0-8-9 0,11 0 14 16,-2-8-33-16,4-4 3 16,-4-8-18-16,0 2-66 15,-4-4-133-15,-3-6-182 16</inkml:trace>
  <inkml:trace contextRef="#ctx0" brushRef="#br0" timeOffset="-149723.25">18373 17602 491 0,'0'0'244'0,"0"0"-229"0,0 0 33 0,0 0 94 15,0 0-70-15,139 4 22 16,-89 0-68-16,-2-4 13 16,-3 0-21-16,-3 0-6 15,-10 0-12-15,-12 0 8 16,-5 2-20-16,-9 6 25 16,0 2-9-16,-6 6 4 15,0 6 21-15,0 2-29 16,-2 10 1-16,-17 2 8 15,-1 0-9-15,-2 8-1 0,0 2 1 16,-1-1 1 0,1-1 8-16,7-4-16 0,2-3 17 15,1-2-19-15,10 1 11 16,2-6-4-16,0-4 0 16,11-3-7-16,13-7 7 15,5-5-11-15,2 3 9 16,3-5-18-16,-3-1 18 15,-4-7-102-15,-7-1 91 0,-7 4-46 16,-1-4-12 0,-8 0-39-16,1 0 20 0,-5 0-5 15,0 0-123 1</inkml:trace>
  <inkml:trace contextRef="#ctx0" brushRef="#br0" timeOffset="-149423.75">18359 18067 735 0,'0'0'82'0,"0"0"71"0,0 0 1 0,0 0-89 0,0 0 4 16,122 12-37-1,-80-12-1-15,1 0-29 0,-3 0-2 16,3 0-3-16,-8 0-27 16,1 0-18-16,-7 0-78 15,-8-4-163-15,-4 4-241 16</inkml:trace>
  <inkml:trace contextRef="#ctx0" brushRef="#br0" timeOffset="-148823.68">18867 18027 497 0,'0'0'298'0,"0"0"-242"0,0 0 53 16,0 0-32-16,0 0 2 15,0 0-58-15,84 22 20 0,-47-22-33 16,-4 0 18-16,-2 0-22 0,-5 0-8 16,-3 0 2-1,-3 0-35-15,-7 0-54 0,-4 0-69 16,-6-10-54 0,-3-2-261-16</inkml:trace>
  <inkml:trace contextRef="#ctx0" brushRef="#br0" timeOffset="-148563.51">18867 17918 835 0,'0'0'51'15,"0"0"93"1,0 0-23-16,0 0-70 16,0 0-43-16,138 11-4 15,-105-11 6-15,-2 0-20 16,-2 0-36-16,-4-4-89 16,-2-10-165-16,-10 0-382 0</inkml:trace>
  <inkml:trace contextRef="#ctx0" brushRef="#br0" timeOffset="-147623.16">19439 17620 98 0,'0'0'667'16,"0"0"-597"-16,0 0-40 0,0 0-11 15,0 0-9 1,0 0-1-16,23-54 7 16,-21 54 12-16,-2 0 0 15,0 0 22-15,0 0 10 16,0 10-42-16,0 7 11 15,0 10-25-15,-4-1 26 16,-10 7-25-16,-8 2 37 0,2 5-22 16,-3 4 7-16,-4-4-9 15,1 1-10-15,0-6-8 16,-1-2 5-16,6-3-5 16,6-12 5-16,6-1-9 15,2-4 10-15,7-7-12 16,0-2-1-16,0-4-2 0,16 4-9 15,6-4 3-15,7 0 12 16,0 0-2-16,2 0-1 16,-2 0 4-16,-4 0-2 15,-1 6-9-15,1 3 9 16,-5-7-21-16,-4 3-91 16,-3-5 111-16,-11 0-26 15,7 0 28-15,-2 0-25 16,-1-5 26-16,1-2-8 0,-1-3 6 15,2 2 5 1,-4 0-1-16,2-3 0 0,-1 8-1 16,3-2-1-1,-2 0 4-15,-4 1 4 16,2 0 0-16,3 0-7 16,-5 2 4-16,2-2-6 15,-2 4-3-15,-2 0-12 16,0 0 18-16,0 18 9 0,0 8 36 15,0 5-32-15,0 2 32 16,-2 11-30-16,-11 0 8 16,5 2-19-16,-4-2 0 0,-1-3 9 15,6-10-3 1,-2-10 12-16,7-11-21 0,2-10 4 16,0 0 2-1,0-12-14-15,0-24-27 0,0-5-21 16,0 2-21-1,0 6 2-15,2 7-35 0,0 8-47 16,5 1-193-16</inkml:trace>
  <inkml:trace contextRef="#ctx0" brushRef="#br0" timeOffset="-147110.36">19896 18089 561 0,'0'0'267'0,"0"0"-176"0,0 0-15 0,0 0-26 0,0 0-12 16,-27 124-2-16,27-95-24 15,0-4 17-15,0 1-21 16,0-1 20-16,2-4-28 0,17 2-26 15,-6-6 21 1,9-9-22-16,3-3-84 0,-4-5-122 16,-2 0-245-1</inkml:trace>
  <inkml:trace contextRef="#ctx0" brushRef="#br0" timeOffset="-146643.68">19950 17906 298 0,'0'0'368'0,"0"0"-277"0,0 0 37 16,0 0-48-16,0 0-19 0,0 0-17 15,-7 0 24-15,7 0-14 16,0 0-22 0,0 0-32-16,0 0-2 0,0 0-11 15,0-5-13 1,-3 1 26-16,-5-1 8 0,5 5 13 16,-3 0-19-1,2 0 13-15,2 0-15 16,2 0-15-16,0 0-20 15,0 0-124-15,0 0-239 0</inkml:trace>
  <inkml:trace contextRef="#ctx0" brushRef="#br0" timeOffset="22234.25">6494 5671 403 0,'0'0'30'0,"0"0"56"0,0 0 2 0,0 0-57 16,0 0 3-16,0 0-12 15,0 0 13-15,-24-24 1 16,24 22 24-16,0 2 11 16,0 0-37-16,0 0 2 15,0 0-33-15,0 0 12 0,0 0-9 16,0 0-12 0,0 0 5-16,0 5 1 0,-2 13 7 15,-3 3-1 1,1 5 11-16,-6 4-16 15,2 6 17-15,-1 0-15 16,0 4 6-16,2-4 0 16,1 0 4-16,1-2-6 0,-3 0 2 15,3 8-8 1,-2 1 3-16,-4-2 9 0,0 9-7 16,2-7-6-16,0 1 10 15,3-1-13 1,1-2 12-16,1 0-14 0,1-4 5 15,-2 0 0-15,1-2-5 16,0 10 12-16,-5-3-10 0,0 5 11 16,-4 3-14-1,2-5 7-15,-1-2-2 16,3-7-2-16,3-6 3 16,2-3 0-16,-2-4 3 15,2-2-6-15,4-7 11 16,0-1-12-16,0-1 11 0,0 0-14 15,0 4 14-15,0 2-11 0,0 3 4 16,0-2 0 0,0-3-2-16,0-6-3 15,4-5 4-15,2-3-19 16,2 1 17-16,-1 1 3 16,1-4 0-16,2 4 2 15,-1 1 3-15,1-4-5 16,7 5 3-16,5 1-8 0,2-4 15 15,9 2-13 1,6-5 9-16,-2 0 12 16,3 0-16-16,-4 0 13 15,0 0-13-15,-8 0-1 16,7 0-1-16,-4 1 7 0,2 5-8 16,3-2 14-1,-1-4-26-15,3 0 20 16,3 0-7-16,-2 0 1 0,1 0 1 15,0-1 4-15,-1-4-5 16,-4 1-1-16,-4 4 5 16,0 0 5-16,-2 0-6 15,0 0 0-15,0 0-1 16,-2 0-5-16,9 0 3 0,1 0-1 16,-1 0 0-1,-1 0 8-15,-1 0-15 0,-3 0 20 16,0 0-22-16,0 0 16 15,1 0-14-15,-1 0 5 16,2 0-2-16,4 0 3 16,-4 0 1-16,7 0-8 15,-3 0 16-15,1 0-12 0,-2 0 18 16,-2 0-22 0,-7 0 13-16,4 0-10 15,-2 0 5-15,4-1-1 16,-2-1 1-16,3-3 0 0,-1-1-5 15,-4 2 14 1,-4 0-17-16,-1 4 14 16,2 0-12-16,-1-1 5 0,4-2 0 15,2-3 0 1,3-3-13-16,-1 0 12 0,-4 1 4 16,-6 2-14-1,-4 2 21-15,-1 0-18 0,-2 0 12 16,-1 2-6-16,1 0 2 0,4 0 0 15,0 0-4 1,3-4 5-16,1-5-7 0,0-4 6 16,-1 1 1-1,-3-3-12-15,-5-2 10 16,1 7-3-16,-5 3 5 16,2 2 0-16,-5 4 0 0,0-2 0 15,3 1 8 1,-1 0-18-16,-4 4 16 0,3 0-17 15,-1 0 18-15,0-2-10 16,0 0 3-16,3-2 0 16,-2 0-2-16,0 2 8 0,-2-5-9 15,2 7 13 1,-3 0-19-16,4-2 18 16,-4-2-15-16,3 2 6 15,-5 0 0-15,3-1-5 16,0-1 12-16,-1-2-15 0,1 3 16 15,-3 0-15 1,2-1 16-16,-2 2-12 16,2-3 4-16,-4 1-2 0,3 4 0 15,-3-3 1-15,-2-2 0 16,10-2 4 0,-6-3-5-16,2-5 13 15,-1-1-18-15,3-4 13 16,0 0-11-16,0 2 4 0,1-2 0 15,-3 1-3-15,2 0 7 16,-2 1-11-16,-3-4 15 16,1 0-13-16,2-6 13 0,-4 0-11 15,3-2 7 1,-5-3-4-16,0 2 0 16,0-3 0-16,0-3 0 15,0 1 2-15,-5 2-6 0,5-2 10 16,0 4-12-1,0 0 9-15,0-1-8 0,0 6 5 16,5-3 0-16,2-1-3 16,2 4-11-16,-5-3 7 15,0 5 14-15,-1 3-17 16,3 0 17-16,-1 3-14 16,0 4 2-16,-1 3 3 15,-4 4 0-15,0-2-1 16,0 0-2-16,0 0-9 15,0 0 11-15,0 0-42 16,0-3 44-16,0 8-3 16,0-3 3-16,0 0-7 15,0 4 4-15,0-2 1 16,-2-1 6-16,-2 4-7 16,-1-3 15-16,-4 1-15 0,4-6 8 15,-5 3-5 1,0-4 1-16,-1 1-1 0,0 5 1 15,-3 1 0-15,4 1 7 16,1 2-1-16,-1-2 0 16,-5 4 4-16,5 0 1 15,-7 0-6-15,1-3-2 0,-1 0-2 16,1-3 2 0,1 0 4-16,-1 0-2 15,-1 0 21-15,-4-3-23 16,2 6 17-16,-12 3-19 0,-2-2-1 15,-4 2 4 1,-3 0-4-16,0 0 0 0,-7 0 3 16,3 0-6-16,-1 0 10 15,3 0-10-15,6 0 13 16,1 0-18-16,8 0 16 16,0-2-3-16,0-5-4 15,0-2 1-15,-6 4-2 16,2-2 10-16,-9-1-21 15,-3 5 23-15,-3 2-19 16,-2-3 14-16,0-3-3 0,7 1-2 16,-1 2 4-16,0 0-6 15,-1 0 0-15,4 1-12 16,5-2 24 0,3 2-20-16,6-1 23 15,-4-1-15-15,2 5 0 16,-2 0 4-16,0 0 0 15,0-2-4-15,-2 0 0 0,2 1 2 0,1-2-9 16,-3-1 17 0,2 3-16-16,-5-2 18 0,6 3-15 15,-7 0 4 1,2 0-2-16,4 0-1 0,5 0 2 16,2 0-4-1,1 0 15-15,4 0-14 0,1 0 11 16,5 0-16-16,-3 0 11 15,3 0-7-15,3 0 4 16,-4 3-2-16,5-2-2 0,1-1 8 16,2 0-6-1,-3 4 6-15,0-4 1 0,-2 0 5 16,-4 3-13 0,-5 0 3-16,-2 1 0 15,0 3-7-15,-5 1 7 16,9-5-8-16,-1 4 16 15,3-6-9-15,1 3 12 16,-3-4-14-16,3 0 6 16,0 0 8-16,1 0-8 15,2 0 3-15,-1 0-6 16,1 0 10-16,4 0-20 16,-3 5 22-16,5-4-16 0,-6-1 13 15,4 3-14-15,4-3 11 16,-3 0-8-16,3 0 2 15,2 0 0-15,-4 0-5 16,-4 0 12-16,0 0-10 0,-3 0 18 16,1 0-25-1,0 0 15-15,5 0-9 0,-1 0 4 16,-4 0-4 0,6 0-4-16,-3 0-14 0,1 0 22 15,4 0-33 1,2 0 12-16,0-9-129 0,2-11-70 15,15-4-421-15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15T22:36:39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20277 4614 303 0,'0'0'63'0,"0"0"35"15,0 0-34-15,0 0-14 0,0 0-4 16,0 0 4 0,0 0 2-16,-5 0 4 0,5 0-23 15,0 0 1 1,0 0 1-16,0 0 10 0,0 0-30 16,0 0-5-16,0 0 12 15,0 0-15-15,0 0 24 0,0 0-13 16,0 0 28-1,0 0-29-15,0 0 14 0,0 0-21 16,0 0 5-16,0 0 8 0,0 0-23 31,0 0 22-31,0-4-13 0,0 0-2 16,19-2 3-16,12-2 6 16,7 2-14-1,3-1 4-15,5 4-6 16,-4 0 0-16,-4 2-3 0,-10 1-4 15,-5 0-1-15,-9 0-10 0,-12 7 10 16,-2 12-19 0,0 3 24-16,-12 0 3 0,-12 6-8 15,-3-2-7 1,-2 0-18-16,-4 6-4 16,-6 2 12-16,2 2 21 0,-5 0 8 15,9-4-10-15,-1 1 12 16,5-5-7-16,7-2 1 15,9 0 0 1,7-6-8-16,6 0 19 0,0-4-16 16,19-6 17-16,14-3-22 15,11-7 20-15,8 0-11 16,1 0 2-16,-1-3 7 16,-6-3-8-16,-4-2-6 15,-5 4 4-15,-4 0-24 16,-6 4-19-16,-8-2-113 15,2-1-20-15,-13 0-54 16,1 0-59-16</inkml:trace>
  <inkml:trace contextRef="#ctx0" brushRef="#br0" timeOffset="779.95">20148 4834 127 0,'0'0'527'0,"0"0"-497"0,0 0 75 0,0 0-42 16,0 0-19-16,0 0 31 16,14-16-7-16,1 14-3 15,5 2-9-15,3 0-29 16,-4 0 13-16,4 0-39 15,-1 0-2-15,-5 0-4 16,8 0-10-16,0 0-13 0,0 0-22 16,0 0-68-1,4 2-102-15,3 0-149 16</inkml:trace>
  <inkml:trace contextRef="#ctx0" brushRef="#br0" timeOffset="1715.92">20887 5298 361 0,'0'0'78'0,"0"0"31"0,0 0-60 0,0 0 1 15,0 0 10 1,0 0 19-16,-4 6-2 16,4-6-5-16,0 0 7 0,0 0-19 15,0-16-2 1,9-6-39-16,2-9 11 0,5-2-15 16,0-6-2-16,-3 4-7 15,-2 2 4-15,-6 7-3 16,3 2-2-16,-3 8 2 15,-1 0 1-15,0 10-11 16,-4 0 12-16,0 6-18 0,0 0 6 16,0 0-12-1,0 0-6-15,-4 0 0 0,-13 10-2 16,-4 4 10 0,-3 6 8-16,-3 0-55 15,-4 0-27-15,2-4-231 16</inkml:trace>
  <inkml:trace contextRef="#ctx0" brushRef="#br0" timeOffset="2359.96">21349 5153 776 0,'0'0'29'0,"0"0"101"0,0 0-62 15,0 0-17 1,129-27-37-16,-111 24-14 16,-3 2-26-16,-1 1 13 15,-5-3-17-15,-3 1-8 16,4 0-65-16,-6-2-36 0,0-2-66 0,-4 4-280 15</inkml:trace>
  <inkml:trace contextRef="#ctx0" brushRef="#br0" timeOffset="2665.93">21298 4921 742 0,'0'0'220'0,"0"0"-169"15,0 0 97 1,0 0-114-16,142 0-12 0,-111 0-22 16,-4 0-16-1,-4 0-3-15,-8 0-37 0,-1 0-71 16,-8 0-205-16</inkml:trace>
  <inkml:trace contextRef="#ctx0" brushRef="#br0" timeOffset="3689.85">22020 5041 106 0,'0'0'365'0,"0"0"-304"0,0 0 41 15,0 0-44-15,0 0-22 16,0 0 8 0,-17 45 15-16,21-39-24 0,9 1 26 15,5-3-17-15,3 0 9 16,6-4-26-16,4 0 21 15,5 0-23-15,3-4 5 0,5-15-12 16,5-8-8-16,-1-5-10 16,0-4 7-1,-13 1-10-15,-8-2 4 0,-16 2-2 16,-11 4-10-16,0 4 7 16,-23 7-5-16,-12 8 7 15,-11 8 1-15,-6 4 1 16,-4 0-11-16,0 13 27 15,-1 14-31-15,-3 8 31 0,4 6-28 16,2 2 15 0,8-1-5-16,5-2 4 15,14-12-2-15,14-1 6 16,13-12-4-16,0-5 3 16,23-4 9-16,23-4-18 15,12 0 8-15,11-2-6 0,3 0 2 16,-7 4-1-16,-9 1 0 15,-19 8-14-15,-10 5 0 16,-14 2-50-16,-2 7 1 0,-2-4-142 16,2 0 202-1,-2 1-69-15,3-2 15 16,-4 0-37-16,1-2-61 16,5-8 77-16,3-12 0 15</inkml:trace>
  <inkml:trace contextRef="#ctx0" brushRef="#br0" timeOffset="5061.6">23305 4747 570 0,'0'0'29'0,"0"0"53"0,0 0 13 16,0 0-50 0,0 0 3-16,0 0-11 0,11 94-18 15,-9-79 28 1,3 2-14-16,-5 7 21 0,0 0-34 15,0 3 16-15,-18 10-35 16,0-5-1-16,-1 2-4 16,3-1-27-16,3-6-26 15,3-3-16-15,6-8-53 16,4-4-29-16,0-2-39 0,0-5-111 16</inkml:trace>
  <inkml:trace contextRef="#ctx0" brushRef="#br0" timeOffset="5496.19">23051 4957 498 0,'0'0'268'0,"0"0"-190"0,0 0 101 0,0 0-108 0,153 0-13 15,-97 0-28-15,0 0-16 16,2 0 7-16,-12 0-15 16,-9 0-12-16,-10 0-1 0,-10 0-28 15,-1 8-108 1,-7-4-135-16,-1 4-332 0</inkml:trace>
  <inkml:trace contextRef="#ctx0" brushRef="#br0" timeOffset="6521.6">24039 4359 554 0,'0'0'150'0,"0"0"-128"16,0 0 69-16,0 0-62 16,0 0 33-16,0 0 1 0,8 57-14 15,-6-24-20-15,-2 6 25 16,0 5-35-16,0 3 22 15,-10 0-36 1,-4 0-7-16,1 6 7 0,-1-5-9 16,5 1 4-16,-5-4 0 15,8 4-4-15,-3-9 0 0,-4 0-11 16,1-6 15 0,4-8-2-16,-1-5 9 0,4-7-10 15,3-3 3 1,-3-7 0-16,5-4-1 0,0 0 6 15,0 0-10 1,3-12 12-16,19-10-17 0,5-6 19 16,4 0-18-16,3 3 12 0,-3 2-7 31,0 7 5-31,2-1-1 0,-4 10 0 16,0 1 5-16,-2 0 12 15,4 6-13-15,0 0-6 0,1 4 10 16,3 11-15-16,-6 6 7 15,5 1-1-15,-5-4-2 16,0 2-4-16,-7-1-30 0,-9-2 35 31,-13 5-6-31,0 2 16 16,-33 3-2-16,-14 4-5 16,-6 1 7-16,-5-4 4 0,4-10-5 15,0-1-7-15,-1-13 8 16,4-4-18-16,3 0 9 15,11-13-16-15,8-7-22 0,9 3-10 16,11 0-56 0,4 4-36-16,5 3-10 15,0-1-384-15</inkml:trace>
  <inkml:trace contextRef="#ctx0" brushRef="#br0" timeOffset="7020.09">24769 4997 478 0,'0'0'54'0,"0"0"32"0,0 0-18 0,0 0 8 0,0 0 41 16,0 0-31 0,-90 72-16-16,86-46-38 15,4 2 8-15,0 0-21 16,12-3-19-16,14-3-3 0,5-3-25 15,12-5 4-15,3-6-121 16,6-4 118-16,-3-4-40 16,0 0-26-16,-10 0-147 15</inkml:trace>
  <inkml:trace contextRef="#ctx0" brushRef="#br0" timeOffset="7609.65">24874 4642 456 0,'0'0'162'0,"0"0"-106"0,0 0 51 16,0 0-74-16,0 0-14 16,0 0-17-16,0 0 28 15,0 0 2-15,0 0 38 16,0 0-20-16,0 0-14 0,0 0 20 16,0 0-41-16,0 0-15 15,0 0-2-15,0 0 0 16,0 0-93-16,11-10-129 15</inkml:trace>
  <inkml:trace contextRef="#ctx0" brushRef="#br0" timeOffset="10473.93">26030 5069 284 0,'0'0'115'0,"0"0"-84"0,0 0 43 16,0 0-59-16,0 0 46 0,0 0 20 15,27-28 4-15,-27 28-23 16,0 0 19-16,0 0-24 16,0-2-23-1,0 2-2-15,2 0-28 0,0 0-4 16,-2 0 8-16,2 0 13 15,-2 0-18 1,2 0 31-16,0 3-8 0,6 20 19 16,-2 3-19-16,1 6-9 15,-3 8-10 1,6 3-5-16,-8-1-3 16,-2-2 4-16,0-5-6 0,0-2-11 15,-2-5 14-15,-14-3-57 16,-5-11-97-16,4-7-373 15</inkml:trace>
  <inkml:trace contextRef="#ctx0" brushRef="#br0" timeOffset="11039.99">26217 4831 218 0,'0'0'86'0,"0"0"85"0,0 0-71 0,0 0-7 0,0 0 50 0,0 0-34 31,0-7-57-31,0 7-49 0,-2 0 12 16,2 0 17 0,0 0-24-16,0 0 24 15,0 0-13-15,0 0 32 16,0-1-47-16,0 1 14 15,0-3-11-15,-2 1-5 0,-1 0-2 16,-3 0-21-16,6 2 15 16,0-3-5-16,0 1-10 15,0 2-80-15,0-6-52 16,15-3-120-16</inkml:trace>
  <inkml:trace contextRef="#ctx0" brushRef="#br0" timeOffset="12420.98">26108 5013 211 0,'0'0'89'0,"0"0"8"16,0 0-32-16,0 0 21 16,0 0 5-16,0 0-4 15,0 0-35-15,31-4-9 16,-28 4-1-16,1 0 29 15,-2 0-55-15,-2 0 3 0,0 12-2 16,0 1 13-16,0 4-21 16,0 5 9-16,0 0 10 15,-2 11-7-15,-7-2 27 16,-5 12-48-16,-3-2 29 16,-5 1-19-16,-5-1 11 15,-7-7-19-15,-5 2-2 0,-11-4 0 16,2-1 0-1,-2-6-1-15,1-5-10 16,11-2 3-16,9-6-14 0,16-5-6 16,11-6-50-1,2-1-62-15,7 0-182 0,19-1-270 16</inkml:trace>
  <inkml:trace contextRef="#ctx0" brushRef="#br0" timeOffset="13129.66">26300 4818 127 0,'0'0'247'0,"0"0"-219"0,0 0 78 15,0 0-70-15,0 0 22 16,0 0-8-16,0 0 11 16,0 0-32-16,0 0 6 15,0-2-35-15,0-3-4 0,0 3 4 16,0 2 9-1,0 0 6-15,-2 0-4 16,-3 9-22-16,3-3-102 16,0-2-429-16</inkml:trace>
  <inkml:trace contextRef="#ctx0" brushRef="#br0" timeOffset="14149.7">26942 4780 487 0,'0'0'82'0,"0"0"75"0,0 0-51 15,0 0-40-15,0 0 14 0,0 0-6 16,-17 0-10-16,20-4-25 15,19 4-12 1,7-2 31-16,7 2-33 16,-3 0 6-16,-2 0-25 15,-2 0-4-15,-8 2-2 16,-4 13-16-16,-5 0 14 16,-10 6-39-16,-2-1 41 15,0 1-3-15,-9 3-8 16,-13 5 11-16,-12 3-6 0,-7 1-9 15,2 6 11-15,-1-3 3 16,7-2 1-16,10-1-8 16,8-4 16-16,5-2-9 0,10-4 8 15,0-2-11 1,0-6 4-16,23-2-2 16,2-2-1-16,10 1 3 15,-2-3 0-15,-1-4 2 0,-3 0-12 16,-3-5 16-16,-5 0-12 15,-8 0-18 1,-5 0-6-16,2 0-69 0,-8-6-58 16,-2-7-91-1,0-2-370-15</inkml:trace>
  <inkml:trace contextRef="#ctx0" brushRef="#br0" timeOffset="14453.27">26759 5025 456 0,'0'0'335'0,"0"0"-301"0,0 0 109 15,0 0-57-15,124 9 1 16,-82-7-86-16,-1 1-1 16,-7-3-72-16,-11 0-65 0,-2 0-125 15</inkml:trace>
  <inkml:trace contextRef="#ctx0" brushRef="#br0" timeOffset="15169.78">27303 5222 419 0,'0'0'103'0,"0"0"72"0,0 0-71 0,0 0-33 0,0 0-18 15,0 0 5-15,62-6-11 16,-40 6-46-16,-4 0 7 15,-5 0 3-15,-7 1-22 16,-6 10 4-16,0 4-1 0,-4 8-1 16,-25-1 9-16,-2 7 9 0,5-2-6 31,1-7-3-31,5 0 3 0,9 0-6 16,7-7 13-16,4 2-15 15,0-1 10 1,0-1 6-16,19-6-8 0,8 1 0 15,4-4 23-15,5 2-15 16,-3-2-10-16,-4 0-1 16,-6 2-50-16,-5 2 37 15,-3-4-17-15,-1 2-46 16,-3-4-59-16,-7-2-189 16</inkml:trace>
  <inkml:trace contextRef="#ctx0" brushRef="#br0" timeOffset="15849.74">27727 5234 256 0,'0'0'378'0,"0"0"-315"0,0 0 131 0,0 0-116 15,0 0 7-15,0 0-24 16,112-6-35-16,-93 6-23 16,-2 0-2-1,-1 0-2-15,-3 0-7 16,-2 0-4-16,-4 0-49 0,2 0 29 16,-3 0-19-16,-2 0 9 15,-1 0-62-15,-3 0-39 16,0-8-191-16</inkml:trace>
  <inkml:trace contextRef="#ctx0" brushRef="#br0" timeOffset="16070.09">27788 5085 194 0,'0'0'572'0,"0"0"-460"16,0 0 78-16,151 1-70 0,-103 4-89 15,-6-4-31 1,-9-1 0-16,-4 3-52 16,-4-3-120-16,-5 0-196 15</inkml:trace>
  <inkml:trace contextRef="#ctx0" brushRef="#br0" timeOffset="17381.5">28841 4989 435 0,'0'0'72'0,"0"0"-4"0,0 0-37 0,0 0-16 16,0 0 35-16,0 0 36 0,16 0-29 0,-16 0 3 31,0 0 13-31,0 0-40 16,0 0 22-16,0 0-36 15,0 0 12-15,0 0-24 16,0 0 2-16,0 0-7 16,0 0 10-16,0 0 18 0,-4 0-13 15,0 0-3 1,-1 0-5-16,-2-3-1 0,1-2 2 16,-1 1-12-16,-4-4 5 15,-5 4-6 1,1-4 0-16,-1 4-1 0,-2-1 2 15,1 4 2-15,-2-1-6 16,2 2 14-16,-1 0-15 16,-3 0 14-16,-2 0-10 15,-2 0 6-15,2 0-4 16,1 0 1-16,2 0 0 0,4 2-7 16,3 5 14-1,-3 0-7-15,8 1 9 16,-3 2-15-16,3 0 13 15,0 6-14-15,-3-2 7 0,5 1 0 16,-4 4 0-16,1 3 5 0,1-2-15 16,6 4 28-1,2-4-23-15,0 0 8 16,0 0-6-16,0 0 6 16,13 3 4-16,0-2-7 0,-4-3 1 15,8-3-7 1,-1 2 12-16,3-3-10 15,-2 2 8-15,3-1-8 0,-2-5-5 16,2-2 3 0,3-4-15-16,-4 0 14 0,-1-1 4 15,-1-3 3-15,0 0-13 16,-1 0 28-16,-1 0-19 16,-2 0 6-1,1 0-4-15,-6 0-11 0,4 0-9 16,-1 0-10-16,-3 0-25 15,6 0 30-15,-1 0-25 16,-2 0-29-16,-4-7-41 16,-2-1-84-16</inkml:trace>
  <inkml:trace contextRef="#ctx0" brushRef="#br0" timeOffset="18730.16">29439 5013 131 0,'0'0'226'0,"0"0"-106"0,0 0-3 0,0 0-59 16,0 0 25-1,0 0-26-15,0 0-13 16,27-16 14-16,-25 11-22 16,-2 2 18-16,2 3-26 15,0-3 42-15,-2 3-22 0,0 0-7 16,0 0-18-16,0 0-1 15,0 0-15 1,0 0-7-16,0 3 0 0,0 19 0 16,0 1 14-16,0 6-13 15,0 0 10-15,0 2-4 16,0 3-8-16,-2 0 1 16,-14 3-3-16,-3-4-5 15,-6-1-23-15,0-2 10 16,6-7-42-16,1-5-47 15,5-6-163-15,3-10-195 16</inkml:trace>
  <inkml:trace contextRef="#ctx0" brushRef="#br0" timeOffset="19132.28">29252 5235 765 0,'0'0'103'0,"0"0"106"0,133 41-112 0,-77-29-62 16,0 0 5-16,-7-5-35 15,-6 2-10-15,-6-2-20 16,-4-2-48-16,-8-5-130 16,-2 0-381-16</inkml:trace>
  <inkml:trace contextRef="#ctx0" brushRef="#br0" timeOffset="19910">29998 5272 403 0,'0'0'17'0,"0"0"28"16,0 0 1-16,0 0 14 0,0 0-18 15,0 0 1 1,-11 60 14-16,22-52 49 15,10 4-34-15,5-4-13 0,10-1-6 16,6-4-45-16,0-3 21 16,12 0-17-16,-3-6 29 15,-2-14-36-15,-2-8-5 16,-7-4-10-16,-5-3-27 16,-10 2 10-16,-9-4-5 15,-14 5 27-15,-2 2-47 16,-4 5 1-16,-32 11 42 0,-15 11 9 15,-14 3 1 1,-1 3 9-16,-4 26-10 16,7 11 0-16,5 11-1 15,12 0-84-15,8-2-97 16,9-11-211-16</inkml:trace>
  <inkml:trace contextRef="#ctx0" brushRef="#br0" timeOffset="20700.14">30717 4472 288 0,'0'0'96'0,"0"0"-18"0,0 0 8 15,0 0-24 1,0 0-22-16,0 0-4 15,0 0 23-15,0 0 11 0,0 0-13 0,0 0-3 16,0 0 15 0,0 0-33-16,0 0 24 0,0 0-22 15,0 0-14 1,0 0-13-16,-2 6 0 16,-6 12 16-16,-5 6-22 15,-1 8 36-15,-3 6-39 16,-8 10 27-16,0 4-28 0,-6 6 7 15,0 0-7 1,0-4-1-16,-1-1 0 16,12-5-3-16,7-2-3 0,7-2 6 15,6 0-4-15,0 2-18 16,17-8 19-16,10 0-33 16,6-12-14-16,3-8-65 15,-10-12-215 1</inkml:trace>
  <inkml:trace contextRef="#ctx0" brushRef="#br0" timeOffset="21280.07">30838 5320 145 0,'0'0'145'0,"0"0"-145"15,0 0-15-15,-22 103-159 16</inkml:trace>
  <inkml:trace contextRef="#ctx0" brushRef="#br0" timeOffset="21963.83">31023 4891 721 0,'0'0'67'0,"0"0"45"0,0 0-53 15,0 0-29-15,0 0-29 16,0 0-1-16,29 0 0 16,-29 0 0-16,0 0 2 15,0 0-1-15,0 0 1 0,0 0-2 16,2 0-5 0,-2-2-61-16,0 2-58 0,0 0-65 15,-13 0-62 1</inkml:trace>
  <inkml:trace contextRef="#ctx0" brushRef="#br0" timeOffset="22560.03">30850 5159 303 0,'0'0'284'0,"0"0"-221"0,0 0 1 0,0 0-59 0,0 0 31 0,0 0-15 16,-10 32 35-16,1-20-27 15,-1 2-5-15,-4 4 26 16,1 3-6-16,-5 7 27 16,5 2-14-16,2-4 9 15,8 1-45-15,3-2-5 16,0 0-4-16,5-2-7 15,10-2-3-15,1-4 0 0,-1-1-2 16,6-4-5 0,5-2 4-16,6-4-19 0,5-4-9 15,5-2-76 1,-1 0-21-16,-10-4-99 16,-11-7-189-16</inkml:trace>
  <inkml:trace contextRef="#ctx0" brushRef="#br0" timeOffset="25659.94">20743 6404 206 0,'0'0'296'0,"0"0"-276"0,0 0-1 0,0 0 23 16,0 0-23-16,0 0 3 16,0 0-18-16,-72-12 57 15,68 11 26-15,-2-4-12 16,-1 4-20-16,2 1-17 16,3 0 10-16,-3 0-36 15,3-3 17-15,2 3-14 16,0 0 31-16,0 0-21 15,0-4 8-15,0 4-13 16,0 0-18-16,0 0-3 16,21 0 15-16,8 0 3 15,8-4-12-15,7 0 9 16,6 1-8-16,-1-1 3 16,-7 1-9-16,-2 3 0 15,-7 0-4-15,-10 0 0 16,-5 0-1-16,-9 10-22 0,-7 5 24 15,-2 0-9-15,0 7 7 16,-23 6 5-16,-19 8-5 16,-11 6-17-16,-8 5-29 15,-1 1 16-15,4 4-20 16,10-4 55-16,7-4-22 16,19-5 18-16,10-9-10 15,12-5 9-15,0-4-6 0,0-9-31 16,14-3 11-16,13-6-15 15,2-3 27-15,7 0 0 16,1 0 3-16,3-8-1 0,-1-8-40 16,-4 0-93-1,-8 0-46-15</inkml:trace>
  <inkml:trace contextRef="#ctx0" brushRef="#br0" timeOffset="26090.01">20505 6717 713 0,'0'0'59'0,"0"0"133"0,0 0-87 0,0 0-31 15,120 0-58-15,-84 0-9 16,-3-6-7-16,-4-2-16 16,4-2 0-1,-2 2-135-15,3-4 26 0,-1 2-66 16,-6 0-252-16</inkml:trace>
  <inkml:trace contextRef="#ctx0" brushRef="#br0" timeOffset="26689.78">21139 7072 507 0,'0'0'178'0,"0"0"-127"0,0 0 91 0,0 0-86 0,0 0 20 15,0 0-60 1,18-84 6-16,5 34 25 16,-4 0-11-16,2 2-26 15,-3 8-10-15,-5 7 11 0,0 8 1 16,-4 6-24-16,-4 9 20 15,-5 8-18 1,0 2-14-16,-5 5 9 0,-19 14 12 16,-5 7-11-16,4 2-1 15,-2-4-54-15,-2 3-29 16,3-4-217-16</inkml:trace>
  <inkml:trace contextRef="#ctx0" brushRef="#br0" timeOffset="27360.04">21772 6873 607 0,'0'0'181'0,"0"0"-116"0,0 0 50 16,0 0-48-16,0 0-49 15,0 0-4-15,127-4-14 16,-100 4-9-16,0 0-29 0,-2 0-5 16,-4-10 4-1,-3-3-25-15,-5 7 13 0,-3-5-61 16,-6 4-7-1,-4-5-241-15</inkml:trace>
  <inkml:trace contextRef="#ctx0" brushRef="#br0" timeOffset="27641.21">21808 6695 893 0,'0'0'51'0,"0"0"13"16,0 0 29-16,0 0-90 0,116-4-3 15,-87-1-61 1,4 3-66-16,-4-4-55 16,0 0-233-16</inkml:trace>
  <inkml:trace contextRef="#ctx0" brushRef="#br0" timeOffset="28520.2">22913 6454 735 0,'0'0'26'0,"0"0"64"0,0 0-21 16,0 0-32-16,0 0-24 15,114-25 15-15,-99 25-16 0,-3 0-20 16,-4 0 16-16,-3 3-15 16,-3 6 7-1,-2 3-12-15,0 7 11 0,-7 1-8 16,-13 5 5-16,-5 3-7 16,2-2 2-16,-2 4 14 15,-2 0-16-15,2-2 17 16,3-1-6-16,2-2 0 15,4-1 1-15,5-2 9 16,1-1-8-16,10-6 30 16,0 3-27-16,6-10-10 15,23-2-2-15,9-6-2 16,4 4 7-16,1-4 1 16,-1 0-37-16,-5 0 38 0,-5 0 12 15,-6 0-11 1,-3 0 10-16,-3 0-11 0,-2 0-18 15,-4 0-103-15,1-6-119 0,-9 0-181 16</inkml:trace>
  <inkml:trace contextRef="#ctx0" brushRef="#br0" timeOffset="28826.23">22844 6628 994 0,'0'0'113'0,"0"0"-6"0,0 0-39 16,142-5-68-16,-115 5-6 16,-2 5-31-16,-5 2-47 15,-5-1-144-15,-1-4-101 0</inkml:trace>
  <inkml:trace contextRef="#ctx0" brushRef="#br0" timeOffset="29569.7">23568 6681 524 0,'0'0'63'0,"0"0"-11"0,0 0 34 0,0 0-59 15,0 0 18-15,0 0-1 0,58 22-27 16,-52-12-5-16,-4 2-6 15,-2 2-10-15,0 7 12 16,0 4-16 0,-6 3-10-16,-13 9 18 15,5-1 0-15,-7-2-9 16,4 0-6-16,6-6 10 0,-3 0 4 16,8-6 2-16,4-4 31 15,2-4-17-15,0-4-3 16,0-2-7-16,17-4-4 15,5-2 24-15,7 1-5 0,0-3-6 16,5 1-3 0,-1 4-9-16,3-2-2 0,-3 6 0 15,-2-5-6 1,-2 3-9-16,0 0-19 0,-6-3-58 16,-5-4-19-1,-9 1-253-15</inkml:trace>
  <inkml:trace contextRef="#ctx0" brushRef="#br0" timeOffset="51482.07">17145 2327 515 0,'0'0'26'0,"0"0"50"0,0 0-76 15,0 0-19-15,0 0 5 0,0 0 14 16,0 0 14-16,0 0 40 16,8-7 22-16,-8 7 14 15,0 0-9-15,0 0-58 16,0 0-2-16,0 0-21 16,0 0 13-16,0 0-8 15,0 0 14-15,0 0 6 0,0 0 22 16,0 0-1-1,0 0-12-15,19-8-15 0,10-10-8 16,15-27 27-16,16-10-19 16,15-9 5-1,2-3-13-15,-6 11 2 0,-7 6-13 16,-8 6 0-16,-7 5 0 16,-9 3-29-16,-9 6 15 15,-6 6-50 1,-10 14-54-16,-8 6-59 0,-7 4 0 15,0 0-182-15</inkml:trace>
  <inkml:trace contextRef="#ctx0" brushRef="#br0" timeOffset="52141.98">17434 1885 807 0,'0'0'154'0,"0"0"7"0,54 111-99 0,-39-72-61 0,1-5-2 0,-1-2-18 0,-3-3-34 0,5-8-73 0,-3-1 7 0,-3-9-19 0,-5-5-106 0</inkml:trace>
  <inkml:trace contextRef="#ctx0" brushRef="#br0" timeOffset="52369.83">17974 2404 636 0,'0'0'42'0,"0"0"112"0,52-138-115 0,-35 88-2 16,-9 5-9-16,-1 13-14 16,-7 14 18-16,2 6-1 0,-2 6 21 15,0 6-43 1,0 0 17-16,0 0-26 16,0 0-36-16,-9 6-59 15,-13 12 34-15,-4 4 19 0,3-4-35 16,5-2-14-16,7-4-48 15,3-4-42-15</inkml:trace>
  <inkml:trace contextRef="#ctx0" brushRef="#br0" timeOffset="53831.18">19107 2298 627 0,'0'0'25'0,"0"0"69"16,0 0-49-16,-65 121-25 0,46-88 34 15,-1-3-12 1,1-5-14-16,6-6-28 0,7-8-29 16,6-10-47-1,0-1-12-15,0-8-200 16</inkml:trace>
  <inkml:trace contextRef="#ctx0" brushRef="#br0" timeOffset="54054.18">19148 2091 671 0,'0'0'80'0,"0"0"-42"0,0 0 41 15,0 0-79-15,0 0-67 16,0 0-187-16</inkml:trace>
  <inkml:trace contextRef="#ctx0" brushRef="#br0" timeOffset="54586.2">19900 2194 73 0,'0'0'808'0,"0"0"-773"0,175-93 143 0,-98 57-116 0,-1 2-35 15,-5 5-7-15,-17 8-13 16,-10 5-7-16,-17 2-29 0,-18 2-16 16,0-4-77-1,-9 0-110-15,0 3-300 16</inkml:trace>
  <inkml:trace contextRef="#ctx0" brushRef="#br0" timeOffset="54835.96">20072 1837 175 0,'0'0'575'0,"0"0"-403"16,0 0-5-1,36 142-95-15,-34-96-60 0,0-2-3 16,-2-2-9 0,7 0-18-16,-1-4-12 15,2-2-82-15,-2-3-122 16,-4-11 16-16</inkml:trace>
  <inkml:trace contextRef="#ctx0" brushRef="#br0" timeOffset="55385.7">20509 2286 625 0,'0'0'32'0,"0"0"114"0,0 0-107 16,0 0-19-16,0 0-20 0,112-7-16 15,-108 7-42-15,-4 7 35 16,0 7 23-16,-16 5 3 16,-9 2 3-16,-4-1-2 15,3 4-4-15,6-2 2 16,4-4 3-16,14 0-4 0,2-3 2 16,4-2 0-1,28-1 4-15,4-2-6 16,10-1 2-16,-1-6-3 0,-1 0-11 15,1-3 2-15,-5 0-51 16,-7 0 16-16,-10 0-137 16</inkml:trace>
  <inkml:trace contextRef="#ctx0" brushRef="#br0" timeOffset="56867.9">23964 1965 736 0,'0'0'13'0,"0"0"57"0,0 0 14 15,0 0-43-15,0 0 10 16,0 0-28-16,0 0-3 16,-91 60 28-16,49-33-21 15,-9 9 1-15,-5 2-22 16,-2-2 11-16,1 0-16 16,5-7 1-16,7-3 1 15,5-2-6-15,7-1-9 0,2-7-57 16,8-6 9-16,4-4-106 15,-2-6-2-15,3 0-176 16</inkml:trace>
  <inkml:trace contextRef="#ctx0" brushRef="#br0" timeOffset="57130.51">23405 1941 900 0,'0'0'7'0,"0"0"103"16,0 0-34-16,132 50-29 15,-97-24-33 1,-4 2-3-16,-2 0-2 0,-4 4 3 16,-5-5 7-16,-2 0-9 15,2-3-10-15,-7-1 7 16,1-2-14-16,-8 1-34 15,-1 0-69-15,-5-4-85 16,0-3-117-16</inkml:trace>
  <inkml:trace contextRef="#ctx0" brushRef="#br0" timeOffset="57619.68">24039 2508 570 0,'0'0'316'0,"0"0"-212"0,0 0 77 0,0 0-144 0,0 0-15 15,0 0-13-15,77-132 3 0,-54 92-4 16,1 6-6 0,-6 2 18-16,-2 1-11 15,-8 9 3-15,-3 11-10 16,-5 3 7-16,0 1-7 16,0 1-4-16,0 6-30 15,-13 0 20-15,-12 3-2 16,-11 16 2-16,1 3 3 15,-10 5-22-15,3-4-39 0,3 0-156 16,4-5-246-16</inkml:trace>
  <inkml:trace contextRef="#ctx0" brushRef="#br0" timeOffset="58383.75">24667 2384 686 0,'0'0'76'0,"0"0"143"16,0 0-82-16,0 0-93 0,155 0-15 15,-110 0-22 1,2 0 9-16,-5 0-11 16,3 0-10-16,-12 0 4 15,-10 0 1-15,-10 0-24 0,-9 0-42 16,-4 0-87-16,0 0-128 15,-9 0-139-15</inkml:trace>
  <inkml:trace contextRef="#ctx0" brushRef="#br0" timeOffset="59086.18">24700 2063 125 0,'0'0'249'0,"0"0"-238"0,0 0 78 0,0 0-36 15,0 0 36-15,0 0 10 16,-7 0-29-16,7 0 26 15,0 0-3-15,0 0-25 0,0 0 9 16,0 0-30 0,3 0-27-16,17 4-1 0,15 6 14 15,7 1-22 1,8-4 2-16,-2-1-13 16,0-2-11-16,-4 2-31 15,-9-4-44-15,-2-2-98 16,-4 0-199-16</inkml:trace>
  <inkml:trace contextRef="#ctx0" brushRef="#br0" timeOffset="60794.28">25812 2446 444 0,'0'0'267'0,"0"0"-209"0,151-60 47 0,-99 34-105 15,6 2-17-15,-10 0-7 16,-8 1-14 0,-6 4 5-16,-10-2 22 0,-4 5-3 15,-7 4-85 1,1 0-328-16</inkml:trace>
  <inkml:trace contextRef="#ctx0" brushRef="#br0" timeOffset="61131.37">25934 2067 813 0,'0'0'91'0,"0"0"49"16,42 139-28-16,-28-88-93 0,-3-1-1 16,1-5-17-1,1 3-2-15,-3-10-1 16,-2-5-13-16,5 0-26 15,-5-7-45-15,4 2-3 16,-3-8-91-16,-3-3-124 16</inkml:trace>
  <inkml:trace contextRef="#ctx0" brushRef="#br0" timeOffset="61717.75">26310 2578 582 0,'0'0'104'0,"0"0"28"16,0 0-23-16,0 0-87 15,119 6 0-15,-105 2-15 16,-10 1-7-16,-4 4-10 0,0 4-18 16,-7 4 17-1,-13 2 11-15,-5 4 9 16,3 0 11-16,-2-4 32 0,6 0 21 0,9-4-16 15,7-6-52 1,2-1 10-16,0 1-3 16,15-4 14-16,16 1 7 15,3-2-29-15,1-4 1 16,4 2-2-16,-8-2 7 16,0 2-8-16,-5 0-4 0,-1-2-9 15,-3-2-27 1,-3-2-88-16,-4 0-155 15</inkml:trace>
  <inkml:trace contextRef="#ctx0" brushRef="#br0" timeOffset="62209.93">27303 2679 776 0,'0'0'514'15,"0"0"-411"-15,0 0-1 0,0 0-92 16,0 0-10-16,0 0-49 16,28-6-65-16,-14-4-22 15,-4-1-339-15</inkml:trace>
  <inkml:trace contextRef="#ctx0" brushRef="#br0" timeOffset="62629.75">27297 2520 664 0,'0'0'64'0,"0"0"87"16,0 0-65-16,123-50-49 0,-82 30-31 15,-4-4-4 1,-1-2-2-16,-1-5 0 15,1-2-4-15,-9-7 9 16,-3-3-10-16,-3-1 11 0,-8 4-11 16,-9 6 10-16,-4 6 1 15,0 4-6-15,-8 6 1 16,-19 5-1-16,-11 5 14 0,-5 3 9 31,-1 4-19-31,0 1 4 0,1 0-2 16,3 7-6-16,2 15-7 15,9 2-37-15,7 2-140 16,9 6-201-16</inkml:trace>
  <inkml:trace contextRef="#ctx0" brushRef="#br0" timeOffset="72204">25404 6997 455 0,'0'0'103'0,"0"0"-85"0,0 0 100 15,0 0-55-15,0 0 38 0,0 0-5 16,0 0-31-16,0 0-36 0,9-7 1 15,-9 7-14 1,2 0-6-16,-2 0 9 0,2 0-6 16,-2 0 22-1,0 0-6-15,0 0 15 0,0 0-27 16,0 0 1 0,0 0-18-16,0-6-17 15,0-8-48-15,-2-2-284 16</inkml:trace>
  <inkml:trace contextRef="#ctx0" brushRef="#br0" timeOffset="72631.78">25547 6615 400 0,'0'0'137'15,"0"0"8"1,0 0 10-16,0 0-42 0,0 0-44 15,113-76-16-15,-75 52-9 0,9-6-12 16,4-2-16 0,-2-4 2-16,-2 1-17 0,-9 0 14 15,-13 2-12 1,-17 7 9-16,-8 2-11 0,0 0-1 16,-33 1-5-1,-19 4 5-15,-12 5 33 0,-5 10-30 16,-2 4-3-16,11 0 3 15,8 20-16 1,12 12 7-16,11 6-71 0,11-4-168 16,9-2-599-16</inkml:trace>
  <inkml:trace contextRef="#ctx0" brushRef="#br0" timeOffset="80279.88">19925 8292 610 0,'0'0'17'0,"0"0"6"0,0 0 1 16,0 0-20-16,0 0 0 15,0 0 12-15,0 0 1 16,0 0 35-16,-54 46 7 16,52-41 42-1,-4 3-45-15,-3 3-37 0,5 1-1 16,-6 4-12-16,6 0 7 16,2 0-13-16,2 0 16 15,0-3-8-15,0 2 1 16,11-5-9-16,9 0 7 0,5-8-3 15,4-2-2-15,4-4 19 16,5-24-19 0,-1-10 9-16,2-11-3 15,3-2-5-15,-9-1-3 16,-2-1 0-16,-10 9 0 16,-10 4-15-16,-11 12 13 15,0 3-9-15,-19 14-6 0,-14 9 17 16,-9 2 15-16,-5 0-15 15,-4 25 2-15,6 9 3 16,5 3-4-16,9-3-2 16,11-3-36-16,9-10 23 15,9-4-1-15,2-7 12 0,0 0 6 16,22-3 11 0,10 4 25-16,3-4-6 15,5 8-6-15,-7 1-18 16,-6 8-9-16,-4 4 8 0,-8 2-19 15,-1 0 10-15,-6-4-3 16,8-3-20-16,-3-8-4 16,2-1-67-16,-1-2-98 0,-5 2 54 15,-3-4-100 1</inkml:trace>
  <inkml:trace contextRef="#ctx0" brushRef="#br0" timeOffset="80948.27">20602 8424 501 0,'0'0'58'0,"0"0"44"15,0 0 35-15,0 0 2 0,0 0-57 16,0 0 14-16,125 32-62 15,-85-31-5-15,9-1-7 16,-2 0-19-16,-2 0 2 16,-5 0-5-16,-7-7 0 15,-8 3-34-15,-3 0-8 16,-7 0-98-16,4-2-91 16,-13-4-226-16</inkml:trace>
  <inkml:trace contextRef="#ctx0" brushRef="#br0" timeOffset="81293.98">20685 8288 398 0,'0'0'452'0,"0"0"-441"15,0 0 95 1,0 0-81-16,0 0 61 15,0 0-18-15,127 5-8 0,-78-5-7 16,0 0-34 0,-3 0-5-16,-5 0-14 0,-5 0-13 15,-7 0-52 1,-7 0-83-16,-9 0-300 0</inkml:trace>
  <inkml:trace contextRef="#ctx0" brushRef="#br0" timeOffset="82094.95">21968 8101 571 0,'0'0'67'0,"0"0"11"0,0 0-16 16,0 0-16 0,0 0 6-16,0 0 12 0,0 2-21 15,-11 0 3-15,-9 2 1 16,-4 5-12 0,-5 2 12-16,-2 7-29 0,-3 3 6 15,-4 4-22 1,7 4 18-16,-3 5-18 0,5 3 13 15,2 3-6-15,12-1-1 0,4-5-8 16,11-8-3 0,0-7-8-16,0 0-7 0,16-3 11 15,13-5 6 1,6-4 1-16,7-5 0 0,5-2 0 16,3 0-75-1,-6-9 69-15,-4-10-116 16,-7-5-84-16,-6-2-86 0</inkml:trace>
  <inkml:trace contextRef="#ctx0" brushRef="#br0" timeOffset="83260.06">20272 8303 192 0,'0'0'65'16,"0"0"-45"-16,0 0 45 0,0 0 16 0,0 0-5 15,0 0 10 1,-8-10 4-16,6 10-18 15,2 0-2-15,0 0 17 16,0 0-27-16,0 0-29 0,-3 0-1 16,1 0-26-16,-2 0 4 15,-1 0-2 1,-2 0-4-16,7 0 24 0,-2 0-12 16,2 0 32-16,0 0-40 15,0 0 16-15,0 0-20 16,-2 0 1-16,0 0-3 0,0 3 1 15,-3 7-4 1,-3 6 6-16,0 5 5 16,0 5-5-16,-3 5 21 15,7 1-23-15,-2-2 10 16,6 2-11-16,0-6 0 16,0-2 0-16,0-4-7 0,8-6 3 15,2-1-3-15,6-8 0 16,4-2-16-16,7-3-3 15,0 0-82-15,0 0-59 16,-4-3-67-16,-7-11-123 16</inkml:trace>
  <inkml:trace contextRef="#ctx0" brushRef="#br0" timeOffset="91089.78">23040 8672 485 0,'0'0'413'0,"0"0"-347"0,0 0 56 16,-42 121-78 0,17-85-20-16,0-2-22 15,1-4 1 1,6-4 1-16,2-6-6 0,8-6 5 16,1-5-6-16,1-9-8 15,6 0-146-15,0-13-315 16</inkml:trace>
  <inkml:trace contextRef="#ctx0" brushRef="#br0" timeOffset="92199.9">24490 8743 622 0,'0'0'84'0,"0"0"34"16,0 0-19-16,0 0-75 0,0 0 8 15,0 0-7 1,-19 45-2-16,11-34 9 0,2-5 22 15,4 2-15-15,2-4-38 16,0-2 18-16,0 0-18 0,0-2 28 16,-2 0-7-1,2 0 17-15,-3 0-15 16,3 0 0-16,0 0 2 0,0 0-8 16,0-2 4-1,0-18-18-15,0-10 3 0,3-13-3 16,19-15-2-16,9-14-1 15,5-18 2 1,4-4-3-16,-7 1 3 0,6 9-1 16,-8 17-1-16,-3 8 12 15,-3 15-9-15,-3 11-6 16,-7 12 13-16,-5 9-22 16,-6 7-4-16,-4 5-104 15,0 0-183-15</inkml:trace>
  <inkml:trace contextRef="#ctx0" brushRef="#br0" timeOffset="92774.2">24446 8672 430 0,'0'0'327'0,"0"0"-311"16,0 0 39-16,0 0-7 0,0 0-2 15,0 0 46-15,38-9-25 16,-16-1-15-16,7-2-33 16,7-1 3-16,-1-1 0 15,1 1-14-15,7 5 14 16,1-3-19-16,0 5 12 0,3 0-8 0,-5 6-14 31,-6 0 6-31,-7 0-2 0,-7 0-1 16,-6 6-15-16,-7 5 3 15,-5 2-7-15,-4 4 19 16,0 3 0 0,-4 3 4-16,-25 4 6 0,-13 1 22 15,-12 0-10-15,-10-2-5 16,-5-2-5-16,7-4-6 15,4-4-2-15,10-7-18 16,11 0 2-16,12-9-34 16,12 0-38-16,9 0-116 15,1-4-388-15</inkml:trace>
  <inkml:trace contextRef="#ctx0" brushRef="#br0" timeOffset="93484.1">25458 8787 947 0,'0'0'77'0,"0"0"75"15,0 0-79-15,127-5-66 0,-85 5-3 16,-5 0-4 0,-3 0-4-16,-10 0-9 0,3 0 9 15,-6 0 0 1,-4 0 4-16,-1 0-40 0,3 0-27 15,0 0-99-15,-11 0-224 0</inkml:trace>
  <inkml:trace contextRef="#ctx0" brushRef="#br0" timeOffset="93805.14">25506 8626 768 0,'0'0'369'16,"0"0"-308"-16,0 0 63 15,0 0-57-15,145 12-55 16,-95-12-12-16,-4 0-13 16,3-6-38-16,-4-6-33 0,-6 2-46 15,-7 0-160 1,-6 4-146-16</inkml:trace>
  <inkml:trace contextRef="#ctx0" brushRef="#br0" timeOffset="94600.09">26543 8711 544 0,'0'0'135'0,"0"0"14"0,0 0-21 0,0 0-70 16,0 0-41-16,0 0 17 15,-40 11-2-15,35-1 4 0,0 2-16 16,5 2-14-16,0 2 6 16,0-3-10-16,0-1 1 15,14 0 4-15,3-2-5 0,2 0-2 16,5-4 0 0,-2-5 0-16,3 4 1 15,1-5-3-15,4 0 7 16,1-8-10-16,6-18 18 15,4-12-4-15,-1-7 0 0,-7-3-9 16,-6 5 0 0,-14 1 0-16,-13 9 7 0,0 7-4 15,-2 8 10 1,-27 8-11-16,-7 10 0 16,-8 0 6-16,-9 8-16 15,-3 21 7-15,4 2-9 0,4 3-17 16,3 2-42-16,9-5-187 0,17-6-59 15</inkml:trace>
  <inkml:trace contextRef="#ctx0" brushRef="#br0" timeOffset="95269.83">27193 7925 718 0,'0'0'121'0,"0"0"22"0,0 0-85 0,0 0-9 16,0 0-15-16,0 0-4 0,0 0-17 15,0 3 0 1,0 12-10-16,-2 7 17 0,-9 6 12 16,-1 5-23-16,-3 6 27 15,-3 5-32-15,-7 4 14 0,-4 0-18 16,-4 7 0 0,0 1-8-16,1-3 0 15,3 2 4-15,5-3 8 0,2-6-9 16,4 0 9-1,3-1-8-15,-3-1-11 16,3-2-14-16,-4-6-52 16,3-4-99-16,1-8-150 15</inkml:trace>
  <inkml:trace contextRef="#ctx0" brushRef="#br0" timeOffset="121160.16">24292 10315 928 0,'0'0'206'16,"0"0"-134"-16,0 0-29 16,0 0-43-16,0 0-87 15,0 0-125-15,5 0-614 16</inkml:trace>
  <inkml:trace contextRef="#ctx0" brushRef="#br0" timeOffset="-214146.75">19647 10132 415 0,'0'0'191'0,"0"0"-184"0,0 0-6 16,0 0 10-1,0 0-11-15,0 0 1 0,-11 6 11 16,11-6 33-16,0 0 27 15,-2 2 1-15,-1-2 19 0,3 0-34 16,0 0-17-16,0 0-6 16,0 0-11-16,0 0 5 15,0 0-19 1,0 0 28-16,9 0-18 16,11 0 16-16,11-8-3 15,7 8 9-15,4-4-29 16,0 4-12-16,-3 0-1 0,-6 0-3 15,-9 4 3 1,-6 10-26-16,-7 8 19 0,-9 6-21 16,-2 10 9-16,-8 9 6 15,-26 4 4-15,-6-1 8 16,-2 0-7-16,0-6 0 16,4-7 8-16,9 0-7 0,4-9 14 15,12-5-14 1,6-2 14-16,7-7-17 15,0-4 9-15,12-3 0 0,12-3 1 16,10 1 0-16,5-4 18 16,9-1-14-16,2 0 12 0,0 0-15 31,-13 0-1-31,-10 0-3 16,-14 0-15-16,-3 0-3 0,-6 0-57 15,-2 0-6-15,-2-4-51 16,0-2 61-16,0-5-36 15,0 1-105-15</inkml:trace>
  <inkml:trace contextRef="#ctx0" brushRef="#br0" timeOffset="-213816.98">19595 10485 659 0,'0'0'216'0,"0"0"-148"0,0 0 93 0,0 0-84 16,0 0-34-16,120-22-14 16,-97 22-19-16,0 0-10 0,-2 0 0 15,-3 0-12-15,-5 0-56 16,-3 0-39-16,-1 0-102 16,-5 0-102-16</inkml:trace>
  <inkml:trace contextRef="#ctx0" brushRef="#br0" timeOffset="-213103.4">20308 10756 231 0,'0'0'3'0,"0"0"83"0,0 0 26 0,0 0-12 15,0 0 32 1,0 0 20-16,0 44 4 0,-7-38-54 15,7-5-33-15,-2 2 1 0,2-3-60 16,0 0 12 0,0 0-21-16,2-26 23 0,17-12-24 15,2-12 15 1,4-4-4-16,-9 2 5 16,1 5 6-16,-7 3-20 15,-4 14 7-15,-1 6-9 16,-5 8-9-16,0 11-13 15,0 5 17-15,-19 11-50 16,-12 23 50-16,-17 10-14 16,-4 6-63-16,2-1-79 15,11-12-206-15</inkml:trace>
  <inkml:trace contextRef="#ctx0" brushRef="#br0" timeOffset="-212546.59">20977 10338 798 0,'0'0'60'0,"0"0"-35"0,0 0-1 0,0 0-7 15,0 0 21-15,0 0-29 16,2 109-8-16,-2-71 3 0,-17 2-8 16,-6 6-4-16,-6 1-18 15,2 1 14 1,0-2-17-16,3-5 3 16,0-4-21-16,3-9-46 0,5-12-5 15,3-10-97 1</inkml:trace>
  <inkml:trace contextRef="#ctx0" brushRef="#br0" timeOffset="-212284.89">20627 10563 152 0,'0'0'866'0,"0"0"-807"15,0 0 89-15,138 38-111 16,-89-30-22-16,0-4-15 16,-2-4-31-16,-1 0-26 15,-3 0-26-15,-7-12-61 16,-3-6-143-16</inkml:trace>
  <inkml:trace contextRef="#ctx0" brushRef="#br0" timeOffset="-211686.96">21656 10267 321 0,'0'0'641'0,"0"0"-609"0,0 0 66 15,134-20-68-15,-114 20-30 16,-8 10-68-16,-12 14-7 16,0 4-5-16,-21 1 80 0,-16 4 5 15,-2 1 7-15,-3 0 6 16,2 1 13 0,7 3-22-16,2 1 3 15,8 3-12-15,7 1-35 0,12-10 34 16,4-3-29-16,2-9 30 15,23-3 2-15,10-6 31 16,8-2 3-16,10-2-12 16,1-2-24-16,-1-2 0 15,-4-2-51-15,-9-2-51 16,-8 0-1-16,-15 0-22 0,-10 0-105 16</inkml:trace>
  <inkml:trace contextRef="#ctx0" brushRef="#br0" timeOffset="-211403.43">21634 10493 1129 0,'0'0'31'0,"0"0"57"0,120 0-88 15,-95 2-3-15,2 2-67 16,-14-4-177-16,-4 4-479 0</inkml:trace>
  <inkml:trace contextRef="#ctx0" brushRef="#br0" timeOffset="-210926.81">22102 10642 783 0,'0'0'224'15,"0"0"-158"1,0 0 15-16,0 0-75 16,0 0 8-16,0 0-3 0,134 0-11 15,-103 0 3-15,-9 0-3 16,-9 7-16 0,-13 7 8-16,0 5-12 15,-19 12 16-15,-20 2 4 16,-1 8 2-16,-2 0 6 0,9-9-8 15,6 1 1-15,20-12-3 16,7-7 8-16,0-2-9 16,31-6 6-16,12-3 4 0,3-3-4 15,-1 0 2 1,2 0-5-16,-9 0-16 0,-4 0-76 16,-11 0-120-1,-4 0-79-15</inkml:trace>
  <inkml:trace contextRef="#ctx0" brushRef="#br0" timeOffset="-210466.75">22967 10720 1077 0,'0'0'42'0,"0"0"40"15,0 0-82-15,0 0-5 0,129 0-12 0,-118 6-145 16,-2-2-44 0,-9 0 19-16,0-4-88 0</inkml:trace>
  <inkml:trace contextRef="#ctx0" brushRef="#br0" timeOffset="-210266.9">22975 10518 570 0,'0'0'685'16,"0"0"-649"0,0 0 81-16,148 0-101 15,-106 0-16-15,-5 0-35 16,-3-9-46-16,-10-3-4 0,-8-2-94 15,-7 0-370-15</inkml:trace>
  <inkml:trace contextRef="#ctx0" brushRef="#br0" timeOffset="-202740.53">23991 10870 12 0,'0'0'384'0,"0"0"-357"0,0 0 81 0,0 0-69 16,0 0 18 0,0 0-6-16,0 0 5 0,11 0 0 15,-9 4 6 1,1-2-18-16,-3 3 8 0,5-4-30 15,-3 1-2-15,0-2 3 16,-2 0-12-16,2 0 28 16,-2 0 15-16,0 0-13 15,0 0-11-15,0 0-2 16,0 0-19-16,0 0 8 0,0 0-17 16,0 0 6-1,0 0-6-15,0 0 3 16,0 0 22-16,0 0-4 15,0 0 17-15,-11-6-36 16,-7-12-2-16,0 1-1 16,1-10 1-16,3-2 2 0,1-7-1 15,9-2-2 1,4-3 4-16,0-5-10 0,0-5 10 16,10 0-10-16,17-2-3 15,6 6-10-15,5 2 8 16,-5 4-14-16,6 6-6 15,5 1-68-15,-6 5-185 16,-7 7-272-16</inkml:trace>
  <inkml:trace contextRef="#ctx0" brushRef="#br0" timeOffset="-201776.93">24384 10583 497 0,'0'0'129'0,"0"0"-106"0,0 0 6 0,0 0-11 0,0 0 8 15,0 0 42 1,0 0 4-16,-21 83-16 16,21-67-37-16,0-6-18 15,0 4 23-15,0-4-9 0,0-4 31 16,5 2-31-1,9-4 34-15,-1-2-25 16,13-2 2-16,3 0-5 16,7-2-7-16,2-19 6 15,5-6-6-15,-4-8-1 16,-1-3-10-16,-7-1-6 0,-6 0-3 16,-9 1-9-16,-10 4-23 15,-6 3 6-15,0 4 10 16,-14 7 3-16,-15 10 1 15,-4 10 18-15,-5 0 2 16,-6 30 1-16,-1 8 25 16,1 8-6-16,5 7 6 15,8-5-18-15,10-6-10 16,11-12-1-16,8-10-13 0,2-2 14 16,0-6 1-1,14-2 34-15,15-2-11 0,11-2 23 16,5 2-19-16,5 1 6 0,-4 4-10 15,-9 1-22 1,-10 6-2-16,-8 4-8 16,-5 2 3-16,-5 2-21 15,-3 0-5-15,-1 0-13 16,-2-4-5-16,3-4-43 16,-1-1-17-16,-1-12-87 0,0-3-219 15</inkml:trace>
  <inkml:trace contextRef="#ctx0" brushRef="#br0" timeOffset="-201091.02">25284 10399 552 0,'0'0'197'0,"0"0"-119"0,0 0 54 0,0 0-87 0,0 0-27 16,0 0-13-16,0 0 19 15,0 0 26-15,0 6 17 16,4 10-20-16,0 8-23 0,-2 5-2 16,-2 3-20-1,0 4-4-15,0 0 5 0,-2-2-7 16,-13-4-7-16,6 4 5 0,-2-4 4 15,-2 0-16 1,-1-2-2-16,1 1-113 0,1-10 98 16,1-5-141-1,7-8-17-15,0-6-262 16</inkml:trace>
  <inkml:trace contextRef="#ctx0" brushRef="#br0" timeOffset="-200740.75">25076 10592 671 0,'0'0'258'0,"0"0"-42"16,125 0-106-16,-76 4-30 15,-5 1-50-15,-3 6-30 0,-7-5-12 16,-5 2-20-1,-8-6-24-15,-7-2-21 0,-1 0-99 16,-9 0-327-16</inkml:trace>
  <inkml:trace contextRef="#ctx0" brushRef="#br0" timeOffset="-199765.84">26050 10513 641 0,'0'0'56'0,"0"0"46"16,0 0-43-16,0 0-3 15,0 0-6-15,0 0-8 0,-16 6 23 16,10-1-9-16,-7-1-12 16,-1 1-18-16,-3 5 8 15,-4 0-11-15,-4 8 12 16,-1 1-20-16,4 0-2 0,-5 5-5 16,7-1-8-1,2 1 3-15,5-3-2 0,4 0-2 16,7 1 2-16,2-4-2 0,0 0 2 15,0 3-2 1,17-2 2 0,8 1 2-16,-1-4-3 0,3-2-13 15,2-2 12-15,5-5-4 16,8-6-9-16,9-1-8 16,3 0 15-16,-1 0-7 15,-6-14-2-15,-3-2 1 16,-5-1-43-16,-13-6-120 15,-8-1-274-15</inkml:trace>
  <inkml:trace contextRef="#ctx0" brushRef="#br0" timeOffset="-199076.44">26678 10175 677 0,'0'0'273'0,"0"0"-147"0,0 0-4 16,0 0-89-16,0 0-20 0,0 0-6 16,105 96-7-1,-92-64 13-15,-6-1-5 0,0 6 15 16,-7 4-23-16,0 2 24 15,0 5-13-15,-16 2-7 16,-11-2 8-16,-2 4-10 16,5-9-2-16,2-5-38 15,-3-4-11-15,3-6-61 0,-1 0-37 16,8-9-168 0</inkml:trace>
  <inkml:trace contextRef="#ctx0" brushRef="#br0" timeOffset="-197532.16">27850 10455 694 0,'0'0'101'0,"0"0"-91"0,0 0 29 0,0 0 3 16,0 0-42-16,0 0 17 15,8-2-17-15,-8 2 14 16,0 0 14-16,0 0 28 16,0-4 12-16,0 4-11 15,0 0-14-15,0 0-36 16,0 0 26-16,0 0-29 15,0 0 16-15,0 0-15 16,2 0 6-16,-2 0-11 16,0 4 1-16,0 17 1 0,0 11 16 15,0 8 11-15,0 0-25 0,0 2 7 16,0-4-5 0,-6-1-12-16,0-4-18 15,-1-9-11-15,5-8-49 16,2-12-109-16,0-4-214 15</inkml:trace>
  <inkml:trace contextRef="#ctx0" brushRef="#br0" timeOffset="-197046.58">27578 10569 727 0,'0'0'38'0,"0"0"53"0,0 0 57 15,0 0-23 1,0 0-42-16,157 53-45 0,-102-47 4 16,3-1-23-1,-11 2-10-15,-7-1-9 0,0-1-9 16,-4 1-18 0,0 0-41-16,-9-3-90 0,-8 3-264 15</inkml:trace>
  <inkml:trace contextRef="#ctx0" brushRef="#br0" timeOffset="-196396.84">28689 11007 784 0,'0'0'255'15,"0"0"-191"-15,0 0 47 0,-61-113-61 0,58 63-26 0,3-7-17 16,0-4 2 0,12-6-5-16,15 4 1 15,6 4-5-15,7 9 8 0,0 8-16 16,1 9 9-16,-4 6-3 16,-1 13-37-16,-7 4 4 15,-2 8-51-15,4 2-137 16,0 0-207-16</inkml:trace>
  <inkml:trace contextRef="#ctx0" brushRef="#br0" timeOffset="-194837.08">29406 10172 582 0,'0'0'240'0,"0"0"-139"16,0 0 12-16,0 0-48 0,0 0-20 15,0 0-20 1,-2 109 0-16,2-64-11 16,0 3 2-16,-3-7-16 15,-8 6 10-15,-2-6-6 0,-3 2 11 16,1-2-8-16,-4 0 0 0,2 0-7 15,-1-4 1 1,7-5-4-16,-1-8 4 16,8-6-10-16,0-8 1 15,4-4 7-15,0-6-3 16,0 0-1-16,0 0 5 16,0 0-8-16,0-16 8 15,4 2-4-15,21-2-1 16,4-4 10-16,10 6 1 0,0 1-5 15,5 2-2 1,-2 7 3-16,-1 4 1 0,-8 0-3 16,-8 0 0-16,-6 0-1 15,-7 12 5-15,-1 4-6 16,-2 6 5-16,-5 2-6 16,-4 1 3-16,0 0-5 15,-4-3-3-15,-28 0 8 16,-12-4 14-16,-9-3 0 15,-5-8 6-15,-1-7-18 16,9 0-4-16,7 0-13 0,10-12-29 16,12 2-62-1,8 0-88-15,5 4-130 16</inkml:trace>
  <inkml:trace contextRef="#ctx0" brushRef="#br0" timeOffset="-194246.81">30179 10499 778 0,'0'0'159'0,"0"0"-65"0,0 0 6 0,0 0-53 16,0 0-30-16,0 0-16 16,17 36 36-16,-10-3-24 15,-4 0 24-15,-3 8-30 16,0-3 3-16,0-5-7 16,0 0-3-16,0-1-3 0,0-3-15 15,-3-2 17 1,-4-7-34-16,7-4 2 0,0-5-61 15,0-10-58 1,0-1-94-16,0 0-148 0</inkml:trace>
  <inkml:trace contextRef="#ctx0" brushRef="#br0" timeOffset="-193996.88">30014 10756 772 0,'0'0'121'16,"0"0"78"-16,0 0-82 0,131 28-78 15,-91-25-10 1,-4-3-29-16,-9 6-14 0,-5-5-48 15,-9 5-67-15,-5-2-142 16,-4 2-306-16</inkml:trace>
  <inkml:trace contextRef="#ctx0" brushRef="#br0" timeOffset="-193416.58">30671 10870 376 0,'0'0'345'0,"0"0"-315"0,0 0-5 16,0 0-3-16,0 0-18 0,0 0 13 16,71 55-15-1,-46-49 40-15,4-5 45 16,6-1-9-16,7 0-15 16,10-14-46-16,2-11 30 0,-1-8-46 15,-6-1 11 1,-12 1-11-16,-14 0 3 15,-15 1-4-15,-6 5 0 16,-6 8-11-16,-32 11-11 0,-7 8 17 16,-13 0 5-16,-5 18-11 15,5 6 21 1,14 6-20-16,11-2-15 16,10 2-11-16,13-4-31 0,3-2 10 15,3-4-85-15,-4-4-90 16</inkml:trace>
  <inkml:trace contextRef="#ctx0" brushRef="#br0" timeOffset="-192935.58">31397 10087 490 0,'0'0'1'0,"0"0"120"0,0 0-15 16,0 0-10-16,0 0 80 16,0 0-65-16,7 135-21 15,-7-82-39-15,0 3-2 16,0 2-33-16,0-4-16 0,0 2-9 15,-11 2 9 1,-4 0-23-16,-6 1 20 16,-1-3-6-16,7-8 2 0,-2-8-16 15,4-4-13 1,5-9-48-16,0-8-132 16,4-7-171-16</inkml:trace>
  <inkml:trace contextRef="#ctx0" brushRef="#br0" timeOffset="-192380.8">31658 10294 10 0,'0'0'561'0,"0"0"-485"0,0 0 66 15,96 105-1-15,-71-69-55 16,-8 3-23-16,-10 0 4 16,-7 10-53-16,0-2-1 0,-14 6-12 15,-21-2 9 1,-11 2-2-16,3-1-8 16,1-10 0-16,6 1-4 15,7-6-16-15,7-5-52 16,6-7-57-16,5-3-93 0,4-9-200 15</inkml:trace>
  <inkml:trace contextRef="#ctx0" brushRef="#br0" timeOffset="-191753.26">32213 10801 818 0,'0'0'121'0,"0"0"13"0,0 0-84 0,0 0-30 0,0 0-18 15,-42 111 5-15,40-89-7 0,-1-2 2 16,3-2 0 0,0-1 1-16,0-3 10 0,0-5-11 15,7 3-4 1,6-8-22-16,3-4-6 0,4 0-55 15,2-2-54-15,-4-16-161 16</inkml:trace>
  <inkml:trace contextRef="#ctx0" brushRef="#br0" timeOffset="-191236.67">32375 10481 206 0,'0'0'244'0,"0"0"-102"0,0 0-28 15,0 0 7-15,0 0 21 0,0 0-72 16,2-5-43-16,-2 3 3 15,0 2 2-15,0-3-32 16,0 3-12-16,0 0 12 16,0 0 38-16,0 0-12 15,0 0 27-15,0 0-11 0,0 0 5 16,0 0-46 0,0 0 5-16,0-2-12 0,0 1-9 15,3-4-4 1,4 1-40-16,-3-2-3 15,3 6-93-15,-5 0-66 0,-2 0 25 16,0 0 54-16,0 0-15 16</inkml:trace>
  <inkml:trace contextRef="#ctx0" brushRef="#br0" timeOffset="-188684.29">30960 10756 418 0,'0'0'126'0,"0"0"-112"0,0 0 25 0,0 0 24 16,0 0 8-16,0 0-29 16,-17 0-7-16,8 0 22 15,2-3 26-15,-2 1-35 0,-3 1-17 16,2-3-20 0,-5 4 16-16,-3 0 8 0,-5 0-11 15,-1 4 15 1,4 2-36-16,0 6 5 0,2 0 1 15,4 2-14 1,4 2 5-16,1 2-8 0,1-2 1 16,4 6 0-16,4-4 1 15,0 2 12-15,0-2-11 16,12-6 10-16,15 3-10 16,1-2 4-16,8-4-1 15,8 1-1-15,6-7 1 0,0-3-3 16,4 0-20-1,-2 0 24-15,-2-3-39 16,-2-14 23-16,-13-3-30 0,-10 1-15 16,-8 0-10-1,-5 2 55-15,-10-2-4 16,-2 3-6-16,0 1-10 16,0-4 2-16,-9 9 24 15,-17-4-3-15,-13 11 14 0,-1 3 38 16,-4 0-34-16,8 0 69 15,7 0-17-15,9 1-31 0,7 1-25 16,3-2-3 0,4 4-22-16,0 0 23 0,-1 6-9 15,-3 4-5 1,-2 2-2-16,-2 0-114 0</inkml:trace>
  <inkml:trace contextRef="#ctx0" brushRef="#br0" timeOffset="-171266.9">19603 12664 176 0,'0'0'229'0,"0"0"-209"15,0 0-20-15,0 0-9 0,0 0-44 16,0 0-70-16</inkml:trace>
  <inkml:trace contextRef="#ctx0" brushRef="#br0" timeOffset="-170844.92">19603 12664 345 0</inkml:trace>
  <inkml:trace contextRef="#ctx0" brushRef="#br0" timeOffset="-170737.09">19603 12664 345 0,'-135'-69'42'0,"137"73"-30"0,1-2 2 0,-1 0 45 15,-2 0-13 1,0 0 7-16,0 0 14 15,0-2-44-15,5 2-22 16,-1-2-1-16,5 0-56 0,2 0-46 16,-2 0-109-16</inkml:trace>
  <inkml:trace contextRef="#ctx0" brushRef="#br0" timeOffset="-170136.93">19524 12689 122 0,'0'0'419'0,"0"0"-376"0,0 0-3 15,0 0 8 1,0 0-34-16,0 0-3 0,0 0-1 15,0 0 18-15,0 0 45 0,0 0 4 16,0 0 6 0,-2 0-47-16,0 0 1 15,0 0-22-15,-3 0-11 16,0 0 2-16,1 0 1 0,2-4 3 16,-1 2 11-1,3-2 19-15,0-4-24 0,0-4 7 16,12-4-22-1,12-2 12-15,15-2-12 16,-2 2 7-16,5 2-7 0,-2 2 1 16,-6 10-2-16,-10 4-3 15,-4 0 1-15,-11 2-30 0,-9 20 13 16,0 10-11 0,-17 8-22-16,-19 4-5 15,-9 4-18-15,-3-2 41 16,-2 0 34-16,11-3 1 15,5-11 12-15,16-4 39 16,11-8-21-16,7-6-3 0,0-2-12 16,18-5 26-16,13-5 15 15,10 3-24 1,3-1 0-16,-4-2-22 16,0 6-1-16,-4-2-6 15,-7 4 1-15,-4-2-4 0,-10-2-2 16,-7 4-38-16,0-4-32 0,-8 0-57 15,0-4-164 1</inkml:trace>
  <inkml:trace contextRef="#ctx0" brushRef="#br0" timeOffset="-169471.51">20090 12821 819 0,'0'0'109'0,"0"0"17"15,0 0 3-15,122 0-67 16,-70 0-21-16,-1 0-23 15,0 0-11-15,-2 0-4 16,-9 0-3-16,-6-2-12 0,-10-3-48 16,-3 5-36-16,-13-3-207 15</inkml:trace>
  <inkml:trace contextRef="#ctx0" brushRef="#br0" timeOffset="-168556.57">20987 12531 527 0,'0'0'292'0,"0"0"-201"0,0 0 11 0,0 0-38 0,0 0-22 15,0 0-11 1,-6 0-21-16,16 0-5 16,9 0 31-16,1 0-12 15,7 0-5-15,-2 0-8 16,-3 0-10-16,-4 0-1 16,-5 12-1-16,-9 2-13 15,-4 10 1-15,0 6 1 16,-9 4 5-16,-17-4 2 15,-1 4 10-15,1-10-11 0,8-1 13 16,5-10-12 0,7-3 5-16,6-4-1 15,2-4-12-15,23 0 13 16,11 2-7-16,0 0 7 16,-3 8 0-16,-9 2-8 15,-3 0 8-15,-13 10 0 16,-8 1 13-16,0 3-10 15,0-1 3-15,-15 6 2 0,-18-5-4 16,-3-6 4-16,-11-2 0 16,-7-4-5-16,2-4 1 15,0 2-7-15,8-4 8 16,10-2-10-16,18 0-2 16,8-2-52-16,8-4-87 15,0-2-195-15</inkml:trace>
  <inkml:trace contextRef="#ctx0" brushRef="#br0" timeOffset="-168026.85">21643 12814 583 0,'0'0'38'0,"0"0"54"0,0 0 5 0,0 0-30 0,0 0 16 0,0 0-44 0,-16 4-3 16,7 14-14-16,1 2 40 0,0 6-37 15,4 0 1 1,4 2-21 0,0-5 5-16,0 0-10 0,10-3 12 15,11-2-17-15,8-5 6 0,9-6-2 16,3-7-9 0,1 0-32-16,1 0 8 15,-6 0-92-15,-6-6-132 16,-8-14-209-16</inkml:trace>
  <inkml:trace contextRef="#ctx0" brushRef="#br0" timeOffset="-167586.75">21777 12507 831 0,'0'0'148'0,"0"0"-26"0,0 0-31 0,0 0-35 16,0 0-32-16,0 0-21 15,-9-17-3-15,20 5 0 16,0 0 6-16,-4-1 0 15,-3 8-12-15,-4 0-8 16,0 5 11-16,0 0-23 16,0 7-30-16,0 5-74 0,-2-3-359 15</inkml:trace>
  <inkml:trace contextRef="#ctx0" brushRef="#br0" timeOffset="-163138.62">22824 12635 657 0,'0'0'35'0,"0"0"-1"16,0 0-13-16,0 0 32 15,0 0-2-15,0 0 24 16,0 0-24-16,14 73 4 0,-14-59-20 15,2 9 28 1,-2 5-24-16,0 8-3 0,0 2 2 16,0 2-17-16,0 3 1 0,-12-1-16 15,-1-2-4 1,-1-2 3-16,-1-8-10 16,3-2 1-16,4-9-2 15,1-10-18-15,7-6-34 0,0-3-86 16,0 0-106-1,0-5 14-15</inkml:trace>
  <inkml:trace contextRef="#ctx0" brushRef="#br0" timeOffset="-162706.96">22597 12896 738 0,'0'0'175'0,"0"0"-92"0,0 0 4 16,0 0-24-16,0 0 22 0,129 0-29 15,-60 0 2 1,0 0-5-16,-5 0 0 15,-8 0-43-15,-7 4 6 0,-7 2-11 16,-6-4-10-16,-5-1-12 16,-4-1-47-16,-9 3-45 15,-9 3-28 1,-9-1-303-16</inkml:trace>
  <inkml:trace contextRef="#ctx0" brushRef="#br0" timeOffset="-159576.98">23697 13337 283 0,'0'0'336'0,"0"0"-287"0,0 0 34 16,0 0-36-16,0 0 12 15,0 0-33-15,0 0-3 16,-5-44 12-16,5 23 20 16,0 2 7-16,0-6 21 0,0-9-40 15,0 0-12-15,0-12 2 16,10-4-26-16,-3-8 9 16,-1 8-10-1,-2 2-1-15,1 5 2 0,-1 7 3 16,1 4-10-16,0 13 0 15,-1 6-3-15,-2 7 3 16,-2 6-2-16,0 0 0 16,0 6 0-16,-9 18-23 15,-9 6 4-15,-2 7-29 0,-4-2-84 16,-3 0-191 0</inkml:trace>
  <inkml:trace contextRef="#ctx0" brushRef="#br0" timeOffset="-158846.71">24442 12829 498 0,'0'0'448'0,"0"0"-378"16,0 0 2 0,0 0-67-16,0 0 0 15,0 0 34-15,6 47 5 0,-6-14-18 16,0 5-10-16,0 4 9 16,0-5-23-1,0 3 3-15,-12 2-1 0,-3-6-8 16,-1 4 3-16,3-8-10 15,7-4 3 1,2-6-34-16,4-8-29 0,0-3-71 0,0-8-45 16,0-3-37-1,0 0-226-15</inkml:trace>
  <inkml:trace contextRef="#ctx0" brushRef="#br0" timeOffset="-158566.52">24241 13070 860 0,'0'0'95'0,"0"0"77"16,0 0-71-16,154-6-66 0,-94-2 9 16,0 8-34-1,-8-2-6-15,-6 0-8 0,-5 2-21 16,-6 0-23-16,-8 0-92 16,-8 0-198-1</inkml:trace>
  <inkml:trace contextRef="#ctx0" brushRef="#br0" timeOffset="-156981.08">25232 12569 490 0,'0'0'176'0,"0"0"-89"0,0 0-7 16,0 0-33 0,0 0 6-16,0 0 16 15,0 0-18-15,36-44 13 0,-36 44-16 16,0 0-26 0,0 0 1-16,0 14-23 15,-7 12 22-15,-12 4-22 0,-8 2 0 16,-2 0-5-16,0-2 5 15,0 0 0-15,2-2 2 16,6-2 8-16,4-2 0 0,5-2 7 16,10-5-15-1,2-3-2-15,0-3-2 0,10-3 0 16,14-1 2 0,5-5 0-16,2-2-1 0,2 0 8 15,-6 0-15 1,-7 0 17-16,-1 0-12 0,-6 0 3 15,-5 4-1 1,4-4-4-16,-3 0-2 0,-1 0 4 16,2 0-15-16,-8 0 11 15,7 0-15-15,-5-4 21 16,-4-2 1-16,2-5-1 16,-2 8 2-16,0-3-1 15,0-3 0-15,0 2-2 16,0-6-3-16,0 8-7 15,0 1 6-15,0 1 12 16,0 3-2-16,0 0 4 16,0 0 6-16,-2 12-9 15,-7 15 7-15,0 9 13 0,-4 1-20 0,2 2 1 32,-3-1 1-32,1-2-10 0,-3 0 3 15,1 0-1-15,-5 0-13 16,7 0-3-16,-8 0-64 15,8-4 50-15,2-3 26 16,4-4-79-16,7-6-120 16,0-1-84-16</inkml:trace>
  <inkml:trace contextRef="#ctx0" brushRef="#br0" timeOffset="-156516.96">25573 13080 697 0,'0'0'86'0,"0"0"-18"0,0 0-56 0,0 0-4 0,-9 124-1 0,9-103-5 16,16-2 27 0,-3 3-18-16,6-1-11 0,-4-3-63 15,1-2 33 1,3-6 11-16,6-8-25 0,0-2-22 15,-3 0-116-15</inkml:trace>
  <inkml:trace contextRef="#ctx0" brushRef="#br0" timeOffset="-156161.74">25736 12841 749 0,'0'0'281'0,"0"0"-176"16,0 0-45-16,0 0-42 15,0 0-12-15,0 0-6 16,13-32 7-16,-13 29-14 16,0-1 14-16,0 4-14 15,0 0 10-15,0 0-6 16,0 0-25-16,-4 0 12 16,0 0-28-16,4 0-157 15,-5 0-170-15</inkml:trace>
  <inkml:trace contextRef="#ctx0" brushRef="#br0" timeOffset="-150616.9">26640 13040 753 0,'0'0'30'0,"0"0"49"0,0 0 3 16,136 0-67-16,-95 0-15 16,-4-6-20-1,-5 2-30-15,-8 0-2 0,-9 0-35 16,-7-2-74-16,-8 2-204 0</inkml:trace>
  <inkml:trace contextRef="#ctx0" brushRef="#br0" timeOffset="-150186.68">26794 12811 438 0,'0'0'662'0,"0"0"-628"0,158 12 84 0,-95-12-97 15,-5 6-21 1,-2-6-22-16,-12 3-67 16,-13-3-161-16,-11 0-468 15</inkml:trace>
  <inkml:trace contextRef="#ctx0" brushRef="#br0" timeOffset="-138110.45">27931 12658 342 0,'0'0'238'0,"0"0"-212"0,0 0 20 0,0 0-29 16,0 0-17-16,0 0 6 16,0 0-13-16,0 0 14 15,0-13 3-15,0 13 28 16,0 0 40-16,-3 0-23 15,1 0-17-15,2 0-6 0,-4 0-8 16,4 0 21 0,0 0-25-16,0 0 21 0,0 0-26 15,0 0 31 1,0-2-31-16,0 2 19 0,0-4-8 16,0 0 5-16,13-4-19 15,14-3-11-15,6 2 16 16,11 1-8-16,-1 0 12 15,1 6-16-15,-5 2 6 16,-8 0-11-16,-9 2-3 16,-8 10 3-16,-6 1-5 15,-8 2 1-15,0 5-10 0,-4 1 6 16,-21 2 12 0,1 4-8-16,-3-2-1 0,9-3-1 15,5-6 2 1,8 1-16-16,5-5-7 15,0-3-27-15,25 5 39 16,-3-1 11-16,5-2 2 0,-5 6 4 16,-2 2 6-16,-1 2-4 15,-9 1-4-15,-3 2 4 16,-7-2-3-16,0 2-2 16,-9 5 5-16,-26-2 9 15,-17 1-9-15,-10-2 30 0,-5-2-32 16,5 0 22-16,6-3-14 15,6-6-10-15,8-3-22 16,11-10-51-16,15-2-81 16,12 0-339-1</inkml:trace>
  <inkml:trace contextRef="#ctx0" brushRef="#br0" timeOffset="-118610.93">28847 12639 456 0,'0'0'226'0,"0"0"-172"0,0 0 28 0,0 0-43 16,0 0-22-16,0 0 26 0,0 0-19 15,0 0-9 1,2-20-3-16,-2 20 9 15,0 0 25-15,0 0-2 16,0 0 15-16,0 0-38 0,0 0-6 16,0 6-8-16,0 14 9 15,0 10 12-15,-2 9-28 16,-10 0 27-16,3 4-25 0,1-6 8 16,3-2-6-1,2-6-8-15,-1-3-3 16,0-2-15-16,-3-1-2 0,1-7-33 15,6-6-53 1,0-4-77-16,0-6-128 0</inkml:trace>
  <inkml:trace contextRef="#ctx0" brushRef="#br0" timeOffset="-118310.7">28621 12869 609 0,'0'0'132'0,"0"0"32"0,0 0 43 0,0 0-161 16,127-1 7 0,-96 6-52-16,0 8-2 0,-4-3 0 15,0 0-19-15,-5-2-30 0,-1-4-99 16,-6 1-95 0,-9-2-291-16</inkml:trace>
  <inkml:trace contextRef="#ctx0" brushRef="#br0" timeOffset="-117732.05">29214 13409 586 0,'0'0'88'0,"0"0"39"0,0 0-86 0,-7-107 61 0,7 53-60 16,16-10 24 0,9-2-17-16,4-5-16 0,2 6 17 15,4 1-19 1,-1 5 3-16,8 6-32 0,-5 5-2 15,4 11-6-15,-8 11-19 0,-1 14-40 16,-3 10-104 0,-5 2-145-16,-6 0-272 0</inkml:trace>
  <inkml:trace contextRef="#ctx0" brushRef="#br0" timeOffset="-112816.73">29375 12996 158 0,'0'0'7'0,"0"0"40"0,0 0-20 0,0 0-26 16,0 0 2-16,0 0 7 16,0 0 30-16,0 20 34 15,2-20 38-15,4 0-21 16,1 0-47-16,0 0-24 16,-3 0-13-16,-1 0-2 15,-3 0 10-15,2 0 18 16,-2 0-11-16,0 0 0 15,4 0 1-15,-2 0-16 16,3 0 17-16,1 0-3 16,-1 0 14-16,-5 0-18 15,2 0-2-15,-2 0 2 16,0 0 24-16,0 0 4 16,0 0-14-16,0 0 4 15,0 0-17-15,0 0 14 16,0 0-23-16,9 0 11 0,6 0-18 15,8 0 29-15,6 10-1 16,6-2 5-16,1 4-31 16,0-2 0-16,-5-2-8 15,-9 2-2-15,-6-4-34 16,-14 3-153-16,-2-8-444 16</inkml:trace>
  <inkml:trace contextRef="#ctx0" brushRef="#br0" timeOffset="-111966.93">29927 12859 355 0,'0'0'73'0,"0"0"63"0,0 0-52 16,0 0-50-16,0 0 19 16,0 0-34-16,-6-6 19 15,6 6-2-15,0 0-5 16,0 0 19-16,0-3-18 0,0-4-16 15,13 0-4-15,7-6 12 16,-1 8-1 0,2-5 31-16,-1 5-17 15,-5 5-8-15,1 0-27 16,-7 0-2-16,-2 5-10 16,-7 10 10-16,0 8-4 15,0 0-35-15,-9 4 38 0,-14-5-32 16,-1 1 30-16,4-6 1 0,4-1-1 15,10-8 3 1,6 0-6-16,0 4-1 0,4-2-11 16,16 2 10-1,4 4 16-15,-1 0-8 16,-1 8 1-16,-4-4-2 16,-7 4-22-16,-9-4 22 15,-2 4-4-15,0 6 5 16,-22-3 19-16,-18-4-18 15,-5 1 18-15,-4-2-13 16,2-7-5-16,5-8-1 0,5-4-12 16,3-1-28-16,7-2-20 15,1 1-265-15</inkml:trace>
  <inkml:trace contextRef="#ctx0" brushRef="#br0" timeOffset="-111056.92">30676 12958 437 0,'0'0'147'0,"0"0"19"0,0 0-84 15,0 0 11-15,0 0-60 0,0 0 32 16,-13 66-15-16,3-30-16 15,3 1-7 1,-1 2-27-16,-4 2 3 16,-1 0-3-16,-5 6-15 15,3-5 11-15,-1-4-3 16,3-5-8-16,4-6-41 0,7-5-40 16,2-2-114-16,0-9-92 0</inkml:trace>
  <inkml:trace contextRef="#ctx0" brushRef="#br0" timeOffset="-110786.99">30470 13203 610 0,'0'0'95'0,"0"0"123"16,0 0-70-16,0 0-68 15,132 36-50-15,-98-27-24 16,-5 1-6-16,-6 3-16 16,0-6-61-16,-3-2-40 15,-7 1-107-15,-3-4-106 16</inkml:trace>
  <inkml:trace contextRef="#ctx0" brushRef="#br0" timeOffset="-109986.79">30974 12814 380 0,'0'0'177'0,"0"0"-131"0,0 0 72 0,0 0-47 16,0 0-26-1,0 0-1-15,15 29-19 16,-15-4-21-16,-4-6 0 16,-11 8 5-16,-5-5-17 15,1-2 16-15,2 0-7 0,1-6 11 16,10 2 0-16,1-2-5 16,5-1-6-16,0-2 35 15,19-1-18 1,4 2 14-16,8-2-25 0,-2 0 29 15,-4-2-33-15,0-2-2 16,-8 2-1-16,-7-2-4 16,3-2 1-16,-7-2-9 0,4-2 11 15,1 0-28 1,1 0 27-16,2 0-5 16,-1 0 6-16,6-2-1 15,-9-12-4-15,0 4 3 16,-4-4-2-16,1 0-1 0,-1 0-6 15,3 1 6 1,-4 0-18-16,-2 3 22 16,-3 8 4-16,0 2 20 0,0 0 5 15,0 6-10-15,-8 18 16 16,-7 10 13-16,-8 6-5 16,6 8-33-16,-1 0-1 15,-5 4-7-15,0-6-11 16,0 3 7-16,-4-9 0 15,0 0 1-15,12-9-18 16,3-4-9-16,12-3-66 16,0-8-70-16,17-8-119 15</inkml:trace>
  <inkml:trace contextRef="#ctx0" brushRef="#br0" timeOffset="-109487">31594 12773 594 0,'0'0'201'0,"0"0"-20"0,135 60-44 0,-110-15-89 16,-5 9-33-16,-13 5-6 16,-7 12-18-16,-5 6-8 15,-28 0 7-15,-14 1 20 0,-7-8-17 16,-1-3 16-16,-1-9-9 15,5-8 6-15,9-2-12 16,8-12-15-16,10-15-157 16,5-12-277-16</inkml:trace>
  <inkml:trace contextRef="#ctx0" brushRef="#br0" timeOffset="-97306.64">32153 13024 293 0,'0'0'65'0,"0"0"19"0,0 0-49 16,0 0-9-16,0 0-5 15,0 0-9-15,0 0 28 0,-9 0 8 16,9 0 18 0,0 0-23-16,0 0 13 15,0 0-45-15,0 0-1 16,0 0-4-16,0 0 1 15,0-2 19-15,0 2 18 0,0 0 20 16,0-2-40 0,0-2 13-16,0 4-17 15,0 0-1-15,0-2-9 16,0 0 3-16,0 2-4 16,0-2 11-16,0 2 14 15,0 0-12-15,0 0 23 0,0 0-36 16,0 12 5-16,-6 12-10 15,-2 10 2-15,2 4-6 16,-1 2 0-16,1 6-2 0,-2-2 12 16,6 5-19-1,-2-1 23-15,0-6-21 0,-1-2 7 16,5-6-7 0,0-8-26-16,27-8-34 15,19-14-80-15,15-4-215 16</inkml:trace>
  <inkml:trace contextRef="#ctx0" brushRef="#br0" timeOffset="-96166.55">32251 12689 622 0,'0'0'197'0,"0"0"0"0,0 0-79 15,0 0-63 1,0 0-6-16,0 0-28 0,0 0 18 15,0 0-8-15,0 0 12 16,0 0-4-16,0 0-21 16,0 0-18-16,0 0 4 15,0 2-16-15,0 2-2 16,16 4-43-16,-1-2-52 16,1 1-142-16,-12 6-739 15</inkml:trace>
  <inkml:trace contextRef="#ctx0" brushRef="#br0" timeOffset="-92284.45">26400 14614 301 0,'0'0'374'0,"0"0"-320"0,0 0-21 16,0 0-4-16,0 0-17 16,0 0 39-16,0 0-11 15,11 0 26-15,-11 0-31 16,0 0 14-16,3 0-10 15,3 0-27-15,9 0 11 16,3 0 0-16,11 0 29 0,7-4-34 16,2 4 16-1,9-6-33-15,-3 4 18 0,1-3-12 16,-5 5-14-16,0 0 0 16,-9 0-29-16,-11-4-37 15,-11 0-172-15,-9-11-395 16</inkml:trace>
  <inkml:trace contextRef="#ctx0" brushRef="#br0" timeOffset="-92056.74">26578 14329 268 0,'0'0'702'0,"0"0"-680"16,0 0 78-16,0 0-59 15,0 0-41-15,123-18 0 16,-81 15-109-16,-4-3-87 16,0 1-296-16</inkml:trace>
  <inkml:trace contextRef="#ctx0" brushRef="#br0" timeOffset="-91356.5">27420 14143 708 0,'0'0'268'0,"0"0"-221"0,0 0 66 15,0 0-105-15,0 0-2 0,0 0-6 16,147-24-10-16,-113 24-3 16,-8 3-34-16,-7 12 9 15,-11 1-17 1,-6 8 54-16,-2-2-13 15,0 1 10-15,-6 2 8 0,-6-6 0 16,4 4-4-16,5-9 0 16,3-1-5-16,0 3 14 15,0-2-14-15,3 5 21 16,5 3-20-16,0 5 4 16,-8 2-26-16,0 4 26 15,-19-3 0-15,-12-2 3 16,-9 2 3-16,-7-1 13 0,1-4-17 15,-1-4 52-15,7-6-39 16,11-7-15-16,6 2-1 16,4-3-76-16,-6 0-190 15</inkml:trace>
  <inkml:trace contextRef="#ctx0" brushRef="#br0" timeOffset="-90005.66">28336 14258 869 0,'0'0'113'0,"0"0"3"0,0 0-42 16,0 0-64-16,0 0 11 15,0 0-8-15,0 0 2 16,-17 119-11-16,3-81-4 0,-1 2-7 16,1-2-12-16,-7-1 15 15,4-3-23 1,-1-7 10-16,5 0-45 15,-1-6-39-15,5-6-69 0,5-7-194 0</inkml:trace>
  <inkml:trace contextRef="#ctx0" brushRef="#br0" timeOffset="-89756.66">28064 14493 946 0,'0'0'125'16,"0"0"-30"-16,0 0 33 16,123 13-122-16,-70-11 11 15,3 6-17-15,-2-6-13 16,-8 4-40-16,-4 0-34 15,-9-2-133-15,-10-4-203 0</inkml:trace>
  <inkml:trace contextRef="#ctx0" brushRef="#br0" timeOffset="-83826.9">28866 14684 378 0,'0'0'68'0,"0"0"13"16,0 0-58-16,0 0-23 15,0 0 1-15,0 0 23 16,0 0 13-16,-2 6 35 16,2-6-9-16,0 0 29 15,0 1-55-15,0 6-14 16,0 3-15-16,0-2 0 16,0 3-8-16,0-5 1 15,0 1-3-15,0-4 12 0,0 6-15 16,0-9 16-16,0 5 3 15,0-5-2-15,0 0 12 0,0 0 0 16,4 0 17 0,12-23 6-16,7-15-13 15,8-12 26-15,5-7-44 16,1-4 1-16,3-8-9 16,-5 6-16-16,-6 6-3 15,-6 7 6-15,-7 14-7 0,-9 16 12 16,-7 12-9-16,0 8 5 15,-3 0 2-15,-19 22-10 16,-7 10 9-16,-9 5-52 0,3 6 1 16,1-6-68-1,5-3-58-15,7-9-150 16</inkml:trace>
  <inkml:trace contextRef="#ctx0" brushRef="#br0" timeOffset="-83240.77">29464 14503 543 0,'0'0'51'0,"0"0"86"0,-92 103-60 0,63-59-44 16,7-4-9 0,9-3-18-16,3-6 0 0,8-5-12 15,2-3-16 1,0-14 16-16,27 4-37 0,6-13-29 15,8 0-121-15,3 0-29 16</inkml:trace>
  <inkml:trace contextRef="#ctx0" brushRef="#br0" timeOffset="-82911.31">29728 14275 721 0,'0'0'193'0,"0"0"-13"15,0 0-61-15,0 0-90 16,0 0-21-16,0 0-8 0,-17-22-53 0,17 22-30 16,0 0-94-1,7-1-40-15,1 1-483 16</inkml:trace>
  <inkml:trace contextRef="#ctx0" brushRef="#br0" timeOffset="-81976.46">26437 15821 239 0,'0'0'497'0,"0"0"-406"0,0 0 23 0,0 0-80 16,0 0 22 0,0 0 24-16,23 0-8 0,2 0-23 15,6 0-8 1,9 0-16-16,7 0-22 15,1-2-6-15,2-2-23 16,-8 0-21-16,-9-3-52 0,-13-4-79 16,-15 1-227-16</inkml:trace>
  <inkml:trace contextRef="#ctx0" brushRef="#br0" timeOffset="-81724.43">26516 15571 505 0,'0'0'229'15,"0"0"-98"1,0 0 42-16,0 0-55 0,0 0-35 15,135 0-65-15,-98 0-2 16,-4 3-16-16,-2 2-15 16,-2-5-38-16,-7 0-108 0,-6 0-182 15</inkml:trace>
  <inkml:trace contextRef="#ctx0" brushRef="#br0" timeOffset="-80876.83">27334 15444 737 0,'0'0'122'0,"0"0"-30"0,0 0-45 0,0 0-42 0,0 0 0 31,138-26 3-31,-103 26 1 0,-6 0 2 16,-6 0-22-1,-13 0 17-15,-3 11-15 16,-7 8 9-16,0 1 0 0,0 6 2 16,-13 1-1-16,-3-8 9 15,3 2-2-15,6-8 7 16,1-4-5-16,6 1-20 15,0-5 2-15,15 3-2 16,14 1 0-16,2-6-5 16,-4 2 3-16,-4 5-87 15,-13-6 86-15,-5 6 18 16,-5 8-5-16,0 4 31 0,-21 3 22 16,-14 6-29-1,-11 1 26-15,-6-1-20 0,-2-4-21 16,8-5-3-1,13-8-6-15,8-8-7 0,5-2-92 16,0-4-126-16</inkml:trace>
  <inkml:trace contextRef="#ctx0" brushRef="#br0" timeOffset="-80277.09">28338 15548 662 0,'0'0'210'0,"0"0"-93"0,0 0-40 0,0 0-77 16,0 0 27 0,0 107-22-16,-2-71-1 15,-9 4 1-15,-1-5 2 0,2-3-7 16,5-5-3-16,3 3-19 16,2-6-1-16,0 2-26 15,0-4-27 1,0-3-83-16,-4-11-171 0</inkml:trace>
  <inkml:trace contextRef="#ctx0" brushRef="#br0" timeOffset="-80046.59">28160 15709 550 0,'0'0'477'16,"0"0"-420"-16,0 0 12 16,0 0-35-16,0 0-19 15,0 0-12-15,136 62-3 16,-94-58-12-16,5 0 6 16,0-4-81-16,0 0-43 15,1 0-118-15,-7-8-382 16</inkml:trace>
  <inkml:trace contextRef="#ctx0" brushRef="#br0" timeOffset="-79646.95">28947 15873 768 0,'0'0'78'0,"0"0"11"15,0 0-58-15,-38 113-31 16,42-87-6-16,21-12-48 16,4-3-83-16,4-8 83 15,5-3-9-15,0 0-44 0,-5-3-78 16</inkml:trace>
  <inkml:trace contextRef="#ctx0" brushRef="#br0" timeOffset="-79286.81">29163 15516 933 0,'0'0'104'0,"0"0"56"16,0 0-94-16,0 0-32 0,0 0-34 16,0 0-8-16,-29-18-44 15,29 14-24-15,2 4-46 16,0 0 54-16,-2 0 63 16,0 0 10-16,0 0 7 15,-2 0-12-15,-5 4-50 16,3 2-422-16</inkml:trace>
  <inkml:trace contextRef="#ctx0" brushRef="#br0" timeOffset="-74766.83">19431 12372 283 0,'0'0'0'0,"0"0"18"0,0 0-18 16,0 0 25-16,0 0 64 15,20-112 19 1,-16 99 19-16,5 6-59 0,0 3-32 15,0 2-33-15,0-2-6 16,-1-2-41-16,-3 6-6 16,-5-4 31-16,0-2 19 15,0 1 95-15,0 2 12 16,0 0 41-16,0 0-48 0,0 3-37 16,0 0-63-1,0 0-2-15,0 0-8 0,0 0-21 16,0 0 23-16,-2 0 8 0,-7 0 22 15,-2 6-21 1,-5 16 40 0,-6 14-28-16,-5 18 18 0,-5 17-20 15,1 6 2-15,0 8-13 16,10-8-1-16,2-2 0 16,4-9-29-16,-1-2 27 0,5-10-39 15,2 0 0 1,9-9-59-16,0-15 25 15,11-7-298-15</inkml:trace>
  <inkml:trace contextRef="#ctx0" brushRef="#br0" timeOffset="-73882.45">22238 12310 610 0,'0'0'180'0,"0"0"-129"0,0 0 67 0,27 108-76 0,-14-60 61 0,3 13-62 31,-8 5 19-31,-3 6-53 0,-5 2 11 16,-7 8-10-1,-28 3 5-15,-17 0-26 16,-12 4-2-16,-3-1-20 0,-2-8-152 15,5-7-174-15</inkml:trace>
  <inkml:trace contextRef="#ctx0" brushRef="#br0" timeOffset="-72836.61">23472 13247 672 0,'0'0'158'0,"0"0"-24"0,-11-156 9 16,11 95-80-16,18-13-44 16,18-6 12-16,4-5-23 15,6 3-16-15,-1 8 8 16,1 17-8-16,-3 18 8 15,-1 16 0-15,2 14-4 16,10 9-17-16,6 0 5 16,3 9-118-16,-3 9-190 0</inkml:trace>
  <inkml:trace contextRef="#ctx0" brushRef="#br0" timeOffset="-71986.55">26155 12521 841 0,'0'0'120'0,"0"0"46"15,0 0-122-15,0 0-4 0,120 56-39 16,-102-14 31 0,-9 18-16-16,-5 6-16 0,-4 7 11 15,-4 6-4-15,-32 4-7 16,-15 1 1-16,-7 0 35 15,0-2-31-15,3-5-5 0,12-15-27 16,7-16-68 0,12-26-202-16</inkml:trace>
  <inkml:trace contextRef="#ctx0" brushRef="#br0" timeOffset="-53434.82">2684 14589 236 0,'0'0'0'0,"0"0"0"0,0 0 8 0,0 0 44 15,0 0 41-15,0 0-5 16,0 0-47-16,14 29 28 16,-14-27-40-16,2 0 10 15,-2 0-19-15,2 1 1 16,1 3-5-16,-3-5 18 15,0 6 29-15,0 2-2 16,0-1-2-16,0-4-29 16,0 6 12-16,0-10-35 15,0 2 20-15,0-2-21 16,0 3 23-16,0-3 12 16,0 0 3-16,-9 0 5 15,-9-9-31-15,-3-20 1 16,2-14-5-16,-2-12-6 15,5-9-7-15,6-11-2 0,7-12-1 16,3-14-8-16,0-8-5 16,23 1 10-1,6 15 2-15,2 15-36 0,3 24-2 16,1 18-72-16,5 18-64 0,3 18-91 16</inkml:trace>
  <inkml:trace contextRef="#ctx0" brushRef="#br0" timeOffset="-52156.46">3259 13933 149 0,'0'0'27'0,"0"0"-27"0,0 0 66 15,0 0 27-15,0 0 4 16,0 0-26-16,0 0-22 15,-6 1 13-15,6-1-10 16,0 0-35-16,-2 0 26 16,-1 6-23-16,-6-2 34 15,7-2-4-15,-5 2 1 16,1 3-23-16,4-6 26 0,-4-1 15 16,6 0-24-1,0 0 9-15,0 0-47 0,0-17 21 16,0-2-23-16,16-7 24 15,0 2-23-15,2 10 3 16,0 2-9-16,-3 10 0 16,-1 2-2-16,-5 0-26 15,1 20 26-15,-5 10-20 16,-5 12 8-16,0 11-62 16,-5 1 36-16,-14-2-6 15,-3 2 32-15,-1-2 10 16,3-6 4-16,7-6 14 15,4-11 11-15,9-6 16 16,0-7-35-16,2-7 5 0,21-5 1 16,3-4 10-16,10 0-7 15,4 0 12-15,4-4 14 16,1 1-26-16,-5 3-15 16,-5 0-20-16,-3 16 9 15,-6 6-28-15,-3 2-74 16,-8-1-66-16,-11-3-154 15</inkml:trace>
  <inkml:trace contextRef="#ctx0" brushRef="#br0" timeOffset="-51454.37">3887 14177 487 0,'0'0'318'0,"0"0"-237"0,0 0 78 16,0 0-60 0,0 0-29-16,0 0-34 15,5 0-8-15,28 0 17 16,10 0-17-16,3 4 23 0,6 0-42 15,-5 0-4-15,-3 0-5 16,-6-4-6-16,-5 6-44 16,-4-6 6-16,-4 0-55 15,-9 0-125-15,-10 0-416 16</inkml:trace>
  <inkml:trace contextRef="#ctx0" brushRef="#br0" timeOffset="-50586.77">4763 13768 364 0,'0'0'317'0,"0"0"-300"0,0 0 65 16,0 0-5-1,0 0 30-15,0 0-41 16,-16 15 11-16,16-15-36 0,0 0 5 0,0 0-28 31,0 3 13-31,16 1-10 16,2 2-19-16,2 0-2 0,-5 2 4 15,-1 6-8-15,-7 1 0 16,-3 4-8-16,2 3 14 16,-3 4-8-16,0 2-23 15,-1 2 21-15,-2-1 5 16,0-6 6-16,2-5-6 15,2-5 8-15,5 1-11 16,0-10 14-16,2 5-16 0,0 0 8 16,5 1-4-16,-1 4 5 15,-1 6-1-15,-7 6 0 16,-5 8-1-16,-2 6-9 16,-4 8 20-16,-26 0-2 15,-1 2-4-15,-6-5 13 16,0-5-8-16,4-5 14 0,4-8-13 15,5-8-5 1,10-11-5-16,8-2-40 0,1-6 13 16,1 0-105-1,-1-13-262-15,3-11-290 16</inkml:trace>
  <inkml:trace contextRef="#ctx0" brushRef="#br0" timeOffset="-50067.63">5162 14105 619 0,'0'0'7'0,"0"0"24"0,0 0 59 16,0 0 4-16,0 0-1 16,0 0-10-16,0-4 9 15,0 22-31-15,-9 14-41 0,0 10 27 16,3 6-38-16,3-2 9 0,3-8-13 31,0-8-9-31,16-3 4 0,4-6-2 16,2-5-2-16,4-5-11 15,-1-5 6-15,2-6-57 0,4 0-6 16,-2-28-99 0,-4-3-129-16</inkml:trace>
  <inkml:trace contextRef="#ctx0" brushRef="#br0" timeOffset="-49770.82">5277 13840 1080 0,'0'0'20'16,"0"0"84"-16,0 0-64 16,0 0-17-16,0 0-23 0,0 0-10 15,-2 6-27 1,2-2-31-16,8-4-85 0,-4 0-206 15</inkml:trace>
  <inkml:trace contextRef="#ctx0" brushRef="#br0" timeOffset="-49304.45">5578 13589 377 0,'0'0'577'0,"0"0"-569"0,0 0 98 16,0 0-10-1,129 58-46-15,-88-28-22 0,-1 9-6 16,-2 3-1-16,-9 16 2 15,-13 12-20 1,-16 21 8-16,0 15-11 0,-23 4 0 0,-12-6 3 16,1-14-3-1,1-22-27-15,2-15-49 16,4-22-33-16,2-23-183 16,5-8-355-16</inkml:trace>
  <inkml:trace contextRef="#ctx0" brushRef="#br0" timeOffset="-48206.49">6397 14177 223 0,'0'0'510'0,"0"0"-502"0,0 0 96 0,0 0-37 15,0 0-2-15,0 0-14 16,0 0-17-16,0 0 15 16,0 0-33-16,0 0 31 15,0 0-32-15,0 0 15 16,0 0-24-16,0 0 8 15,-3 0-14-15,-4 0 0 16,0 0-4-16,1 12 13 16,0-2-15-16,-1 2 18 15,2-7-13-15,5-5 1 16,0 0-3-16,0 0-23 16,0 0-4-16,5 0 29 0,-1-13 1 15,1 3 2 1,-1-2 0-16,-4 2-2 0,0 8 14 15,0 2-29-15,0 0 12 0,0 2-7 16,0 16-1 0,-2 1 11-16,0-6-37 0,2-7-130 15,0-6-272 1</inkml:trace>
  <inkml:trace contextRef="#ctx0" brushRef="#br0" timeOffset="-46446.79">6864 14614 236 0,'0'0'71'0,"0"0"32"0,0 0-30 0,0 0-33 16,0 0-38-16,0 0 0 15,0 0 20-15,2 4 14 0,-2-4 33 16,0 0-11-1,0 0 23-15,0 0-60 0,0 0 10 16,0 0-19-16,0 0 27 16,0 0 1-16,0 0 4 15,0 0-11-15,0-8-18 16,-2-5 19-16,-4 2 0 16,2-11-3-16,-4-8-26 15,4-8 5-15,2-15-3 16,-1-11 8-16,3-7 7 15,0-10-6-15,0-1 6 0,5-2-21 16,13 0 23 0,4 1-22-16,4 7-4 0,3 5-20 15,3 15-4 1,-3 17-28-16,4 14-76 0,-2 21-34 16,-4 4-83-16</inkml:trace>
  <inkml:trace contextRef="#ctx0" brushRef="#br0" timeOffset="-44146.97">7552 14405 516 0,'0'0'14'0,"0"0"29"0,0 0-3 0,0 0-8 0,0 0 8 16,0 0 18-1,-8 25-2-15,8-23 2 16,0-2 14-16,0 0-27 16,0 0 18-16,0 0-35 15,0 0 35-15,0-23-37 16,0-9 0-16,0-18-14 15,2-6 18-15,7-6-19 0,0-4-7 16,0-3-5 0,-3 3 3-16,5 4-4 15,-1 16-11-15,-4 16 2 16,-4 14 3-16,-2 14 4 0,0 2-2 16,0 20-32-1,-15 35 20-15,-19 22-46 0,-4 8-26 16,1-9-119-16,3-19-138 0</inkml:trace>
  <inkml:trace contextRef="#ctx0" brushRef="#br0" timeOffset="-43476.75">8086 14379 215 0,'0'0'176'0,"0"0"-84"0,0 0 46 0,0 0-54 0,0 0 33 16,0 0-14-16,0 17 4 15,0-48-25-15,8-9-20 0,5-10-7 16,1-9-33 0,-1 7 10-16,1-3-20 15,-3 1-20-15,0 3 8 16,0 9-10-16,-4 4-26 15,-3 10-11-15,0 12-7 16,-4 13-78-16,0 3-11 0,0 0-57 16,0 13-310-16</inkml:trace>
  <inkml:trace contextRef="#ctx0" brushRef="#br0" timeOffset="-43225.02">7967 14149 791 0,'0'0'188'0,"0"0"-168"16,0 0 96-16,121 40-71 15,-81-36-39-15,4-4-12 0,1 0 1 16,-1 0-6-16,-3 0-70 16,-1-4-63-16,-11-2-171 15</inkml:trace>
  <inkml:trace contextRef="#ctx0" brushRef="#br0" timeOffset="-42240.74">8869 13686 457 0,'0'0'127'0,"0"0"-115"0,0 0-16 0,0 0 4 0,0 0 0 16,0 0 26 0,0-18 6-16,0 18 49 0,0 0 10 15,0 0 7 1,0 0-71-16,0 0-10 0,0 0-17 16,0 0-11-1,0 12 1-15,0 11 10 0,-12 13 36 16,-5-1-21-16,2 7 6 0,-9 0-14 15,3 4-4 1,-4-6-3-16,10-1-3 16,-1-6 3-16,3-6 0 15,9-9-4-15,4-8 14 0,0-9-24 16,4-1 20 0,17 0-6-16,2 0 0 15,2 0 11-15,0 0-9 16,-10 0-3-16,5 0 1 0,-3 0-7 15,0 0-1-15,-1 0 3 16,-5 0-4-16,5 0 8 16,-8 0-5-16,-3 0-30 0,1 0 5 15,-2-1 19 1,-4-8 0-16,0 2 10 16,0-4-13-16,0 0 4 15,5 0 22-15,0 0-10 16,-1 2 3-16,3-3 3 15,-1 5-7-15,-4-2 0 16,5 9 0-16,-7 0 4 16,0 0 8-16,5 9-5 15,-5 19 56-15,0 9-35 16,0 17 8-16,-5 5-36 16,-14 2 9-16,2-2-9 0,-2 1 0 15,7-14 0 1,-1-7 7-16,7-10-16 0,2-8-44 15,-2-8-22-15,2-12-104 16,0-1-107-16</inkml:trace>
  <inkml:trace contextRef="#ctx0" brushRef="#br0" timeOffset="-41826.77">9329 14101 626 0,'0'0'14'0,"0"0"76"0,0 0 33 0,0 0-42 0,0 0-28 15,-21 115 1-15,15-78-7 16,6-9-42-16,0-1 15 15,0-8-14-15,0-3-11 16,4 0 5-16,12-2-12 16,3-10-31-16,6-2-115 15,2-2 68-15,0 0-66 16,-2-20-28-16</inkml:trace>
  <inkml:trace contextRef="#ctx0" brushRef="#br0" timeOffset="-41396.79">9524 13864 669 0,'0'0'98'0,"0"0"-16"0,0 0 13 0,0 0-23 15,0 0 12 1,0 0-48-16,-13 0 10 16,13 0-44-16,0 0-2 15,-2 0-4-15,-4 0-49 16,-4 6-91-16,-1 2-154 15,0-3-287-15</inkml:trace>
  <inkml:trace contextRef="#ctx0" brushRef="#br0" timeOffset="-40846.89">9885 13577 207 0,'0'0'624'0,"0"0"-611"0,0 0 105 0,0 0-21 15,129-2-45 1,-79 29-36-16,-6 8-2 16,-6 10-2-16,-11 12 2 15,-9 10-9-15,-16 31 11 16,-2 13-8-16,-7 15 11 0,-28-1-15 15,-6-1 14 1,6-21-18-16,-1-26-1 0,11-31-35 16,8-29-138-16,3-17-185 15</inkml:trace>
  <inkml:trace contextRef="#ctx0" brushRef="#br0" timeOffset="-36446.59">10830 14222 751 0,'0'0'164'0,"0"0"-156"0,0 0 6 15,0 0-10-15,0 0 17 16,0 0-8-16,0 0 25 16,11 0 5-16,-4 0 39 15,9 0-19-15,1 5-32 16,6 1 5-16,1 2-35 0,-1-2 12 15,1-1-6-15,-2-4-14 16,-4-1 1 0,-5 0-15-16,1 0-22 0,-7 0-23 15,4 0-88-15,-7 0-150 16,-4-4-329-16</inkml:trace>
  <inkml:trace contextRef="#ctx0" brushRef="#br0" timeOffset="-36047.68">10910 14037 698 0,'0'0'94'0,"0"0"-24"0,0 0-3 15,0 0 19 1,0 0-1-16,0 0-3 0,70-26-23 16,-42 26-25-16,8 0-23 15,-7 0-8-15,-1 0-6 0,-3 0-31 32,-4 0-24-32,-15 0-133 0,-6 0-206 15</inkml:trace>
  <inkml:trace contextRef="#ctx0" brushRef="#br0" timeOffset="-31666.93">3504 13603 183 0,'0'0'209'0,"0"0"-196"0,0 0-7 16,0 0 6-16,0 0-11 15,0 0 26-15,0 0 18 16,0 0 3-16,0 5-1 0,0-5-16 16,0 0 31-1,0 0-20-15,0 0 22 0,0 0-30 16,0 0 13-16,0 0-38 15,0 0 1-15,0 0 8 16,0 0-16-16,0 0 20 16,0 0-19-16,0 0 17 15,0 0-18-15,0 0-2 0,0-5 4 16,0 2-4 0,5-8 5-16,1 1-3 0,1 0 9 15,-2 0-10 1,1 4 23-16,-3 2-24 0,-1 2 12 15,-2 2-9 1,6-1 0-16,-4-6-3 16,5 5 0-16,0-4-2 0,6-2 6 15,-2 0-6-15,3-2 11 16,-1 2-3-16,1 0-2 16,-6 2 8-16,5-2-9 15,1-1 3-15,-5 4-6 0,3 2 0 16,-4-4-5-1,1 5 14-15,0-2-9 16,5-4 11-16,-4 6-12 0,4-6 2 16,4 2 3-1,-2-4-2-15,-1 4-2 0,1-2 0 16,-1-2 2-16,-1 6-7 16,3-2 10-16,-3 1 1 15,-3 2 4 1,5 0-17-16,-5 1 14 0,6-3-8 15,3-2 1-15,3 2 0 0,2 1-2 16,-4-5 8 0,2 6-10-16,-3 0 20 15,2-4-19-15,-2 7 6 16,0-5 3-16,-2 1-6 16,2 4-3-16,3-1 1 15,0-3 4-15,2-2-18 0,4 2 30 16,-4-2-19-16,0-2 10 15,4 8 5-15,-8-5-9 16,-1 5 7-16,3-1-4 16,-3 1-3-16,2-5-2 15,3 4 7-15,-3-5-7 0,7-1 12 16,-2 3-15 0,-3-2 12-16,5 2-7 15,-2-1 1-15,-3-1 5 16,1 3-2-16,-3 0-1 15,2-2-8-15,-1 1 15 0,2 0-13 16,-3-2 11 0,0 5-13-16,3-3 9 15,-1 1-5-15,3 1 0 0,2 2 4 16,2 0-10-16,-2 0 12 16,0 0-8-1,-1-4 14-15,1 3-15 0,-2-3 6 16,0-1 0-1,0 1-3-15,-4 1 2 0,3-2-2 16,0 1 1-16,1 2 1 16,0-4 12-16,-2 0-18 15,2 2 12-15,-5-2-12 16,0 6 12-16,0-3-11 16,-1 2 3-16,0 0 0 0,2-2-7 15,-3 3 16 1,7 0-18-16,0 0 21 0,1-2-17 15,1-2 10-15,4 1-7 16,0-4 2-16,-8 7 0 16,2-2 0-16,0 2 6 15,-4 0-12-15,4 0 17 16,-1 0-12-16,8 0 6 16,1 0-5-16,3 0 7 15,0 0-11-15,0 0 4 16,-10 0-1-16,3 0-5 15,-2 0 12-15,-4 0 1 16,0 0 2-16,0 0-15 16,-3 0 16-16,4 0-17 15,-3-2 10-15,1-4-4 0,1 0 1 16,2 2 0-16,-3 1 5 16,2 2 4-16,-1 1 2 15,0 0-10-15,0 0 7 16,-2 0 2-16,4 0-13 15,-2 0 3-15,2 0 0 0,-3 0-2 16,-2 0 9 0,1 0-9-16,-5 0 10 15,-1 0-13-15,3 1 13 16,3 6-11-16,-4-3 7 16,4 0-4-16,0-2 0 15,-4 2 5-15,1-2-13 16,-1-2 17-16,-4 7-9 0,5-6 15 15,1 1-27 1,-4-2 22-16,3 4-20 0,-3-2 9 16,2 2 1-16,-4 0-3 15,-3-4 9-15,0 6-14 16,0-2 17-16,3 0-17 16,-1 0 17-16,-3-2-18 15,6 0 9-15,-3-2-1 16,-5 2-1-16,9-2 4 15,-5 6-6-15,-1-2 13 0,1 1-22 16,-5 1 23 0,6-1-20-16,-1 5 12 15,-1-2-6-15,1-2 5 16,-4 3-1-16,2-6 0 0,-2 0 5 16,0 7-13-1,-3-5 22-15,6 4-22 0,-1 0 16 16,-3-3-14-16,6 5 6 15,-7 3-4-15,6-4 4 16,0-1 0-16,-4 3-8 0,3-3 18 16,-1 1-12-1,-3 0 12-15,4-1-15 0,-3 2 13 16,1-1-13 0,0 0 5-16,-1-2-2 0,-3 2 0 15,1 0-6 1,-1 0 1-16,-1 4 14 0,0 3-3 15,1 0 0-15,1-1 3 16,-1-1-6-16,-1-6-1 16,0-3 0-16,-3-2 2 0,-2 0-9 15,2-4 14 1,-2 0-22-16,0 0 15 16,0 0 0-16,0 0-63 15,0 0-62-15,0 0-155 16</inkml:trace>
  <inkml:trace contextRef="#ctx0" brushRef="#br0" timeOffset="-30726.54">7410 13537 183 0,'0'0'130'0,"0"0"-4"0,0 0-14 0,0 0-23 16,0 0-8-16,0 0 24 15,-13 0-54-15,13 0 1 16,0 0-37-16,0 0 22 16,0 0-17-16,0 0 7 0,0 0 16 15,0 0-2 1,0 0 1-16,0 0-31 0,0 0 15 15,0 10-22-15,0 4 18 16,11 2-14-16,2 3 0 16,-2-4-7-16,3 1 2 15,-1-2-6 1,-1-2 12-16,1 3-16 0,-3-3 20 0,4-1-17 16,-1 1 13-1,-1 1-13-15,-6-3 4 16,3-9-2-16,-5 2-2 15,-1-3-13-15,-1 0 15 0,-2 0 2 16,2 0 5 0,-2-4 1-16,5-14 28 15,-3-4-31-15,5-5 12 0,-1-3-13 16,3 3-2 0,1-10 0-16,-2 1 8 0,1-4-13 15,-5 2 22-15,8 9-26 16,-10 12 17-16,2 9-15 15,-4 6 7-15,0 2-14 0,0 0-6 16,0 4-13 0,0 16 0-16,-6-2-137 15,-8 6-181-15</inkml:trace>
  <inkml:trace contextRef="#ctx0" brushRef="#br0" timeOffset="-25246.63">12011 13954 195 0,'0'0'124'0,"0"0"-107"0,0 0 146 16,0 0-71-16,0 0-29 0,0 0-29 15,0 0 23 1,-9 0-3-16,9 0-26 0,0-4 12 15,0 4-14-15,0 0 11 0,0 0-17 16,0 0 31 0,0 0-10-16,0 0-1 0,0 0-23 15,0 0-3 1,0 0 5-16,0 0-11 0,0-4 22 16,0 2-25-1,0-2 24-15,-2 0-26 16,2 4 22-16,0-2-14 0,0 2 9 15,0-4-14 1,0-4-3-16,0-8-6 0,0-4 13 16,0 0-13-1,11-5 12-15,2 2-18 0,3-1 14 16,-1 6-8-16,-3 0 3 16,1 12-3-16,-7 3-1 15,0 3-19 1,-6 0 7-16,4 4-24 0,-2 19 32 15,-2 7 2-15,0 10-4 16,-6 10 6-16,-26 12 3 0,-6 4-10 16,-6 5-3-16,-4-7 12 15,9-14 0 1,7-18-18-16,6-12-8 0,6-15 27 16,6-5-36-1,8 0 21-15,4 0 16 16,2 0 1-16,0 0 16 15,0 0-16-15,10 0 26 0,15 0-25 16,2 5 40-16,2 15-41 16,2 4 13-16,0-2-11 15,-2-4-6-15,-2-9 0 16,-3 0-5-16,-2-9 5 16,-1 0 3-16,-2 0-7 15,2 0 19-15,8-24-21 16,-5-9 9-16,-1 2-6 15,-6 4-48-15,-8-4-30 16,-9 13-63-16,0 8-59 16</inkml:trace>
  <inkml:trace contextRef="#ctx0" brushRef="#br0" timeOffset="-20360.79">3553 13575 193 0,'0'0'148'0,"0"0"-137"0,0 0-4 0,0 0 4 15,0 0 13-15,0 0-8 16,0 0 7-16,-20 2 11 16,20-2 67-16,-2 0-14 0,0 0-28 15,0 0-18 1,-1 0-32-16,3 0 8 15,-2 0-9-15,2 0-8 16,0 0 3-16,0 0 14 16,0 0 23-16,0 0-18 0,0 0 11 15,0 0-31-15,0 0-2 16,0 0 12-16,0 0-7 16,0 0 1-1,0 0 12-15,0-2-12 0,0 0-2 16,0-2 14-16,0-4-11 15,2 0 16-15,7-2-17 16,-2 0 2-16,4 0-4 0,-2-2 4 0,2-2-3 31,2 0-1-31,-1 0 10 0,-1 0-10 16,-1 4 2 0,2-2 2-16,-1 0 2 15,7-1-9-15,-3-8 8 16,1 9-4-16,-1-2-4 0,2 0 2 15,-2 4-2-15,-1-5 9 16,3 5-7-16,1-5 23 16,2-2-20-16,4 2 8 15,-3-2-14-15,-1 2 20 16,-1 0-19-16,0 5 0 16,1-4 7-16,-3 9-4 15,-1-4-8-15,6 1 16 16,3-2-14-16,-3-2 11 15,5 2-6-15,4-3 0 0,0 0-2 16,5 1-1-16,-3 0-1 16,-6 2-1-16,0 2 4 15,-5 2-16-15,7 0 21 16,-3 2-14-16,-1 2 14 16,6-2-5-16,-2-2-2 15,0 1 0-15,0-1 0 16,-4-1 5-1,-3-3-9-15,5 8 18 0,-3-2-17 0,1 0 14 16,0 0-15 0,2-2 6-16,4-4-4 0,6-4-1 15,5-6 3 1,3 2-2-16,0-4 11 16,-3 1-10-16,-6 6 10 0,-5 4-7 15,-7 7 5-15,-2 2-14 16,3 2 13-16,2-1-6 15,4-1 0-15,0-4 4 16,9-3-15-16,0 0 24 0,1-2-18 16,-1 4 16-1,-3-1-22-15,1-1 27 16,-7 8-18-16,0-4 2 16,4 1 0-16,-2 0-4 15,2-1 13-15,1-2-12 16,-5 1 17-16,-2 0-19 15,0 0 16-15,5 0-21 16,1 0 10-16,3-2 0 16,2 2-1-16,0-2 7 0,0-2-13 15,1 4 18 1,-1-2-21-16,4 6 27 0,-9-2-27 16,-6 0 16-1,2 2-12-15,6 2 6 0,3 0-2 16,2 0-6-16,1 0 8 15,-4 0-1-15,-1 0 14 16,0 0-20-16,3 0 18 0,-2-4-19 16,-3 0 8-1,-7 4 0-15,2 0 0 0,-2 0 6 16,0 0-10 0,2 0 14-16,-2 0-11 0,3 0 12 15,1 0-18 1,-2 0 14-16,5 0-12 0,-5 0 5 15,-4 0 0 1,-1 0-1-16,6 0 2 0,-6 0-9 16,-1 0 21-16,1 0-22 15,1 0 22-15,4 0-19 16,2 0 6-16,4 0-2 16,3-3 1-16,-3-3 1 15,6 5-5-15,-5-5 17 16,-3 6-18-16,-3-1 25 0,-5 1-34 15,-3 0 24 1,-2 0-16-16,3 0 7 16,-1 0-1-16,1 0 0 0,6 0 2 15,-2 0-5-15,0 0 12 16,0 0-16 0,-3 1 25-16,3-1-31 0,2 5 16 15,-2-4-2 1,2 3 0-16,3-1 2 0,-5 4-9 15,0-3 16-15,0-2-13 0,-4 4 18 16,6-2-23 0,-4 0 12-16,2-2-6 15,2 2 3-15,2-1 0 16,3-2-6-16,1 5 14 16,2 0-18-16,-1-2 22 15,4 2-10-15,-3 0 0 0,0 0 2 16,-8 0-4-1,-2 4-1-15,0 0-8 0,-3 0 9 16,1 0 0-16,0-2 10 16,-2 4-14-16,1-2 17 15,-1 3-22-15,-1-2 18 16,5 2-18-16,-7-1 8 16,-1-2-6-16,-2 3 4 15,0-2 0-15,-3 5-3 16,-1-2 12-16,1-5-13 15,1 8 21-15,3-9-19 16,0 8 7-16,0-2-4 16,-2 0 0-16,2 0 2 0,-2 2-1 15,-3-2 2 1,1-2-15-16,-3 2 27 0,-1 0-24 16,1-4 13-16,-2 4-4 15,-2-4-5-15,2 2 7 16,-2-4 0-16,-2 0 4 15,2 2-8-15,2 1 12 16,0 1-11-16,-4-1 13 16,1-3-20-16,-1 6 11 15,-5-3-8-15,6 0 7 16,-4 2 0-16,0-4 0 16,3 3 5-16,-5-1-6 15,2 1 14-15,6-1-24 16,-8-2 21-16,4 4-20 0,-1-2 12 15,-5 1-3-15,2 0 1 16,-2 0 0-16,0-2-5 16,0 2 14-16,0-4-6 15,0 8 2-15,0 2-8 16,0-4 12-16,0 2-12 16,0-4 3-16,0-8-5 15,2 2 2-15,-2-6-17 16,4 0 4-16,-4 0-49 0,0 0-36 15,0 0-129-15,0 0-433 16</inkml:trace>
  <inkml:trace contextRef="#ctx0" brushRef="#br0" timeOffset="-19366.59">8957 13364 108 0,'0'0'322'0,"0"0"-267"0,0 0 32 0,0 0-20 15,0 0 27 1,0 0-9-16,0-9 14 15,4 9-41-15,2 0-4 0,1 9 8 0,0 4-31 16,-2-3-2 0,3 8-27-16,-1-2 19 15,-1 0-15-15,-1-2 11 16,0 0-12-16,-1 0 15 16,-4-2-4-16,4 5-12 15,1-6-1-15,-1-1 0 16,-2-6-6-16,6 0 14 15,-6-4-22-15,0 0 15 0,0 0-9 16,0 0 10-16,7-8-4 16,5-12 3-1,-1-4-3-15,1-3 7 16,-4-4 0-16,3 5 2 16,-1 0 1-16,1 3-13 0,3 5 6 15,-5 0-4 1,0 4 0-16,-2 3-1 0,-4 0-1 15,1 8 4 1,-2-2-9-16,-4 4 17 0,0 1 4 16,0 0-12-16,0 0 4 15,3 0 1-15,-3 0-9 16,0 0 2-16,0 0 0 16,0 0-7-16,0 0 5 15,0 0-8-15,2-2-16 0,-2 2 7 16,2-4-39-1,0 1 23-15,3-1-67 0,-5 3-62 16,0 1-235-16</inkml:trace>
  <inkml:trace contextRef="#ctx0" brushRef="#br0" timeOffset="-10757.02">12624 14402 424 0,'0'0'57'0,"0"0"23"16,0 0-23-16,0 0-32 0,0 0-2 16,0 0 11-1,0 0 16-15,-4 28-8 0,4-28 46 16,0 0-13-16,0 0 24 0,0 0-61 15,0-3 3 1,0-21-39-16,10-15 25 16,11-17 11-16,0 1-12 15,4 1 10-15,-7-2-28 16,3 8 4-16,-6 1-1 16,-2 10-22-16,-2 10 9 0,-4 7-13 15,-3 14-12 1,-4 6-33-16,0 0-36 0,0 8-189 15,-2 10-170-15</inkml:trace>
  <inkml:trace contextRef="#ctx0" brushRef="#br0" timeOffset="-10286.72">12472 14258 790 0,'0'0'104'0,"0"0"-10"0,0 0 26 16,0 0-77-16,152 50-3 16,-110-42-39-16,-1-1 5 15,-4-5-2-15,-1-2-4 16,-3 0 0-16,-4 0-40 16,-2 0-54-16,-4-9-84 15,-11 4-96-15</inkml:trace>
  <inkml:trace contextRef="#ctx0" brushRef="#br0" timeOffset="-9226.51">13299 14396 393 0,'0'0'12'0,"0"0"-12"16,0 0 8-16,0 0 70 0,0 0 25 16,0 0-20-1,-23 0 5-15,21 0-8 0,-2 0-19 16,4 0-34-1,0-14 18-15,0-3-33 0,0-9 26 16,15-5 8-16,10-2 5 16,4-9-27-16,4-2-14 15,3-4 19-15,0-4-9 16,2 2-14-16,-5 0 2 16,-2-3 0-16,-4 8-7 15,-5 0-1-15,-6 5 1 16,-12 6-1-16,-4 1-7 15,0 3-4-15,-2 5 7 16,-18 9-12-16,-4 0 10 16,1 8-3-16,-1 4-3 0,1 4 8 15,1 0-5-15,4 0 5 16,0 13 0-16,7 6-1 16,5 3-24-16,1 6 20 15,5 3-13-15,0 7 15 16,0 4-31-16,0-3 7 0,11 5-55 15,7-3 26 1,-2-1 28-16,-3 6 26 0,-2-2 4 16,-4 4 4-1,-3 2 12-15,-4-2-14 0,0-2 22 16,-4-9-18 0,-16 2 7-16,-11-12-9 0,-5 0 1 15,-6-9 15 1,0-4 3-16,-3-9-21 0,3 2 0 15,1-7-11-15,5 2-79 16,9-2-76-16,10 0-251 16</inkml:trace>
  <inkml:trace contextRef="#ctx0" brushRef="#br0" timeOffset="-8390.84">13962 14087 380 0,'0'0'176'0,"0"0"-103"16,0 0-6-16,0 0 10 0,0 0-18 15,0 0 22-15,-35 94-51 16,26-59 15-16,3 13-20 16,-2-9 6-16,4-3-2 15,-2-6-11-15,6-9-8 16,0-8-5-16,0-2-10 16,18-10-8-16,9-1-1 15,4 0-32-15,4-1 14 16,-1-22-101-16,-3 0-61 0,-6-8-171 15</inkml:trace>
  <inkml:trace contextRef="#ctx0" brushRef="#br0" timeOffset="-7977.06">14037 13841 684 0,'0'0'458'0,"0"0"-416"0,0 0 10 15,0 0-32-15,0 0-20 0,0 0-62 16,2 0-84 0,-2 0-316-16</inkml:trace>
  <inkml:trace contextRef="#ctx0" brushRef="#br0" timeOffset="1366.56">4799 14712 271 0,'0'0'42'0,"0"0"-26"16,0 0 32-16,0 0-5 0,0 0 15 15,0 0-33-15,0 0 23 16,0 0-3-16,0 0-7 16,0 0 13-16,0 0-10 15,0 0 14-15,0 0-45 16,0 4 44-16,0 2-30 15,0-1 6-15,0 2-7 16,0-2-10-16,0-4-4 16,0 2-3-16,0 2 5 0,0-1-2 15,0 5 7 1,0 1-11-16,2-1 9 0,2 1 4 16,1 2-14-1,1-2 4-15,-1 2 0 0,0-6-12 16,1 2 18-16,-1 1-19 15,-1-1 10-15,8 2-4 16,-6-1 8-16,3 5-8 0,-1 3 2 16,2-6 6-1,-1 4 14-15,1-5-23 0,0-2 24 16,1-2-21 0,2 5 19-16,3-2-19 0,-1 5 12 15,1-6-13 1,1 3 4-16,2-4-6 0,-3 3 6 15,1-6-11 1,-5 0 10-16,5 2 5 0,-3 2-4 16,-1-6 8-16,2 7-13 15,1-2 5-15,2 1-4 16,2 2-2-16,4-2 0 16,1 3 11-16,0-2-17 15,-2 3 18-15,2-6-16 16,-2 2 8-16,-3 1-6 0,-1-3 2 15,2-3 0-15,-2 5-2 16,0-2 4-16,5 1-7 16,-1 3 13-16,1-10-13 15,2 7 14-15,1-1-10 16,-2 0 10 0,2 7-14-16,-2-5 5 0,-2-2 0 15,2-2-2-15,-2 3 11 16,-1-2-3-16,0-4 2 15,2 2-16-15,1 3 16 16,0-6-11-16,4 4 9 16,-2-4-6-16,1 0 0 15,1 0 2-15,-2 0-10 16,-1 0 21-16,-1 0-25 0,2 0 25 16,0 0-21-1,0 0 16-15,4 0-14 0,-5 0 6 16,1 0 0-1,0 0-3-15,-1 0 9 0,1 0-13 16,2 0 22-16,0 0-23 16,-2 0 18-16,2 0-20 15,-3 0 6-15,1 0 4 16,0 0 0-16,2-4 1 16,-2-2-6-16,2 3 13 15,-2-3-9-15,0 3 8 16,-4-1-13-16,-2 2 10 15,5-2-6-15,-3 0 2 16,4 0 0-16,-3-6 0 0,-4 6 5 16,7-5-16-16,-2 1 18 15,-6 3-15 1,1-8 11-16,1 5-4 0,-6-2 2 16,3 2 0-1,-1-2-1-15,2 9 0 0,-2-6-5 16,1 1 16-16,-2 2-13 0,4-2 12 15,0 1-17 1,-3-1 11-16,4-3-4 0,-1 3 0 16,-1-4-3-1,2-1-2-15,-3 3 10 0,2-1-12 16,-2 3 23 0,-1-6-23-16,1 6 14 15,-2-7-12-15,4 5 6 16,-2-3-2-16,-1 3 1 15,4-9 0-15,-3 8-3 16,1-5 12-16,0 4-17 0,-2 2 16 16,-1-4-6-16,1 2 3 15,-1 0-1-15,-3-4-4 16,1 4 0-16,-3 4-1 16,-5 2 12-16,0-2-29 15,-2 6 17-15,0-3-1 16,1 2-15-16,-3-3-3 15,2-5-69-15,-4-5-163 16,0-3-386-16</inkml:trace>
  <inkml:trace contextRef="#ctx0" brushRef="#br0" timeOffset="2103.33">7359 14743 276 0,'0'0'39'0,"0"0"-25"0,0 0 36 16,0 0-3-16,0 0-8 15,0 0 14-15,-4 9 29 0,4-9 14 16,0 0-34-16,0 0 16 15,0 5-34-15,0-4 16 16,0 2-23-16,2-3 15 16,8 0-11-16,9 0-3 15,-2 0 0-15,8-3-12 0,-1-7 26 16,-1 2-44 0,-4 4 11-16,4 1-14 15,-5 0-6-15,-3 3 1 16,1 0-4-16,-7 0 3 15,0 0-21-15,-3 9 20 0,-1 9 0 16,-5 2 2-16,0 10 0 16,0-7 16-16,0 2-15 15,-11-3-2-15,2-6-2 16,2-4-8-16,5-8 2 0,2 2-35 16,0-3-27-1,0 10-136-15,0-3-56 0,0-6-201 16</inkml:trace>
  <inkml:trace contextRef="#ctx0" brushRef="#br0" timeOffset="9777.84">14509 14261 354 0,'0'0'49'0,"0"0"3"0,0 0-11 15,0 0 33-15,0 0-19 16,0 0-52-16,0 0 9 0,0-20-6 16,0 18 14-1,0 2 2-15,0 0 49 16,0 0-9-16,0 0 7 0,0 0-26 15,0 0-15-15,0 0-11 16,0 0-15-16,0 0 29 16,0 0-26-1,0 0 23-15,0 0-13 0,0 0 20 16,0 0-14 0,4 0-6-16,18 0-9 15,10 0 13-15,5 0 22 0,11 0-29 16,-4 0 16-16,-7 0-27 15,-6 0-2-15,-8 0-10 16,-9 0-18-16,-3-6-27 0,-9 4-165 16,-2-4-491-16</inkml:trace>
  <inkml:trace contextRef="#ctx0" brushRef="#br0" timeOffset="14059.3">15267 13854 11 0,'0'0'405'0,"0"0"-345"16,0 0-44-16,0 0 10 15,0 0 1-15,0 0-13 0,0 0 18 16,0 0-4-16,-3 0 38 15,3 0 0-15,0 0 10 16,0 0-33-16,-2 0 1 16,2 0-26-16,0 0 0 15,-3 0 0-15,3 0-11 16,0 0 21-16,0 0-11 16,0 0 44-16,0 0-45 0,0 0 25 15,0 0-33 1,0 0-1-16,0 0-7 0,0-4 0 15,12-2 10 1,3 1 1-16,5 2 12 16,-5 3-12-16,4 0-17 0,-3 0 7 15,-3 10-2-15,-5 8-14 16,-3 1-1-16,-5 4 11 16,0 5 5-16,0 0-1 15,0-6 15-15,-5 2-19 16,-1-4 15-16,6-1-16 0,-2-9 11 15,2-5-10 1,0-2 3-16,0 1-15 0,0-1 5 16,10 5 12-1,13 1 11-15,2 3 0 16,4 1-19-16,-2 6 15 16,-6 1-14-16,-3 4 2 0,-1 0-1 15,-11 2 2 1,-6 5 4-16,0 2-6 0,-2 5 14 15,-27 2 6 1,-5 5-14-16,-6-10 14 0,0-2-8 16,2-12-5-16,-3-8-1 0,-1-9-25 15,0-4-39 1,0-4-64-16,6-19-160 16</inkml:trace>
  <inkml:trace contextRef="#ctx0" brushRef="#br0" timeOffset="17873.14">15761 14203 418 0,'0'0'84'0,"0"0"-43"0,0 0-16 0,0 0 5 16,0 0-23 0,0 0 26-16,0 0 30 0,0-2 10 15,0 2 13 1,0 0-20-16,0 0-12 0,0 0-29 15,0 2 20 1,-2 11-23-16,-2 10 17 0,-6 3-19 16,6 8-7-16,-5 4 6 15,7 2-14-15,2 2 23 16,0-3-26-16,0-1 23 16,2-6-19-16,11 0-12 15,7-3-3-15,-2-4-11 0,2-5-30 16,3-10-74-16,-1-10-85 15,0 0-110-15,-2-15-153 16</inkml:trace>
  <inkml:trace contextRef="#ctx0" brushRef="#br0" timeOffset="18339.29">15890 13944 372 0,'0'0'669'0,"0"0"-583"0,0 0-11 0,0 0-15 0,0 0-60 16,0 0-36-1,0-10-19-15,0 3-163 0,0 2-184 16</inkml:trace>
  <inkml:trace contextRef="#ctx0" brushRef="#br0" timeOffset="21663.1">4808 14721 377 0,'0'0'9'0,"0"0"36"0,0 0-11 0,0 0 15 16,0 0 9-1,0 0 2-15,0 0-23 0,0 0 13 16,0 0-26-16,0 0-13 16,0 0 17-16,0 0-18 15,0 0 4-15,0 0 11 16,0 0 18-16,0 0-33 16,0 1-8-16,0 4 5 15,0-5-14-15,0 7 14 16,0 2-3-16,0 6 2 15,4-1-4-15,-2 4 9 0,0-1-5 16,0 0 12-16,-2 0-5 16,3-3 6-1,-3 2-7-15,7 0-10 0,-1-4-2 16,1 0 5 0,-1 4-10-16,2-4 14 0,-2 4-5 15,3 1 2-15,0 2 4 16,2-1-3-16,0 4 6 15,3 2-10-15,-3-2-3 16,0-2 0-16,0-4 6 16,0 4-11-16,2-6 11 0,-1-2-12 15,-1-2 11-15,0-2-9 16,5 2 4 0,0 7 0-16,1-9-3 0,1 6 3 15,1 3-6 1,2-2 15-16,-3-1-18 0,-3-2 21 15,3 2-23-15,-2-6 20 16,2 2-9-16,-1 0 0 16,6 5 2-16,-1-8-4 0,3 1 5 15,1-2-11 1,1-4 12-16,2 8-6 16,0-5 4-16,-2 0 1 15,-1 1 3-15,1 8-6 16,-2-4 15-16,-3 0 0 0,2 2 15 15,1-4-27 1,2 2 18-16,0 0-10 16,4-1-19-16,0-5 21 0,2-1-15 15,1 0 4-15,6-2 7 16,-1 9-3-16,6-6-3 16,2 2 13-16,-2-3-7 0,1-2-11 15,-3 3 12 1,1-4-14-16,-3 0 9 15,3 0-2-15,-2 0-1 0,-1 0 2 16,-3 0-8 0,1 0 11-16,-1 0-7 0,5 4 16 15,-1 3-17 1,1-1 9-16,-1 3-12 16,0-4 4-16,1-5 0 15,5 4-6-15,6-4 13 0,2 0-3 16,2 0 2-1,0 0 3-15,-1 0-3 16,-3-4-12-16,-3 4 6 0,0-5 0 16,-4 5 0-16,-5 0 4 15,1 0-14-15,1 0 22 16,-1 0-17-16,1 0 18 16,-2-4-26-16,3 0 19 15,-1-3-11-15,4 0 5 16,-2-1 0-16,1 0-8 0,5 6 17 15,-6 2-10-15,-4 0 10 16,-1 0-13-16,-1 0 8 16,-3-4-8-16,-1-6-2 15,-3 3-5 1,-4-8 7-16,2 3 4 16,0 2-8-16,1-1 17 0,4 5-11 15,-5 1 9-15,9-3-9 16,-2 2 10-16,2 4-15 0,3 0 7 15,-2-2-7 1,2-5 6-16,-3 5-10 16,-4-5 2-16,-3-1 2 15,-4 2 4-15,-2-2 6 16,-2 5-7-16,-1-3 5 16,-4 1-1-16,0 1 0 0,1-2-9 15,-2-2 8 1,1-2-10-16,5-2 0 0,-3 0 22 15,0-2-19-15,1 4 20 0,2 4-16 16,-6 0 4 0,10-5 0-16,-4 4-1 0,6-5 6 15,-2-5-18 1,2-7 25-16,-2 2-15 16,-2-6 6-16,4 8 2 15,-9 4-4-15,0 2 11 16,-4 5-12-16,-2 3-4 0,0-9 0 15,1-2 2-15,-1 1-9 16,-1-3 22-16,-3 4-22 16,-4 10-2-16,-3 3-31 15,-5 4-76-15,0 0-107 16,0 0-397-16</inkml:trace>
  <inkml:trace contextRef="#ctx0" brushRef="#br0" timeOffset="22415.4">9092 14812 578 0,'0'0'175'0,"0"0"-160"0,0 0 26 0,0 0-2 15,0 0 42-15,0 0-34 16,110-5 4-16,-83-8-4 16,4 3 21-16,0 3-39 15,2-4-27-15,-6 6 20 16,-10 2-8-16,-3 3-27 0,-7 0 19 16,-7 0-12-1,0 16 11-15,0 11-5 0,0 9 19 16,0-2-16-16,0 6-1 15,0-6 6-15,0-11-9 16,0-2 2-16,0-11-2 16,0-5-41-1,0-5-15-15,0 0-95 0,4 0-145 16</inkml:trace>
  <inkml:trace contextRef="#ctx0" brushRef="#br0" timeOffset="27323.15">16380 14396 515 0,'0'0'141'0,"0"0"-89"0,0 0 14 16,0 0-42-16,0 0-15 16,0 0-9-16,0 0 0 15,0 3 4-15,0-3 9 0,0 0 58 16,0 0-21 0,0 0 16-16,0 0-20 15,0 0-6-15,0 0-7 16,0 0-29-16,0 0 14 0,13 0 1 15,14 0 41 1,11 0-39-16,9 0 27 0,13 0-19 16,9 0 1-1,0 0-17-15,-5-3-13 0,-8-3 0 16,-13 2-17-16,-11 0-4 16,-11 4-45-16,-7 0 11 15,-14 0-175-15,0 0-506 16</inkml:trace>
  <inkml:trace contextRef="#ctx0" brushRef="#br0" timeOffset="31725.37">17338 14702 485 0,'0'0'140'0,"0"0"-69"0,0 0 19 0,0 0-10 15,0 0 10-15,0 0-63 16,0 0 12-16,5 0 36 15,-5 0-30-15,0 0-3 0,0 0-30 16,0-6 23 0,0-11-35-16,8-6 25 0,0-9-18 15,0-9 3 1,1-12 3-16,-3-5 0 16,6-5 14-16,-5 1-16 15,-5 2 21-15,4 0-26 0,-1 4-2 16,0 4 1-16,-1 5-10 0,5 14-5 15,-7 10 9 1,5 11-3-16,-5 10-2 0,-2 2 5 16,0 0-34-1,0 9 11-15,-5 23-18 16,-16 3 37-16,-6 8-50 16,-4 0 32-16,2-4 2 15,2-3-7-15,4-4-34 16,6-6-46-16,5-12-104 15,8-9-385-15</inkml:trace>
  <inkml:trace contextRef="#ctx0" brushRef="#br0" timeOffset="32343.09">17644 14127 720 0,'0'0'110'0,"0"0"-57"0,0 0-51 0,0 0 18 0,0 0 70 16,0 0-29-16,79-6-18 15,-60 6-39-15,-9 0 21 16,2 0-25-16,-8 6-8 16,-4 16-14-16,0 10 18 15,0 8-7-15,-20 4 21 16,-7 2-19-16,1-2 18 16,-5 0 4-16,11-7-11 15,-1-1 28-15,8-9-20 16,7-4 8-16,6-5 4 15,0-6-9-15,15-6 3 0,18-4-10 16,10-2 2 0,6 0 9-16,2 0-3 0,-4-2-10 15,-7-3-4 1,-8 5 0-16,-9 0-18 16,-7 0-1-16,-7 17-30 15,3 2-1-15,-12-2-163 0,0-1-133 16</inkml:trace>
  <inkml:trace contextRef="#ctx0" brushRef="#br0" timeOffset="37883.32">18205 14355 263 0,'0'0'94'0,"0"0"17"15,0 0-28-15,0 0-30 0,0 0 10 16,0 0-29-1,0 0 15-15,6-18-18 0,-6 18 13 16,0-5-6-16,0 2-11 16,0-1 22-16,5 2-24 15,-5 0 31-15,0 2-53 0,0 0 29 16,0 0-20 0,0 0 18-16,0 0-23 0,0 0-3 15,0 0 15 1,0 0-9-16,0 0 13 15,0 0-22-15,0 0 20 16,0 6-9-16,0 19-11 0,-5 14 0 16,-5 16 13-1,-6 5-14-15,3 4 19 0,4-12-11 16,7-6-6-16,2-12 2 16,0-6 7-16,6-10-22 15,21-9-2-15,9-8 2 16,10-1 2-16,16-10-19 15,8-26-60-15,-3-8-147 16,-9-8-624-16</inkml:trace>
  <inkml:trace contextRef="#ctx0" brushRef="#br0" timeOffset="38585.3">18223 14097 701 0,'0'0'204'0,"0"0"-135"0,0 0-2 0,0 0-63 16,0 0-4 0,0 0-18-16,4 12-74 0,-1-12-61 15,-3 0-127-15</inkml:trace>
  <inkml:trace contextRef="#ctx0" brushRef="#br0" timeOffset="39639.17">18641 13703 64 0,'0'0'447'0,"0"0"-349"16,0 0-51-16,0 0-12 0,0 0-26 16,0 0 34-16,-6 0 5 15,6 0 32-15,0 0 2 16,0 0-10-16,0 0 27 16,0 0-77-16,0 0 13 15,0 0-31-15,6 0 17 16,11-6-18-16,-2 0 12 15,-1 5-13-15,1 1 1 16,-4 0-3-16,-2 0 5 0,-2 4-20 16,-1 11 7-1,-2 3 1-15,-4 4-14 0,0 3 16 16,0-2-11 0,0 13 6-16,-19 1 8 0,-6 1 2 15,0 0-5 1,-1 0 16-16,6-1-12 0,2-10 9 15,11-1 3-15,3-3-10 0,4-11 12 16,0-2-5 0,0-8-8-16,20-1 9 0,14-1-5 15,10 0 50 1,2 0-36-16,4-1 13 16,-8 1-24-16,-8 0-8 15,-8 0 1-15,-10 0-27 0,-7 12 5 16,-9 4-27-1,0 4 14-15,0-2-61 0,0-4-86 16,-11-4-422-16</inkml:trace>
  <inkml:trace contextRef="#ctx0" brushRef="#br0" timeOffset="48163.25">10467 16330 390 0,'0'0'0'0,"0"0"-26"0,0 0 26 16,0 0 34-16,0 0 60 0,0 0 20 16,0 0-28-16,0 4-14 15,0-4-5-15,0 0-46 16,0 0-4-16,0 0-8 15,0 0-3-15,0 0 22 16,0 0 25-16,0 0 0 16,0 0 20-16,0 0-24 0,0 0-24 15,0 0 1 1,-2 0-24-16,2 0 32 0,0 0-29 16,0 0 28-1,9 0-28-15,22 4 21 16,11 5-2-16,7-9-17 0,3 0-7 0,-6 0 10 31,-5 0-20-31,-10 0-16 16,-7 0-4-16,-4 0-19 0,-7 0-41 0,-8 0-199 15</inkml:trace>
  <inkml:trace contextRef="#ctx0" brushRef="#br0" timeOffset="48731.9">10521 16098 832 0,'0'0'75'0,"0"0"-35"0,0 0 23 0,0 0 20 0,0 0-11 0,0 0 16 15,122 8-46 1,-65-8 24-16,1 0-39 0,-4-4-22 16,-9-6-5-16,-7 10-25 15,-9-5-7-15,-10 5-37 16,-11 0-13-16,-8 0-228 0</inkml:trace>
  <inkml:trace contextRef="#ctx0" brushRef="#br0" timeOffset="67943.36">11550 15927 139 0,'0'0'107'15,"0"0"-79"-15,0 0 30 0,0 0 2 16,0 0-23-16,0 0-17 16,0 0-20-16,0 0 1 15,0 0 30-15,0 0-13 16,0 0 24-16,0 0 7 15,0 0 0-15,0 0-20 0,0 0 21 16,0 0-7-16,0 0 5 16,0 0-18-16,0 0-11 15,0 0-9-15,0 0-4 16,0 0 17-16,0 0-15 0,0 0 26 16,0 0-13-1,0 0 12-15,0 0-3 0,0 0 12 16,0 0-6-16,0 0-23 15,0 0 29 1,0-14-36-16,8-1 6 16,11-10-10-16,3 0 3 15,9 2 0-15,-5-3-3 16,3 16-2-16,-6 6 5 0,-5 4-11 16,-3 0 9-16,-3 8-14 15,-6 14-2 1,-6 11 11-16,0 11-24 0,-4 10-12 15,-25 4-2-15,-6 4-12 16,-11 8 23-16,0-6 22 16,-5-2 7-16,-1-7 4 15,4-7 13-15,7-12-15 16,10-10 14-16,13-8-16 16,14-8 13-16,4-6-4 15,9-4-1-15,26 0 1 0,12 0 14 16,6 0 45-1,1 3-56-15,-5 2 16 16,-5 5-19-16,-8 0-1 0,-3 7-6 0,-2-9-2 16,-4 9 0-1,-2-3-4-15,-5-3-1 16,-7 0-31-16,-2-1 23 16,-6-2-87-16,-5-6-35 15,0 0-256-15</inkml:trace>
  <inkml:trace contextRef="#ctx0" brushRef="#br0" timeOffset="77633.35">12477 15940 247 0,'0'0'85'0,"0"0"-83"0,0 0 10 15,0 0 64-15,0 0 3 16,0 0-18 0,0 0 13-16,0-13-36 0,0 13 25 15,0-4 0 1,0 4-27-16,0 0 5 0,0-4 16 15,0 4-2-15,0 0-18 16,-3 0 16-16,3 0-46 16,-2 0-7-16,-4 4 2 15,4 13 7-15,-6 2-3 16,2 12 2-16,-3 1 7 16,0 8-6-16,0 4 8 15,-2 0-16-15,7-4 5 0,-1-4-3 16,3-14-6-16,2-8-45 15,0-14-33-15,0 0-108 16,2-14-101-16,7-11 1 16</inkml:trace>
  <inkml:trace contextRef="#ctx0" brushRef="#br0" timeOffset="77972.25">12366 16026 622 0,'0'0'62'0,"0"0"96"0,0 0-28 16,0 0-54-16,0 0 8 0,0 0-57 16,129 10 6-1,-108-3-19-15,2-7-13 0,-5 0-1 16,4 0-13 0,-4 0-18-16,9 0-28 15,-7-9-41-15,2-7-115 16,0 2-183-16</inkml:trace>
  <inkml:trace contextRef="#ctx0" brushRef="#br0" timeOffset="78755.19">13096 15815 622 0,'0'0'61'0,"0"0"-61"0,0 0-13 16,0 0-7-16,0 0 20 15,0 0 26-15,-111 44 26 0,89-24 30 16,-1 3-20-16,10 2-15 16,3-3-30-16,4 5-6 15,6-4-11 1,0 0 10-16,0-5-26 0,18-4 28 16,2-2-20-1,6-4 8-15,3-2 0 0,12 1-6 16,6 8 6-16,-2-3 8 15,-3 5-7-15,-9 6-2 16,-8 0 2-16,-12 0-12 0,-9 7 1 16,-4-2-3-1,0 4 8-15,-15 2 5 0,-14 7 15 16,-9-5-9 0,-3 0 12-16,-5-6-8 0,6-2 28 15,-1-14-33 1,12-11-10-16,6-3-21 15,7-6-98-15,5-19-41 0,7-5 57 0,0-3-124 16</inkml:trace>
  <inkml:trace contextRef="#ctx0" brushRef="#br0" timeOffset="79053.09">13108 15881 893 0,'0'0'67'0,"0"0"-34"0,0 0 82 0,142 24-91 0,-93-24-21 16,-1-9-3-1,-7-10-35-15,-10-2-54 16,-11 13 6-16,-11-1-170 0</inkml:trace>
  <inkml:trace contextRef="#ctx0" brushRef="#br0" timeOffset="79834.9">13854 16012 399 0,'0'0'385'0,"0"0"-335"0,0 0 31 15,0 0-76-15,0 0 0 16,0 0 7-16,-45 130-5 15,36-91 19-15,7-2-3 0,2-3 15 16,0-6-33 0,11-6 1-16,18-7-6 15,4-8-1-15,8-2-12 16,1-5 7-16,3 0-14 16,-5-18-25-16,-3-9-7 15,-10 1-53-15,-12-1-2 16,-9 4-210-16</inkml:trace>
  <inkml:trace contextRef="#ctx0" brushRef="#br0" timeOffset="80533.36">13996 15749 679 0,'0'0'80'0,"0"0"-6"16,0 0-14-16,0 0-13 0,0 0 3 15,0 0-35 1,0-8 19-16,0 6-6 16,0 2 43-16,0 0-53 0,0 0 2 15,0-4-5 1,0 0-15-16,0 0-9 0,0-7-15 15,0 4 14-15,0-1-58 0,0 6 58 16,0 2-11 0,0 0-27-16,0 0-140 15,0 0-111-15</inkml:trace>
  <inkml:trace contextRef="#ctx0" brushRef="#br0" timeOffset="112553.19">14794 16058 232 0,'0'0'438'0,"0"0"-437"15,0 0 70-15,0 0 4 16,0 0-7-16,0 0-9 0,0 0 0 16,-3 0-46-16,3 0 23 15,0 0-2-15,0 0 23 0,0 0-25 16,0 0-3 0,0 0-8-1,0 0-12-15,0 0-1 0,3 8-5 16,19 0 18-16,5-2-5 0,8 1 4 15,11 4-1-15,2-3-10 16,4-4-7 0,-6 0-2-16,1-4-15 0,-3 0-24 15,-5 0-29 1,-13 0-134-16,-6-8-299 0</inkml:trace>
  <inkml:trace contextRef="#ctx0" brushRef="#br0" timeOffset="113204.07">15427 16352 317 0,'0'0'68'0,"0"0"-38"0,0 0 9 0,0 0 48 0,0 0-29 15,0 0 6-15,0 0-31 16,0 45 13-16,0-45 1 16,0 0-6-16,0 0 13 0,0 0 19 15,0 0 0 1,0-14 9-16,0-13-54 16,0-17-14-16,8-10 22 15,8-10-9-15,0-1 1 16,6-6-24-16,-7 12 3 15,3 9-5-15,-5 10 2 16,-1 8-4-16,-1 10-3 16,-5 6 2-16,-3 12-26 15,-3 4 5-15,0 0-13 16,0 17 11-16,-16 18-29 0,-13 14-11 16,-8 8 22-16,1 2-68 15,5-13-96 1,4-7-352-16</inkml:trace>
  <inkml:trace contextRef="#ctx0" brushRef="#br0" timeOffset="113823.28">15692 16034 415 0,'0'0'46'0,"0"0"8"0,0 0 66 0,0 0-14 16,0 0-47-16,0 0-6 15,11 2 8-15,4-2 3 16,-1 0-36-16,5 0-4 15,0 0 5-15,-3 4-10 16,-5 14-19-16,-5 8-6 16,-6 4-6-16,0 6-23 15,-4 4-4-15,-23 6 8 16,-2 2 6-16,-4 1 19 16,-1-3 2-16,7-10 8 0,10-10 19 15,7-8-9 1,10-9-1-16,0-4 4 15,3-1-17-15,23 0 38 0,10-4 4 0,7 6 31 16,-1 2-44 0,3 3-29-16,-5 8 0 15,-7-5 0-15,0 3-1 16,3-2 1-16,-5-7-20 16,-2 0-107-16,-8-6-83 15,-13-2-367-15</inkml:trace>
  <inkml:trace contextRef="#ctx0" brushRef="#br0" timeOffset="115584.79">17964 14403 696 0,'0'0'193'0,"0"0"-117"16,0 0-39-16,0 0-10 0,0 0 0 15,0 0 29-15,8 0-25 16,-8 0 14-16,0 0-4 16,0 0-3-16,0 0-8 0,0 0-24 15,0 0 0 1,0 0-6-16,2 0-5 0,0 0-15 16,0 0-14-1,0 0-54-15,-2-4-230 16</inkml:trace>
  <inkml:trace contextRef="#ctx0" brushRef="#br0" timeOffset="116889.37">16318 16181 304 0,'0'0'421'0,"0"0"-371"0,0 0 19 16,0 0 14-16,0 0 4 15,0 0-5-15,0 0-27 16,0 0-11-16,0 0 18 16,0 0-39-16,0 0 12 15,0 0-29-15,4 0 3 16,3 0-9-16,1 0 0 15,0 0-17-15,-2 0-24 16,-1-13 0-16,-5-3-95 16,0-5-403-16</inkml:trace>
  <inkml:trace contextRef="#ctx0" brushRef="#br0" timeOffset="119653.09">16734 16481 19 0,'0'0'94'0,"0"0"16"0,0 0-4 0,0 0-45 0,0 0-8 16,0 0 7-16,16 6-25 16,-9-4 6-16,-3-2-23 15,-2 0 24-15,-2 2 3 16,0 2 25-16,0-4 4 0,0 0 7 15,0 0-22-15,0 4-25 16,0-4 13 0,-2 0-13-16,-4 0 17 0,-5 0-17 15,-1-8 6 1,-1-16-18-16,-1-14-4 16,5-3-10-16,3 0-1 15,6-8-4-15,0-5-3 0,13-9 12 16,20 2-4-16,10-3-8 15,1 6 0-15,4 14-5 16,-9 8-38-16,-5 14-3 16,-5 13-51-16,-2 9-154 15,-7 0-125-15</inkml:trace>
  <inkml:trace contextRef="#ctx0" brushRef="#br0" timeOffset="120233.4">17095 16294 503 0,'0'0'279'0,"0"0"-263"0,0 0 46 16,0 0 43-16,0 0-10 15,0 0-30-15,129-1-44 16,-86 1 17-16,1 0-27 16,-4 0 4-16,-5 0-15 15,-4 0-18-15,-10 0-43 16,-2 0-50-16,-6 0-77 15,-4 0-132-15</inkml:trace>
  <inkml:trace contextRef="#ctx0" brushRef="#br0" timeOffset="120869.26">17779 16539 629 0,'0'0'147'0,"0"0"-106"0,0 0-32 15,0 0 19 1,12-110 7-16,-3 69 75 0,4 0-38 15,0-13 4-15,0 1-16 0,3-1-31 16,-5 10-13 0,-4 8-4-16,2 10-9 15,-7 12 0-15,3 0-3 16,-3 10-9-16,-2-1 8 0,0 5-20 16,-7 5 20-1,-15 17-13-15,-9 14-10 0,-7 4 0 16,5 4-30-16,2-4-62 15,4-8-123 1,4-10-142-16</inkml:trace>
  <inkml:trace contextRef="#ctx0" brushRef="#br0" timeOffset="121534.54">18198 15899 555 0,'0'0'174'0,"0"0"-105"0,0 0 4 0,0 0-6 16,0 0-28-16,0 0 6 16,117 87 5-16,-102-47-40 15,-9 4 30-15,-6 10-30 16,0 8 9-16,-21 6-5 15,-13 7-14-15,-15 1-2 0,-1 0-5 16,6-9-26 0,4-14-73-16,9-12-84 0,7-14-114 15</inkml:trace>
  <inkml:trace contextRef="#ctx0" brushRef="#br0" timeOffset="123033.36">17191 10399 374 0,'0'0'312'16,"0"0"-299"-16,0 0 91 0,0 0-22 0,0 0 2 16,0 0-18-1,0-44 19-15,0 44-56 16,0 0 5-16,0 6-14 16,0 28-7-16,0 16 24 0,-11 12-35 15,-3 5 12 1,6-4-5-16,1-4-18 0,7-15 4 0,0-8 0 15,0-12-9 1,23-10-7-16,10-14-23 16,9 0-70-16,3-24-81 15,1-20-225-15</inkml:trace>
  <inkml:trace contextRef="#ctx0" brushRef="#br0" timeOffset="123332.99">17425 9922 652 0,'0'0'288'0,"0"0"-241"0,0 0 51 15,0 0-18 1,0 0-64-16,0 0-16 16,-11 27-19-16,11-26-98 15,0-1-125-15,0 0-7 16</inkml:trace>
  <inkml:trace contextRef="#ctx0" brushRef="#br0" timeOffset="123933.02">17602 9625 591 0,'0'0'92'0,"0"0"49"0,0 0-26 15,0 0-10-15,0 0-60 16,0 0 10-16,59-62-29 15,-59 62-26-15,0 0-1 16,0 0-2-16,0 6-10 16,0 18 13-16,-2 7-2 15,-18 2 7-15,-4 5 13 16,1-2-17-16,6-2 4 16,-4-3 1-16,11-2-3 15,8-3 2-15,2-1 1 16,0-5 2-16,12-3 0 0,17-4 38 15,7-5-36-15,-1-6 16 16,-1-2-25-16,-7 0-2 16,-5 0-18-16,-7 0-37 15,1 2-7-15,-5 0-115 16,1-2-90-16,-3 9-88 16</inkml:trace>
  <inkml:trace contextRef="#ctx0" brushRef="#br0" timeOffset="124333.09">17715 10632 797 0,'0'0'168'0,"0"0"-105"0,0 0 57 0,140-17-104 0,-111 15-16 15,-5 1-8 1,-10-2-59-16,-3 3-6 16,-9 0-83-16,-2 0-11 15,0 0-129-15</inkml:trace>
  <inkml:trace contextRef="#ctx0" brushRef="#br0" timeOffset="124513.29">17862 10474 1194 0,'0'0'8'16,"0"0"101"-16,0 0-91 15,141 0-18-15,-115 5-68 0,-12 3-60 16,-12 0-400 0</inkml:trace>
  <inkml:trace contextRef="#ctx0" brushRef="#br0" timeOffset="124873.48">18427 10578 1027 0,'0'0'96'16,"0"0"-18"-16,127 9-3 15,-79 4-75-15,-9-1-36 16,-12 2-88-16,-11 2-276 16</inkml:trace>
  <inkml:trace contextRef="#ctx0" brushRef="#br0" timeOffset="125213.48">18882 10860 209 0,'0'0'670'0,"0"0"-640"16,54-114 88-16,-27 60-36 0,-2-14-26 15,-2-3-24 1,0 5 2-16,-5 3-29 0,-5 10 20 16,-13 13-23-1,0 14 0-15,0 14-2 16,-23 12-7-16,-14 8-16 16,-7 23-3-16,-10 12 23 0,0 3-55 15,-4-4-27 1,5 1-138-16,-2-12-37 0</inkml:trace>
  <inkml:trace contextRef="#ctx0" brushRef="#br0" timeOffset="131793.34">10619 17668 192 0,'0'0'298'0,"0"0"-298"15,0 0 0-15,0 0 26 16,0 0 12-16,0 0 63 0,0 0-7 0,-34 24-26 15,34-24 15 1,0 0-45-16,0 0-9 16,0 0-14-16,0 0 14 15,0 0-15-15,0 0 12 16,0 0 22-16,0 0-23 16,0 4 12-16,0 0-27 15,0 0 12-15,13 2 4 16,6 2-6-16,2 0-18 15,2-4-1-15,-1-3 0 0,-5-1-1 16,2 0-14 0,-1 0-24-16,-1 0 9 15,4-1-82-15,-4-11-27 16,-3 4-163-16</inkml:trace>
  <inkml:trace contextRef="#ctx0" brushRef="#br0" timeOffset="132143.29">10571 17455 754 0,'0'0'130'0,"0"0"-82"0,0 0 13 16,0 0 8-16,0 0 2 15,0 0-64-15,56 40 3 16,-33-36-7-16,-1 1 3 15,0-5-6-15,1 0-18 16,-3 0-66-16,-3 0-20 0,1 0-108 16,-7-5-151-1</inkml:trace>
  <inkml:trace contextRef="#ctx0" brushRef="#br0" timeOffset="132725.81">11064 17317 443 0,'0'0'175'0,"0"0"-150"16,0 0 112-16,0 0-38 0,0 0-4 15,0 0-32 1,83-55 6-16,-57 42-14 15,-1 5-23-15,1 2-19 16,-3 2-13-16,-5 4-8 16,-5 0-1-16,-7 0-4 15,-4 18-17-15,-2 10 19 16,0 16 0-16,-19 4-11 16,-10 6 16-16,-2 0 1 15,2-5 0-15,4-5 5 16,10-12-4-16,5-14 8 0,6-8 1 15,4-6 3-15,0-4 13 16,10 0-16-16,13 0 24 16,11 0 17-16,-1 0-22 15,1 0-5-15,2 0-9 0,-7 8-12 16,2 10 2 0,0 3-2-16,-4 8-64 0,-5-3 54 15,-2-4-93 1,-9-4-127-16,-5-6-151 0</inkml:trace>
  <inkml:trace contextRef="#ctx0" brushRef="#br0" timeOffset="133373.41">12084 17285 727 0,'0'0'16'0,"0"0"27"0,0 0-20 0,0 0 47 16,0 0 11-16,0 0-5 15,8 58-10-15,-4-28-2 0,-4 2-46 16,0 8-8-16,0 4-4 16,0 3-11-1,0-3 5-15,-7-4-24 0,-2-8 23 16,2-3-42-16,-1-6-32 0,-2-4-76 15,1-6-144 1</inkml:trace>
  <inkml:trace contextRef="#ctx0" brushRef="#br0" timeOffset="133623.19">11828 17526 762 0,'0'0'264'0,"0"0"-240"16,0 0 28-16,0 0 15 16,0 0-40-16,0 0 3 15,143 54-29-15,-114-54-2 16,5 0 1-16,-3-4-25 15,0-14-45-15,0-4-75 16,-6 3-171-16</inkml:trace>
  <inkml:trace contextRef="#ctx0" brushRef="#br0" timeOffset="134303.41">12744 17262 461 0,'0'0'278'0,"0"0"-259"0,0 0 66 16,0 0-33-16,0 0 4 16,0 0-13-16,-93 44 13 15,68-17 6-15,2-4-12 0,6 4-30 16,1-1-2 0,7-4-18-16,5-4 1 0,4-4 1 15,0-4-2 1,0-6 3-16,4 5 2 0,17-6-9 15,3 1 10 1,2 2-7-16,6-1 2 0,3 3-2 16,-2 2 0-16,-1 4-44 15,-5 2 35-15,-7 2 20 16,-7-1-15-16,-4 12 12 16,-9-3-4-16,0 6-2 15,0 8 13-15,-20-4-10 16,-9-2-4-16,-2-6 1 0,-2-6-1 15,1-4-7 1,3-14-17-16,2-4-25 0,5-8-50 16,9-23-36-16,11-6-138 15,2-3-138 1</inkml:trace>
  <inkml:trace contextRef="#ctx0" brushRef="#br0" timeOffset="134553.2">12657 17369 547 0,'0'0'246'0,"0"0"-228"0,0 0 28 0,0 0 13 0,0 0 15 16,0 0 6-1,65-4-15-15,-41 4-15 0,3-9-32 16,4 4-11-16,1-7-7 16,-3 2-21-16,-2-2-33 15,-4 6-117-15,0 1-169 16</inkml:trace>
  <inkml:trace contextRef="#ctx0" brushRef="#br0" timeOffset="134983.15">13326 17431 449 0,'0'0'270'0,"0"0"-224"16,0 0 4-16,0 0-3 0,0 0-18 15,0 0 17 1,-56 100 3-16,38-69 15 0,5 5 18 16,2-4-42-1,6 2-10-15,5 2-27 0,0-6 0 16,0-6-3 0,7-5-12-16,15-12-44 15,5-7-22-15,2 0-156 16,-2-4 223-16,-3-14-44 15,-4-4-124-15,-4 4-343 16</inkml:trace>
  <inkml:trace contextRef="#ctx0" brushRef="#br0" timeOffset="135383.37">13437 17285 345 0,'0'0'382'0,"0"0"-381"16,0 0-2-16,0 0-35 16,0 0 36-16,0 0 42 0,-13-18 65 15,8 18 30 1,5 0-35-16,-4 0-31 16,4 0-67-16,-2 0-4 15,-3 0-24-15,0 0-11 0,1 0 3 16,2 0 20-1,2 0 9-15,0 0-15 16,0 0-177-16,0 0-332 0</inkml:trace>
  <inkml:trace contextRef="#ctx0" brushRef="#br0" timeOffset="140288.65">14039 17767 99 0,'0'0'433'0,"0"0"-418"0,0 0-14 16,0 0 35-1,0 0 44-15,0 0 7 0,0 0-12 16,0 13-1 0,0-13 33-16,0-7-21 0,8-12-25 15,6-12-24 1,1-18-8-16,4-5-15 15,-2-8 5-15,1-1-18 0,-1 5 2 16,-5 8-6-16,3 11-20 16,-5 6-2-16,-4 11-43 15,-4 10-106-15,-2 8-156 16</inkml:trace>
  <inkml:trace contextRef="#ctx0" brushRef="#br0" timeOffset="140602.11">13883 17513 868 0,'0'0'88'32,"0"0"-34"-32,113 35 55 0,-64-29-69 0,-5-2-21 15,-1 0-12 1,-7-4-3-16,-1 0-8 16,-6 0-13-16,-2 0-6 15,-6 0-89-15,-4 0-67 16,-5 0-188-16</inkml:trace>
  <inkml:trace contextRef="#ctx0" brushRef="#br0" timeOffset="141183.46">14654 17736 579 0,'0'0'84'0,"0"0"-28"0,0 0 53 16,0 0 2-16,0 0-45 16,0 0 27-16,2-84-26 0,9 34-2 15,-5-4-39 1,8-1 6-16,-5-5-22 0,-1-4-9 16,2-1-2-1,-4-2-11-15,-1 13 8 0,-3 8-2 16,-2 20-2-16,0 12 12 15,0 9-9 1,0 5-20-16,0 10-27 0,-20 30-11 16,-4 9-40-1,-3 5-26-15,2-4-5 16,3-10-33-16,2-10-329 16</inkml:trace>
  <inkml:trace contextRef="#ctx0" brushRef="#br0" timeOffset="141749.44">14918 17267 322 0,'0'0'275'0,"0"0"-266"0,0 0-9 0,0 0 58 0,0 0 32 16,0 0-1-16,41 0 13 15,-24-5-40-15,10 2-25 0,-6 3-23 16,-2 0 17-16,-5 0-28 16,-1 8-3-1,-6 10 0-15,-5 14-9 0,-2 7-18 16,0 6-2-16,-16 8 25 0,-6-3-4 15,-2-2 8 1,4-7 3-16,7-10 28 16,5-9-16-16,8-12 17 15,0-6-30-15,21-4 3 16,14 0 25-16,5 0 0 16,3 0-12-16,-1 0 2 15,-4 0-9-15,-2 0-7 16,-3 4-8-16,-7 11-8 0,1-2-8 15,-6 3-18-15,-3-6-100 0,-7-2-189 16</inkml:trace>
  <inkml:trace contextRef="#ctx0" brushRef="#br0" timeOffset="145242.94">16844 17714 283 0,'0'0'224'0,"0"0"-193"0,0 0 7 0,0 0-5 16,0 0-18 0,0 0 2-16,0 0 6 0,0 0 58 15,0 0 22 1,0 0 3-16,0 0-49 16,0 0-6-16,0 4-2 0,0-4-34 15,0 0 2-15,0 0-10 16,0 0-1-16,0 0 5 15,0 5 11-15,8-2-15 16,19 2 21-16,4 4 3 16,5 1-19-16,5-2-1 15,-1-4-7-15,-1 2-8 16,1-1-2-16,-1-5-5 16,1 0-2-16,-7 0-24 15,-6-5-39-15,-9-5-43 16,-9-8-71-16,-9 4-88 0</inkml:trace>
  <inkml:trace contextRef="#ctx0" brushRef="#br0" timeOffset="145797.46">17022 17513 612 0,'0'0'141'0,"0"0"-136"0,0 0 12 0,0 0 9 16,0 0 17-16,0 0 28 16,-2-9 16-16,2 9-1 0,0 0-27 15,17 0-44 1,12 0 38-16,11 0-40 15,7 0-3-15,3 0-10 0,-6 0-3 16,-4 0-6-16,-7 0-26 16,-8 0 13-16,-3 0-92 15,-11 0-55-15,-11-5-187 16</inkml:trace>
  <inkml:trace contextRef="#ctx0" brushRef="#br0" timeOffset="150145.54">18240 17965 263 0,'0'0'19'0,"0"0"9"15,0 0 26-15,0 0 10 0,0 0-3 16,0 0 20-16,0 0-23 15,-8 26 0-15,6-22-6 16,-1 5-2-16,3-4-16 16,-2-2-4-16,2 2 11 15,0-5-16-15,0 0 24 16,0 0-17-16,0 0 9 16,0 0-7-16,0 0 15 15,0-22-44-15,0-18 7 16,11-14 19-16,9-17-20 15,0-5 7-15,0 1-14 16,-1 6 3-16,-4 2-2 16,1 13-5-16,-1 2 8 0,-3 16-15 15,-4 10 7-15,-3 12-1 16,-5 14 0-16,0 0-35 16,0 4 35-16,-3 18-18 15,-15 4-6-15,-1 6-22 0,-10 4 25 16,2 9-1-1,-4 1-18-15,4-2-10 16,-2 0-31-16,6-4-35 16,-4-9-92-16,6-12-219 15</inkml:trace>
  <inkml:trace contextRef="#ctx0" brushRef="#br0" timeOffset="151243.2">18722 17387 329 0,'0'0'63'0,"0"0"70"0,0 0-26 0,0 0-5 0,0 0-50 15,0 0-8-15,0-12-21 16,0 12-4-16,0 0-12 16,0 0-2-16,0 0 6 15,0 0 1-15,0 12 27 16,0 10-4-16,-11 6-2 16,-9 8-11-16,2-1 5 15,-4 0-27-15,2-2 2 16,-5 3-2-16,2 2 2 0,-2-2-2 15,6-4 6-15,1-6-10 16,7-2 15-16,5-8-19 16,6-6 10-16,0-6-4 15,0-4-14-15,0 0-5 16,19 0 21-16,6 0 7 0,4 0 19 16,-2 0-17-1,0 0-4-15,0 0-1 0,-3 0-1 16,0 0-3-16,-1 0-26 15,-1 0 3 1,-7 0 11-16,3 0 4 16,-9 0 7-16,1 0-10 15,-8 0 7-15,-2 0 3 16,0 0-27-16,0 0 6 16,2 4-8-16,-2-4-18 15,0 6 35-15,0 3 4 16,0 1 4-16,0-3-7 15,0 1 2-15,0-2-16 0,0 2 11 16,0 3-25-16,0-4 29 16,0 2 6-16,0 0 5 15,0 0 0-15,0 4 1 16,0-2-2-16,0-3 10 0,0 6-17 16,0-2 13-1,0-3-6-15,0 4 2 0,0-3 5 16,0-2 5-16,0-3 2 0,0-4 24 15,0-1 5 1,0 0 47-16,0-18-40 16,0-14 1-16,0-12 2 15,6-3 5-15,10-5-32 16,-3 2-10-16,3 6-13 16,0 5 1-16,-3 2-6 15,-2 11-31-15,-4 8-1 16,-3 13-66-16,-4 5-29 15,0 0-63-15,0 5-320 0</inkml:trace>
  <inkml:trace contextRef="#ctx0" brushRef="#br0" timeOffset="153425.38">19482 17852 99 0,'0'0'185'0,"0"0"-176"0,0 0 33 16,0 0 14-16,0 0 11 15,0 0-3-15,13 15-39 16,-13-12 3-16,2-3 11 0,-2 0 25 15,0 0-19-15,0 0 26 16,0 4-12-16,0 1-7 16,0 3-22-16,0-3 4 0,0 4-13 15,0-5-3 1,0-4 2-16,0 0 16 16,0 0 41-16,0 0-43 15,0-4 25-15,7-23-48 16,4-17 17-16,7-13-21 0,0-6-1 15,-1-1-4 1,4 2 1-16,-5 9-6 0,-1 11-8 16,-7 16 6-16,0 12-45 15,-4 10-18-15,-4 4-114 16,0 0-118-16</inkml:trace>
  <inkml:trace contextRef="#ctx0" brushRef="#br0" timeOffset="153759.16">19375 17652 818 0,'0'0'218'0,"0"0"-216"0,0 0 34 0,0 0 57 0,127 34-57 15,-80-28-11 1,-1-2-22-16,-1 0-6 15,-5-4-6-15,-5 0-36 0,-5 0-78 16,-6 0-151-16,-9 0-256 16</inkml:trace>
  <inkml:trace contextRef="#ctx0" brushRef="#br0" timeOffset="154555.53">20447 17489 642 0,'0'0'49'0,"0"0"-24"0,0 0-6 0,0 0 34 16,0 0-20-16,0 0 0 15,-29-8-9-15,0 8 39 16,-11 0-14-16,-5 0 1 16,0 5-23-16,0 8-14 0,8 10 8 15,1-2-21 1,14-2 15-16,4 3-11 0,9-8-8 16,5-6 8-16,4 2-9 15,0-6 1-15,16 5 4 16,13-8-4-16,6 3 9 15,3-1 15-15,7-3-17 16,3 5 9-16,-3 5-12 16,0-6-28-16,-12 10 15 15,-4-3 9-15,-11 8-3 0,-5 4 3 16,0-2-3 0,-10 11 14-16,-3 4 4 15,0-1-4-15,-7-3 18 16,-17 3-24-16,-5-8 5 15,-14 0-6-15,-3-4-13 0,-4-5 3 16,2-6-16-16,5-6-1 16,7-6-14-16,12 0-25 15,9-23-94 1,7-8 68-16,8-5-488 0</inkml:trace>
  <inkml:trace contextRef="#ctx0" brushRef="#br0" timeOffset="154933.4">20313 17562 511 0,'0'0'468'0,"0"0"-459"0,0 0 52 0,0 0 7 16,0 0-19-16,134 0-49 15,-92 0-2-15,-4-8-75 16,-2 2-36-16,1-3-116 16,-8 6-164-16</inkml:trace>
  <inkml:trace contextRef="#ctx0" brushRef="#br0" timeOffset="155472.94">21008 17562 236 0,'0'0'462'0,"0"0"-419"0,0 0 22 16,0 0 34-16,-73 108-35 15,54-60 0-15,4 7 15 0,4-8-18 16,8-3-28-16,3-7-16 0,0-5-12 16,23-10-4-1,10-9-2-15,5 0-3 16,5-13-19-16,3 0 8 16,1 0-19-1,-5-13-70-15,-4-10-91 16,-11-11-130-16</inkml:trace>
  <inkml:trace contextRef="#ctx0" brushRef="#br0" timeOffset="155953.25">21168 17311 499 0,'0'0'620'0,"0"0"-609"0,0 0-10 0,0 0-1 16,0 0-3-16,0 0-70 15,20-12 0-15,-20 12-1 16,0-6 74-16,0 6 17 16,0 0-14-16,-2-4-2 0,0 0-1 15,-2 0-156 1</inkml:trace>
  <inkml:trace contextRef="#ctx0" brushRef="#br0" timeOffset="158003.31">22576 17808 852 0,'0'0'0'0,"0"0"9"0,0 0-22 0,134 12-11 15,-89-12-96 1,-12 0-152-16,-4 0-160 16</inkml:trace>
  <inkml:trace contextRef="#ctx0" brushRef="#br0" timeOffset="158233.2">22516 17634 1187 0,'0'0'18'16,"0"0"-4"-16,0 0 25 15,0 0-38-15,150 52-1 16,-99-52-17-16,0 0-44 15,-4-5-140-15,-7-16-188 0</inkml:trace>
  <inkml:trace contextRef="#ctx0" brushRef="#br0" timeOffset="158853.18">23463 17387 929 0,'0'0'133'0,"0"0"-117"0,0 0-6 0,0 0 4 16,0 0-8-16,0 0-1 15,125 28-4-15,-108-16 5 0,2 6-12 16,-13 4 10 0,-6 10-4-16,0 5 29 0,-15 3-9 15,-12 8-20 1,-4 2 7-16,6-1-6 0,5-5 7 15,9-13-11 1,7-5 8-16,4-12 0 16,8-4-2-16,21-2 6 0,5 0-9 15,3 2 0 1,6-1-7-16,-5-4 0 16,7 4 4-16,1-9-14 15,2 4 7-15,-4 0-80 16,-4-3 27-16,-9 4-140 0,-11-5-228 15</inkml:trace>
  <inkml:trace contextRef="#ctx0" brushRef="#br0" timeOffset="159133.27">23503 17767 566 0,'0'0'531'0,"0"0"-522"0,0 0 20 0,0 0 5 0,0 0-11 16,0 0-11-16,131-9-12 15,-99-5-17-15,-1 6-74 16,-2-10-151-16,-2 4-357 16</inkml:trace>
  <inkml:trace contextRef="#ctx0" brushRef="#br0" timeOffset="159563.29">24192 17887 288 0,'0'0'708'16,"0"0"-637"-16,0 0 10 15,0 0-21-15,0 0-43 16,0-114 4-16,0 95-14 16,0 1-1-16,0 8-4 15,0 2 0-15,0 8-2 16,0 0 7-16,0 0 10 15,0 0-12-15,0 0-2 16,-11 0-3-16,-9 18-5 16,-5 0-12-16,3 8 11 15,-5-8-6-15,12-4-13 0,1-2-9 16,10-6-37-16,2-6-50 16,2 0-140-1,0 0-262-15</inkml:trace>
  <inkml:trace contextRef="#ctx0" brushRef="#br0" timeOffset="159918.51">24598 17726 1024 0,'0'0'93'0,"0"0"-41"0,0 0-52 0,0 0-4 16,0 0-18-16,0 0-59 15,52-12-31-15,-40 6-181 16</inkml:trace>
  <inkml:trace contextRef="#ctx0" brushRef="#br0" timeOffset="160533.21">25139 17445 807 0,'0'0'51'0,"0"0"60"16,0 0-79 0,0 0 7-16,120 18-17 0,-95-8 17 15,2 6-21-15,-5-1-7 16,-5-2-5 0,-3 6-5-16,-9-1-1 15,-5 0 0-15,0 3-20 0,0 6 20 16,-12-1 10-16,3 7-4 0,1-2-4 15,3-1 5 1,5-3-14-16,0-4-3 16,0-5-19-16,9-2 2 15,4-6 26-15,9 3-8 0,3-8 9 16,0-5 0 0,-2 4-5-16,4-4 5 15,0 0 0-15,0 0 4 16,4 0-3-16,-2-8 8 15,-2-2-9-15,-6 6-3 0,-6-3-44 16,-5 0-87-16,-2 4-36 16,-4-2-21-16,-4 1-75 15</inkml:trace>
  <inkml:trace contextRef="#ctx0" brushRef="#br0" timeOffset="160798.38">25328 17723 938 0,'0'0'127'0,"0"0"-39"0,0 0-51 0,0 0-37 16,118-19-1-16,-85 5-52 15,-1-6-89-15,-10 6-158 16,-2 4-362-16</inkml:trace>
  <inkml:trace contextRef="#ctx0" brushRef="#br0" timeOffset="161286.07">25796 17723 663 0,'0'0'234'16,"0"0"-150"-16,0 0-52 16,0 0-2-16,0 0-24 15,0 0 36-15,38 0-2 16,-27 0-7-16,-1 3-9 0,-2 2-10 15,-1 4-8-15,-3 5-6 16,-2 5-25-16,-2-4 25 16,0 3-5-16,0 0 12 15,0 0-7-15,0 1 1 16,0-1 10-16,0-5 18 16,0 0-12-16,7-4 5 15,9-5-16-15,6 1 20 16,7-5-22-16,5 0-8 15,-3-12-11-15,4-2 0 0,-6 0-7 16,-4-2-19 0,-8 1-12-16,-1 10-76 0,-5-4-94 15,-9 9-306-15</inkml:trace>
  <inkml:trace contextRef="#ctx0" brushRef="#br0" timeOffset="164015.41">18745 16874 405 0,'0'0'45'0,"0"0"-38"15,0 0-7-15,0 0 0 16,0 0-9-16,0 0-17 0,0 0-9 0,0 0 35 15,0 0 42 1,0 0-15-16,0 0-27 16,0 0-12-16,0 0-124 0,0 0-49 15,0 0 185 1,0 0 133-16,0 0 24 0,0 0-55 16,0 0-56-1,0 0-3-15,0 0-28 16,0 0 1-16,0 5-12 0,0-5 12 15,0 0-1-15,0 0 30 16,0 0 32 0,0 2-11-16,0 1-11 15,0 0-25-15,0-3 33 0,0 0-25 16,0 0 20-16,10-25-46 16,26-21 26-16,15-21-2 15,18-19-5-15,16-12 5 16,11 0-19-16,8-4-5 0,2 8-12 15,-4 9-3 1,-13 15-54-16,-16 16-24 16,-26 22-140-16,-22 28-87 0</inkml:trace>
  <inkml:trace contextRef="#ctx0" brushRef="#br0" timeOffset="164479.2">18766 16587 585 0,'0'0'77'0,"0"0"-33"0,0 0 71 15,0 0-26-15,0 0-48 0,0 0 25 16,116-22-25 0,-97 32 37-16,-7 4-76 15,-7 8-2-15,-5 0-8 16,0 8-10-16,0 3 8 16,-13-7-46-16,-3-8-1 15,1-12-38-15,3-6-24 16,3 0-67-16,1-15-302 0</inkml:trace>
  <inkml:trace contextRef="#ctx0" brushRef="#br0" timeOffset="164763.15">18766 16587 498 0,'85'-16'254'0,"-85"34"-247"16,-4 16-5-16,-7 2-2 15,-5 9-25-15,-1-6-94 16,-6-2-7-16,3-9 83 0,2-10 43 16,7-7 90-16,6-11 95 15,5 0-46-15,0 0-87 16,16-3-33-16,12-15 44 16,11-5 26-16,-1 2-32 0,8-5-34 15,-1 3-9 1,-9 5-12-16,1 9-4 0,-14-1-46 15,-3 5-2-15,-5 5-62 16,-8 0-77 0,-2 0-124-16</inkml:trace>
  <inkml:trace contextRef="#ctx0" brushRef="#br0" timeOffset="165627.35">20029 15571 696 0,'0'0'245'0,"0"0"-212"0,0 0 23 0,0 0-29 0,0 0-18 16,-50 116-3-16,38-60 17 0,-3-1-16 16,9-5 11-1,-4-6-15-15,1-9 7 0,-4 1-7 16,2-6 4-1,-2-5-5-15,1-6-2 0,5-8 0 16,5-11 9-16,2 0-23 16,0-26 7-16,0-19 6 15,0-9-16-15,2-8 11 16,19-1 4-16,-1-4 2 16,4 4-1-16,1 6 3 15,-3-2-6-15,12 5-5 16,-1 10 8-16,-2 4-54 15,7 9 33-15,-3 4 0 0,2 8 2 16,-6 8-11 0,-2 9 17-16,-12 2-2 0,-8 0-77 15,-9 17 85-15,0 12-3 0,-9 5 9 16,-24 2-38 0,-9 4-21-16,-10 3-20 15,-1 0 0-15,-3-3 81 16,9-3 47-16,12-3 58 0,10-12-48 15,17-3 0-15,8-2-14 16,0-3-6 0,23-2-14-16,16 2 32 0,3-6-10 15,0 2-18 1,-4-4-9-16,-6 10-17 0,-11 2-2 16,-3 5 7-1,-9 13-12-15,-7 3 6 16,-2-7-1-16,0-5-4 0,6-13-16 0,-2-14-87 15,11 0-198 1,-6-14-204-16</inkml:trace>
  <inkml:trace contextRef="#ctx0" brushRef="#br0" timeOffset="165963.17">20378 15936 320 0,'0'0'179'0,"0"0"-68"0,0 0-27 0,0 0 30 15,0 0-45 1,0 0-9-16,0 0-16 0,31 77-12 16,-10-64-12-1,6-5 4-15,-2-5-14 16,0-3-9-16,-3 0-1 16,0 0-11-16,-2-1-3 15,-1-19-73-15,-9-3-229 0,-10-2-23 16</inkml:trace>
  <inkml:trace contextRef="#ctx0" brushRef="#br0" timeOffset="166113.46">20426 15913 821 0,'0'0'9'0,"0"0"-18"15,0 0-54 1,0 0-150-16</inkml:trace>
  <inkml:trace contextRef="#ctx0" brushRef="#br0" timeOffset="166275.54">20426 15913 1106 0,'-29'-61'1'0,"52"61"30"15,8 0-17-15,4 0-14 16,1 0-14-16,-3-4-84 16,-6-11-148-16,-7 1-337 15</inkml:trace>
  <inkml:trace contextRef="#ctx0" brushRef="#br0" timeOffset="167028.68">20800 16892 422 0,'0'0'120'0,"0"0"57"0,0 0 11 0,0 0-40 16,174-90-34 0,-82 28-44-16,12-9-41 15,17-9-4-15,11-3-10 16,8-5-15-16,3 3-8 15,1 0 8-15,-6 10-9 16,-13 12-24-16,-25 19-16 16,-28 30-106-16,-43 14-158 0</inkml:trace>
  <inkml:trace contextRef="#ctx0" brushRef="#br0" timeOffset="167523.13">21035 16549 693 0,'0'0'183'0,"0"0"-114"0,0 0-22 16,0 0-29 0,0 0-14-16,0 0 89 0,44 62-68 15,-28-40 4 1,-7 4-26-16,-5-4-3 0,-4 2-5 15,0 2-34-15,0-8-35 16,-9-5-91-16,-4-13-34 16,4 0-194-16</inkml:trace>
  <inkml:trace contextRef="#ctx0" brushRef="#br0" timeOffset="167803.09">21144 16605 457 0,'0'0'241'16,"0"0"-235"-16,-91 135 2 16,46-85-8-16,-1-6-65 15,0-4 31-15,7-14 34 16,7-8 54-16,10-5 21 16,15-8 60-16,7-1-54 0,0-4-63 15,32 0 28 1,7 0-9-16,13-11-7 15,4-12-26-15,-8-2 35 0,0 0-34 16,-11 3 18-16,-8 14-16 16,-8 8-7-16,-4 0-12 0,-3 0-9 31,1 22-14-31,-1-4-51 16,-3 0-142-16</inkml:trace>
  <inkml:trace contextRef="#ctx0" brushRef="#br0" timeOffset="168493.19">22732 15276 718 0,'0'0'318'0,"0"0"-315"0,0 0 77 15,0 0-52-15,-39 138-12 0,34-90-3 16,3-2-22-16,0 3 16 16,-3-8-13-16,2-6 6 15,1-6-9-15,0 4-8 16,-4-7-46-16,-1-2-8 0,-5-3-164 15,-5-12-260-15</inkml:trace>
  <inkml:trace contextRef="#ctx0" brushRef="#br0" timeOffset="168729.39">22389 15754 392 0,'0'0'757'0,"0"0"-752"16,0 0 79-16,141 2-28 15,-72-2-10-15,4 0-39 0,-2 3-7 16,-5-3-24 0,-6 0-10-16,-10 0-12 15,-4 0-62-15,-13 0-122 16,-20 0-232-16</inkml:trace>
  <inkml:trace contextRef="#ctx0" brushRef="#br0" timeOffset="169009.06">22608 15290 922 0,'0'0'149'0,"0"0"-65"0,0 0 16 15,145 0-34 1,-85 0-52-16,2 0-14 0,5 0-39 15,0 0-46-15,-5 0-78 16,-15-3-240-16</inkml:trace>
  <inkml:trace contextRef="#ctx0" brushRef="#br0" timeOffset="169613.2">23165 15538 686 0,'0'0'128'0,"0"0"8"16,-9 109-35-16,9-69-40 0,0 4-28 15,0-16-27 1,4-4-6-16,7-9-18 0,-4-14 16 16,2-1-9-16,6-6 17 15,6-28-6-15,3-4 6 16,3 2-1-16,-2 6-1 16,-8 8-1-16,4 12-6 0,-6 10-9 15,-4 0-17 1,-2 15 29-16,-2 9 2 0,-1 1-1 15,6-7 4-15,1-2-5 16,7-6-8 0,5-6 6-16,-4 4 2 0,11-6 13 15,-3 2-8-15,4 1 24 16,0 0-11-16,2 11 19 0,-7 8-32 16,-8 6 17-1,-2 2-22-15,-5 3-4 16,-2-4-16-16,7-9-70 15,3-8-113-15,-2-14-390 0</inkml:trace>
  <inkml:trace contextRef="#ctx0" brushRef="#br0" timeOffset="200063.15">1325 16070 177 0,'0'0'98'0,"0"0"-65"15,0 0 58-15,0 0-18 16,0 0-10-16,0 0-5 15,0 0-13-15,0 0 13 0,0 0 4 16,0 0-26 0,0 0 9-16,0 0-22 15,0 0 1-15,0 6-6 16,-6 2 11-16,-3 4 3 16,-3-2 10-16,2 4-19 15,1-3-15-15,-1 8 19 16,8 4-20-16,2-6 20 15,0 5-18-15,0 0 5 0,7-4-10 16,15-3-4-16,5-2 8 16,8-9-5-16,5 6 5 15,10-2-6-15,-3 2 16 0,-3 2-14 16,-8-2 3 0,-10 3-7-16,-3 1 15 0,-10 8-12 15,-4 4 6 1,-9 6 22-16,0 8-26 0,0 4 11 15,-18-4-12-15,-9-4-2 16,-2-4 1-16,-8-6-6 16,-3-4-9-16,1-7-5 15,4-15-29-15,8 0-7 16,2-27-79-16,8-23-15 16,3-13-359-16</inkml:trace>
  <inkml:trace contextRef="#ctx0" brushRef="#br0" timeOffset="200293.43">1319 16106 876 0,'0'0'28'0,"0"0"33"0,0 0 6 0,0 0-13 0,0 0-16 15,0 0 33-15,64-36-40 0,-37 32-3 0,0-4-28 16,2 2-12 0,-7 2-27-16,4 4-37 15,-3-5-67-15,-8 5-111 16,-1 0-460-16</inkml:trace>
  <inkml:trace contextRef="#ctx0" brushRef="#br0" timeOffset="200835.52">1876 16311 901 0,'0'0'11'0,"0"0"63"0,0 0 46 0,0 0-25 16,122 32-44-16,-84-32-8 16,-5 4-41-16,-8-4 6 15,-3 1-8-15,-6-1-1 16,2 4-18-16,-7 0-54 16,0 5-46-16,-4-6-186 15</inkml:trace>
  <inkml:trace contextRef="#ctx0" brushRef="#br0" timeOffset="201733.17">2634 15766 314 0,'0'0'255'0,"0"0"-244"0,0 0 7 16,0 0 55-16,0 0 10 16,0 0-3-16,-4-7-33 15,2 7 18-15,-2 16-22 16,-3 7 10-16,-1 12-31 0,-10 5-6 16,3 10-4-1,-6-1-12-15,1 1 11 0,7-6-8 16,2-8 24-16,6-7-14 15,0-8 7-15,5-5-16 16,0-3-1-16,14-2-3 16,6-3 2-16,2 0-5 15,3-4-4-15,2-2 6 16,-6-2-11-16,4 0 10 16,-4 0-1-16,-6 0-2 0,5 0-10 15,-4 0-4 1,-3 0 4-16,0 0-10 15,-6 0 12-15,-2-2-12 0,-3-2 24 16,0-4 2-16,-2 0-1 16,0-3 0-16,0-2 0 15,0-3 3-15,0 1 1 16,2 7 3-16,-2-1-6 16,2 3 25-16,-2 6-24 15,0 0 7-15,0 0-2 16,0 6 30-16,0 20-22 0,0 14-4 15,0 14 4 1,-4 4-10-16,-10 5 14 16,-1-1-5-16,2-4 21 15,-1 0-26-15,3-4-1 0,0-5-4 16,4-10-8 0,5-11-9-16,-2-10-9 15,4-9-7-15,0-5-49 16,0-4-75-16,0 0-131 15,6-9-4-15</inkml:trace>
  <inkml:trace contextRef="#ctx0" brushRef="#br0" timeOffset="202083.07">2934 16418 358 0,'0'0'134'0,"0"0"-105"0,0 0 59 0,0 0-33 16,0 0 6-16,0 0 40 15,9-7 19-15,-9 19-39 16,0 10-30-16,0 6 3 15,0 3-26-15,0 0-16 16,2-1-12-16,5-8 3 16,-1 2-4-16,7-12 3 15,-1-2-4-15,1-10-8 16,7 0-21-16,3 0-47 16,-2-14 41-16,4-12-34 15,-4-6-123-15,-6-4-325 0</inkml:trace>
  <inkml:trace contextRef="#ctx0" brushRef="#br0" timeOffset="202393.37">2974 16164 640 0,'0'0'72'15,"0"0"57"-15,0 0-31 16,0 0-48-16,0 0 5 16,0 0 14-16,0 0-53 15,0 0-1-15,0 0-15 16,0 0 7-16,0 0 1 0,0 0-8 15,-3 0 0 1,-1 9-21-16,0-3-67 16,-1 1-102-16,5-7-233 0</inkml:trace>
  <inkml:trace contextRef="#ctx0" brushRef="#br0" timeOffset="203873.3">995 16673 385 0,'0'0'4'0,"0"0"55"0,0 0 32 0,0 0-19 0,0 0 61 16,0 0-41-16,4 0 7 16,-4 0-18-16,0-10 6 15,-6-16-65-15,-7-10-6 16,-5-11 4-16,-2-16-6 16,0-10 0-16,4-11-13 15,9 0 21-15,7 2-9 16,0 1-8-16,25 10 3 15,19 1-16-15,12-1-25 16,16 0-64-16,3-2-292 16</inkml:trace>
  <inkml:trace contextRef="#ctx0" brushRef="#br0" timeOffset="204623.45">3411 15718 535 0,'0'0'371'0,"0"0"-365"0,0 0 28 0,15 115 45 15,3-69-7-15,-1 6-7 16,0 10-25-16,-4 11-32 16,-8 3 38-16,-5 13-40 15,0 4 15 1,-3 10-11-16,-15-3-20 0,-2 2-11 0,1-4-37 15,-4-13-95 1,1-27-171-16</inkml:trace>
  <inkml:trace contextRef="#ctx0" brushRef="#br0" timeOffset="205294.58">4037 16397 622 0,'0'0'14'0,"0"0"102"0,0 0-61 0,0 0-36 16,0 0 5-1,0 0 35-15,4 12 18 16,0-20-18-16,2-6 50 16,0-12-67-16,5-5-6 15,-5-1-31-15,-1-4 11 16,2-3-16-16,-5-3-3 15,0 3-2-15,1 3-31 16,1 9 1-16,-2 14-13 0,-2 5 13 16,0 8-51-16,0 0-14 15,0 0-82-15,-6 8-277 16</inkml:trace>
  <inkml:trace contextRef="#ctx0" brushRef="#br0" timeOffset="205543.33">3860 16150 604 0,'0'0'274'0,"0"0"-261"16,0 0 103-16,0 0-25 0,137 0-25 15,-93-4-19-15,1 4-6 16,-5 0-39-16,-2 0 2 16,-9 0-4-16,0 0-35 0,-9 0-58 15,-5 0-144 1,-11 10-375-16</inkml:trace>
  <inkml:trace contextRef="#ctx0" brushRef="#br0" timeOffset="206126.91">4645 16531 189 0,'0'0'716'0,"0"0"-681"0,0 0 45 0,9-126 6 16,7 51-40-16,1 3-10 16,1 0 0-16,0 10-26 15,-4 12 8-15,-1 10-14 16,5 4-4-16,-1 1-10 15,1 8-42-15,0-4-104 16,-2 1-196-16</inkml:trace>
  <inkml:trace contextRef="#ctx0" brushRef="#br0" timeOffset="207123.29">5246 16587 238 0,'0'0'12'0,"0"0"64"15,0 0-16 1,0 0-13-16,0 0 4 0,0 0 0 16,6 0 28-1,-6 0 15-15,0 6 13 16,0 2-29-16,0-3 13 16,0 0-52-16,0-5-6 15,2 0-5-15,0-5 21 16,6-26 0-16,3-15-29 0,5-10 27 15,-1-12-42-15,-3 1 18 16,3 5-20-16,-3 4-1 16,-1 4-2-16,-5 14-12 0,-1 12-2 15,-1 16-7 1,-4 12 3-16,0 0-29 0,-4 36 41 16,-18 8-14-1,-7 4-11-15,-7-2-77 16,2-10-22-16,3-6 70 15,0-7-197-15,7-2-40 0,4-2 111 16</inkml:trace>
  <inkml:trace contextRef="#ctx0" brushRef="#br0" timeOffset="208178.2">5801 16248 649 0,'0'0'197'0,"0"0"-191"15,0 0 113-15,-6 131-70 0,-1-92-34 16,-2 2-8-1,2-1-6-15,1 0 12 0,1-4-12 16,3 4 19-16,2-4-19 0,0 5-1 16,0-2-6-1,0-8-31-15,7-9-68 16,-5-8-88-16,-2-10-102 16</inkml:trace>
  <inkml:trace contextRef="#ctx0" brushRef="#br0" timeOffset="208403.4">5626 16459 1040 0,'0'0'8'15,"0"0"30"-15,0 0 13 16,0 0 3-16,115 40-40 15,-81-35 9-15,6-5-23 16,-7 0-14-16,-2 0-35 16,3-9-78-16,-7-5-113 15,-7-5-311-15</inkml:trace>
  <inkml:trace contextRef="#ctx0" brushRef="#br0" timeOffset="209103.13">6249 16146 870 0,'0'0'97'0,"0"0"-95"0,0 0 34 16,0 0-22-1,0 0 27-15,0 0-20 0,107 0-10 16,-76 0 20-1,-2 0-26-15,-2 0-5 16,-7 0 0-16,-5 4 0 0,-1 10 6 16,-7 8-12-16,-5 4 9 15,-2 6-3-15,0 0 0 16,0-6 0-16,0-4-2 16,0-8 5-16,0-4-11 0,6 3-36 15,6-9 43 1,1-4-35-16,7 0 30 0,-2 3-24 15,-2 3 16 1,-5 7 10-16,-3 1 4 0,-2 8 12 16,-6 10-9-16,0 2 24 0,-17 4-25 15,-12 0 23 1,-6-2-17-16,-7-12 12 16,1-1-20-16,4-12 0 15,3-7-15-15,9-4-29 16,6 0-76-16,5 0-160 15,6-12-148-15</inkml:trace>
  <inkml:trace contextRef="#ctx0" brushRef="#br0" timeOffset="209473.44">6786 16429 206 0,'0'0'219'0,"0"0"-105"0,0 0 18 15,0 0-77-15,0 0-8 16,-4 127 46-16,1-96-20 16,3 5 3-16,0-8-54 15,0-2-3 1,11 1-13-16,10-13-6 16,1-1-19-16,3-13 13 0,4 0-21 15,2 0-78-15,0-22-19 16,-5-14 11-16,-3-4-161 15</inkml:trace>
  <inkml:trace contextRef="#ctx0" brushRef="#br0" timeOffset="209776.74">6862 16212 884 0,'0'0'136'0,"0"0"-92"16,0 0 48-16,0 0-42 15,0 0-40-15,0 0-10 0,0-4-10 16,0 4-38-16,0-4-123 16,0 4-297-16</inkml:trace>
  <inkml:trace contextRef="#ctx0" brushRef="#br0" timeOffset="210252.87">7214 15913 743 0,'0'0'15'0,"0"0"-8"0,0 0 44 0,0 0 34 0,0 0-81 16,82 105 101-16,-63-57-78 15,-4 10 83-15,-11 4-83 16,-4 14 25-16,0 5-39 16,-6 3 3-16,-17 1-8 15,-6-4-3-15,-4-5-5 16,2-9-25-16,-3-17 1 15,-1-10-110-15,-1-14-233 16</inkml:trace>
  <inkml:trace contextRef="#ctx0" brushRef="#br0" timeOffset="-210753.32">2858 17317 58 0,'0'0'331'0,"0"0"-307"0,0 0 82 15,0 0-19-15,0 0 1 16,0 0-10-16,0 0-17 16,-16 4 19-16,14-4-43 15,-2 0-15-15,-1 4-7 16,-3 0-13-16,0 10 21 15,-7 4-21-15,-3 8 12 16,3 10-13-16,-3 0 21 16,7 4-13-16,2 9 18 15,7-4-12-15,2-1-6 16,0 0 7-16,2-2-10 16,16-7-7-16,2-3 9 15,5-5-12-15,6-10 4 16,6-9 0-16,3-8-5 0,-2-4-3 15,7-22-6-15,-9-10 1 16,-7-4-20-16,-7 4 33 16,-15 0 0-16,-7 9-4 15,0 6 3-15,-9 7-13 16,-18 14 9-16,-4 0-18 16,-5 18 23-16,-4 26 4 0,-2 10 1 15,8 4-2 1,7-4 2-16,11-14-10 15,16-9-11-15,0-18-28 0,32-13-213 16,17 0 110-16</inkml:trace>
  <inkml:trace contextRef="#ctx0" brushRef="#br0" timeOffset="-201723.68">3617 17642 319 0,'0'0'12'0,"0"0"-9"16,0 0 49-16,0 0 0 0,0 0-8 15,0 0 30-15,0 0-23 16,-23 4 26-16,21-4-12 16,-1 0-34-16,0 0 15 15,1 0-28-15,-2 0 19 16,4 0-12-1,-2 0 15-15,2 0-11 0,0 0-9 16,0 0 30-16,0 0-12 0,0 0 11 16,0 4-26-1,0-4 4-15,0 2-22 16,0 2 8-16,22-4-8 16,9 4 21-16,7 0-5 15,5-4-19-15,-1 0 8 16,0 0-10-16,1 0-6 0,-6 0-26 15,-1-4-12 1,-7-6-81-16,-2-3-123 0,-16 10-327 16</inkml:trace>
  <inkml:trace contextRef="#ctx0" brushRef="#br0" timeOffset="-200919.28">4469 17925 477 0,'0'0'53'0,"0"0"-31"0,0 0 81 16,0 0-52-16,0 0 18 0,0 0-1 15,-13 8-5 1,13-8-7-16,0-22-34 0,0-15 25 16,0-13-20-1,0-7 33-15,4-14-35 0,5 4 5 16,0-4-29 0,-4 12 11-16,-1 5-11 15,-4 10 0-15,7 12-2 16,-7 6 2-16,0 16 3 0,0 6-1 15,0 0 0-15,0 4-3 0,0 0-12 16,-7 8 8 0,-7 15-18-16,-11 14 6 15,2 7-12-15,-2 8 12 16,-2 2-49-16,0-5 5 16,5-4-97-1,2-3-50-15,2-7-162 0</inkml:trace>
  <inkml:trace contextRef="#ctx0" brushRef="#br0" timeOffset="-200237.53">4810 17602 657 0,'0'0'51'0,"0"0"-36"15,0 0 56 1,0 0-2-16,0 0-32 16,-25 138 14-16,19-94-13 15,3-8-10-15,3 0-19 16,0-4 3-16,0-9-7 16,3-5 0-16,10-10-5 15,7-4-15-15,5-4 13 16,6 0-11-16,2 0 9 15,3 0-63-15,-7-18-63 16,0-8-81-16,-9-4-216 0</inkml:trace>
  <inkml:trace contextRef="#ctx0" brushRef="#br0" timeOffset="-199753.5">4855 17401 828 0,'0'0'153'0,"0"0"-101"0,0 0 29 16,0 0-51-16,0 0-30 15,0 0 0-15,19 0-3 16,-14 0-38-16,-2-8-68 15,-3 2-263-15</inkml:trace>
  <inkml:trace contextRef="#ctx0" brushRef="#br0" timeOffset="-194193.52">5824 17776 529 0,'0'0'461'0,"0"0"-455"0,0 0 46 0,0 0-6 16,0 0-7-16,0 0-23 16,0 0 14-16,45 0 15 15,-26 0 13-15,6 0-25 16,2 0-27-16,6 0 9 0,5 0-7 15,-5 0-15-15,-4 0 7 16,-6 0-9-16,-11-3-47 16,-6-2-2-16,-6 4-48 15,0-8-132-15,-23 1-439 16</inkml:trace>
  <inkml:trace contextRef="#ctx0" brushRef="#br0" timeOffset="-194007.61">5806 17562 1201 0,'0'0'16'16,"0"0"10"-16,0 0-20 0,127 44-3 15,-81-34-3-15,0-6-46 16,-7-4-107-16,-5 0-101 15,-12 0-74-15</inkml:trace>
  <inkml:trace contextRef="#ctx0" brushRef="#br0" timeOffset="-193259.34">6866 17373 386 0,'0'0'387'0,"0"0"-368"16,0 0 86-16,0 0-44 0,0 0-45 15,0 0 5-15,-124 32-5 16,101-4-3-16,1 11 20 0,0 6 27 15,2 8-9-15,5 6-33 16,1 4-3 0,5-5-9-16,9-2-3 15,0-14-3-15,2-7 1 0,21-12-2 16,12 0 2-16,5-11-14 16,7-6 26-16,0-6-27 15,2 0-24-15,-3-6 31 0,-3-17 9 16,-5-12-4-1,-7-10 1-15,-11 5-28 16,-7 0 24-16,-13 5-57 0,0 8 52 16,-13 12-8-16,-9 13 9 15,-9 2 13 1,0 21-8-16,-3 23 4 16,5 14 0-16,4 7-1 15,9-3 7-15,8-10-15 0,8-16 0 16,0-14-143-16,0-12-193 15</inkml:trace>
  <inkml:trace contextRef="#ctx0" brushRef="#br0" timeOffset="-192741.15">7352 17740 765 0,'0'0'315'0,"0"0"-297"0,0 0 51 0,132-48-43 0,-88 46-26 15,1 2-10 1,-1 0-19-16,-1 10-49 0,-3 0-214 15,-3 3 247 1,-12 4-632-16</inkml:trace>
  <inkml:trace contextRef="#ctx0" brushRef="#br0" timeOffset="-192313.56">8061 17731 751 0,'0'0'158'0,"0"0"-137"0,6 111-42 15,9-79-20-15,4-1 10 16,-3-11-20-16,3-8-9 16,6-4 60-16,-5-8 24 15,9 0 3-15,-3 0-27 16,-1-4-33-16,4-12-91 16,-6-8-179-16</inkml:trace>
  <inkml:trace contextRef="#ctx0" brushRef="#br0" timeOffset="-191783.64">8136 17235 626 0,'0'0'258'0,"0"0"-238"0,0 0-7 16,0 0 28-1,0 0 5-15,0 0-13 16,36 2-1-16,-34-4-7 0,-2 2 21 16,0 0-42-1,0 0 12-15,0 0-14 0,0 0-2 16,0 0-1 0,0 0-8-16,0 10 8 0,0-1-10 15,0-4-22-15,0-5-114 16,2 0-175-1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15T22:48:45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10521 2637 423 0,'0'0'22'0,"0"0"4"16,0 0 32-16,0 0-4 15,0 0 15-15,0 0 8 16,0 0-32-16,0 0 31 0,75-35-18 16,-59 32-8-1,4-1-18-15,9-3 4 0,8 7 2 16,13 0-2-16,10 0-3 15,9 0-26-15,5 0 8 16,3 13-12-16,8-4 5 16,7-2-2-16,10-7-12 15,5 0-5-15,0 0 11 16,-3 0 0-16,-5-3-3 16,-13-1-5-16,-5 4-16 15,-10 0-32-15,-13 0-37 16,-11 0-106-16,-16 0-226 15</inkml:trace>
  <inkml:trace contextRef="#ctx0" brushRef="#br0" timeOffset="1219.83">7270 2739 295 0,'0'0'54'0,"0"0"-39"0,0 0 15 0,0 0 54 15,0 0 0-15,0 0 18 16,0-16-68-16,0 14 6 16,0-2 5-16,0 2 4 15,0-2 23-15,0 0-50 16,0-2 11-16,0 0-17 16,0 0 26-16,13-4-9 0,5 0 26 15,7-7-35 1,8-3 1-16,7 5-5 0,11-3-7 15,18-3 9 1,16 3-16-16,11-1 28 0,6 1-33 16,-9 2 4-16,-1 5-1 15,-3 3-4-15,5 2 0 16,7 2 0-16,-1 4-4 16,-5 0 6-16,-6 0-12 15,-9 0 2-15,-8 0 1 0,-7 2-4 16,-3 8 1-1,-8-2 0-15,-6 2 2 0,-3-4 1 16,4 0-5-16,-2-2 12 16,1 0-19-16,0-4 8 15,-4 0-80-15,-13 0-34 16,-17 0-155-16</inkml:trace>
  <inkml:trace contextRef="#ctx0" brushRef="#br0" timeOffset="52699.6">18924 7803 249 0,'0'0'89'0,"0"0"8"0,0 0-31 16,0 0-32-16,0 0-6 16,0 0 11-16,12-3 11 15,-6 3-11 1,3 0 52-16,3 0-23 0,-1 0 5 15,-1 0-48-15,4 0-2 0,1 0-16 16,2 0-3 0,-2 0-4-16,3 0 2 0,2 0-4 15,0 0 8 1,0 0 18-16,0-1-12 16,0-1 10-16,-2 2-22 15,2-3 8-15,2-1-7 16,-2 4 0-16,10-4-2 0,-1 2 8 15,0-4 4-15,2 6 1 16,2-2 6-16,5 0-17 16,-1-2 10-16,4 2-11 15,-3 2 0-15,-5 0-3 16,5 0 0-16,-7 0 1 16,0 0 4-16,2 0-8 0,3 0 16 15,9 0-10 1,1 0 3-16,6 0-6 0,4-7-3 15,0 2 0-15,1-2 6 16,5 1 6 0,-2-1 20-16,3 3-22 0,-7-2 3 15,0 6-2 1,-7 0-10-16,-3 0 3 0,1 0 2 16,-2 0 0-1,0 0 2-15,-1 4-12 0,5 4 19 16,0 1-14-16,2-6 10 0,1 1 2 15,-2-4-1 1,0 0-4-16,0 0 0 16,2 0-2-16,-5 0 0 15,-3 0 5-15,-4 0-12 0,1 0 14 16,-6 7-16 0,-1 6 16-16,3-3-14 15,3 0 13-15,1-4-6 16,1-3 0-16,3 2 1 15,-1 1-2-15,-4-2 11 0,-1 0-17 0,-4 2 14 16,1 0-6 0,-1 1 5-16,1-5-7 0,1 2 1 31,0-2 0-31,0-1-2 0,3-1 4 16,-4 3-12-16,2-2 20 15,-2 3-18-15,2 2 16 16,1 2-13-16,-1-2 6 15,3 1-1-15,-4-6 0 0,3 4 2 16,-1-2-8-16,-6 0 15 16,1-1-17-1,-3 3 17-15,-2-2-16 0,0 0 13 16,2-3-6 0,7 4 0-16,-1-4 1 0,11 0-3 15,0 0 4 1,-1 0-8-16,-3 0 16 0,-4 0-15 15,-3 0 12-15,-8 0-14 16,-1 0 4-16,-1 4 2 0,-3 5-1 16,3-5 4-1,2-4-7-15,-2 4 16 16,6-4-12-16,-4 0 9 0,3 0-16 16,-1 0 14-1,0 0-12-15,0 0 7 0,0 3-1 16,0 0 11-1,1-1-10-15,-1 2 4 0,-2-4 1 16,2 2-2-16,0-1-2 0,3 2-4 31,1-2 0-31,-2 3 2 0,-1 3 0 16,-3-1 2-16,2-1-5 16,-2 4 6-16,2-1 4 0,-2 0 2 15,4-1-9 1,5-2 3-16,9 1-5 15,5-6 4-15,3 0-2 0,1 0 0 16,-7 0 1 0,-3 0 12-16,-5 0-11 0,-8 5 8 15,3-3-9 1,-5 3-1-16,0-4 0 16,-2 3-5-16,3-2 5 15,-1 1 0-15,2-3-9 0,3 0 9 16,5 0 2-16,2 0 7 15,2 0-10-15,-5 2 4 16,0 0-6-16,-2 2 3 16,-1 0 0-16,4 0-2 15,-3-2 0-15,0 0-2 0,-3-2 8 16,4 0-5 0,-4 0 7-16,3 0-2 15,-5 0-1-15,-2 0-3 16,-2 0 0-16,0 0 4 15,0 0-9-15,0 0 13 16,0 0-10-16,3-6 2 0,-3 0 0 16,-2 0-2-16,1-1 2 15,-4 3 0-15,3 4 0 16,-4 0-16-16,1 0 16 16,-2 0 5-16,5 0 3 15,-2 0-8-15,-5 0 3 16,-3 0-6-16,-3 0 6 15,-3 0-9-15,-2 0 3 16,0 0-40-16,2 0-4 16,0 0-72-16,3 0 12 15,-1 0 13-15,-4 0 77 0,2 0-25 16,-9 0-124 0</inkml:trace>
  <inkml:trace contextRef="#ctx0" brushRef="#br0" timeOffset="53659.57">25484 7853 432 0,'0'0'115'0,"0"0"-53"0,0 0 1 15,0 0-61 1,0 0-2-16,0 0 8 0,103 32-9 15,-97-26 4-15,7 0 1 16,-7 1 4-16,-4 6 23 16,-2 1 26-16,0 5 15 15,0 3-1-15,-12 3-45 16,-3 3 2-16,-3-2-22 16,2-1-6-16,-4 2 3 15,7-8-4-15,1 4 2 16,4-7-1-16,-3 4 0 15,1 0-4-15,0-8-14 16,-1-6-157-16,5-6-183 0</inkml:trace>
  <inkml:trace contextRef="#ctx0" brushRef="#br0" timeOffset="64979.75">19123 13864 302 0,'0'0'0'0,"0"0"0"0,0 0 17 16,0 0 37-16,0 0 10 16,0 0-3-1,0 0-21-15,11 0-3 0,-11 0-12 16,6 0 35-16,-3 0-14 16,2 0-3-1,1-4-26-15,1 4 18 16,1-2-12-16,2 2-16 15,1 0 4-15,0 0 6 0,0-2 46 0,0 2-41 16,-2-2 0 0,2 2-13-16,2 0 0 15,1 0-1-15,4 0 19 16,0 0-17-16,-1 0-10 16,8 0 20-16,0 0-10 15,-1 0 16-15,3 0-23 16,0 0 24-16,-3-4-17 15,-2 0-1-15,-1 4-5 0,-4-2-1 16,3 2-6-16,-5 0 6 16,-3 0-6-16,3 0 6 15,-1 0-6-15,-1 0 12 16,3 0-12-16,1 2 7 16,2 2 8-16,-2-2-11 15,5 0-1-15,-1-2 0 16,4 0 2-16,4 0-3 15,2 0 3-15,-5 0 5 16,-2 0 0-16,-3 0-14 16,1 0 7-16,4 0 0 15,9 0 5-15,2 2-3 16,7-2-4-16,6 0 12 16,0 0-15-16,6 0 15 0,0 0-14 15,-2 0 12-15,0 0-9 0,-4 0 1 16,-3 0-3-16,4 0 0 15,-2 0 6 1,3 0-5-16,4 0 7 16,-1 0-10-16,5 0 11 15,-2 0-10-15,-2 0 6 0,-2 0-3 16,2 0 1 0,-6 0-1-16,0 0-1 15,-2 0 4-15,-1 0-4 16,0 0 9-16,-2 0-8 0,-3 4 2 15,-3 0-2-15,4 2-5 16,-1-4 6-16,1 4 0 16,-1-1 1-16,-2-5-12 0,-4 0 20 15,-5 3-15 1,-9-3 12-16,-3 5-8 16,-4 0 2-16,-4-5 0 15,7 8-1-15,-4-4-4 16,3 2 5-16,8 2 0 0,6 0 5 15,9-2-3 1,5-1 4-16,3 0 3 16,12-1-14-16,-2 3 5 15,-2-2 0-15,-2-1-2 16,-6 2 9-16,2-4-13 0,-1 2 13 16,2 1-3-16,0-4-2 15,1-1-4 1,-1 0 4-16,-2 0-4 0,7 0 2 15,-10 0 0-15,1 0 0 16,-7 0 1-16,0 0-1 16,-4 0 8-16,-7 0-14 15,-7 0 12-15,-6 0-9 16,-5 0 3-16,-5 0-5 0,6 0 4 16,-3 0 1-1,2 5-10-15,0 0 23 0,5 3-19 16,4 1 13-1,9 2 4-15,0 0 0 0,2-1-4 16,5-5-6-16,-1-1-1 16,9 1 0-16,6-1 2 15,-1-3 5-15,6 2 0 16,1-3-10-16,0 0 6 16,-3 0-5-16,0 0 2 15,1 0 0-15,4 0-2 16,2 0 4-16,7-3-4 15,-3 2 6-15,3-12-1 0,-1 9 10 16,-9 3-25-16,-4-8 18 16,-7 8-9-1,-7-2 3-15,-1 1 0 16,0-2-3-16,-2 2 12 16,2 1-18-16,-5 1 19 0,-4 0-18 15,-2 0 14 1,0 0-8-16,-3 0 2 15,0 0-1-15,1 0-1 0,-2 0 4 0,-4 0-11 16,6 0 18-16,-5 0-15 16,2 1 15-1,-2-1-16-15,-2 2 13 0,0 2-12 16,0-2 4 0,1 1-2-16,6-2 1 0,6 8 6 15,8-8-6 1,5 3 3-16,-4-4-21 0,5 0 14 15,-8 0 2-15,3 0-15 16,-2 0 17-16,7 4-1 16,-1-1 4-16,3-3-1 0,0 0 11 15,0 0-17 1,-1 0 16-16,4 0-18 16,1 2-14-16,2 2 20 0,3-4 3 15,0 0 0 1,-5 0-6-16,-4 0 13 0,-7 0-14 15,-9 0 0 1,-1 0-1-16,-7 0 16 16,4 0-15-16,-2 0 7 15,2 0-2-15,2 0-1 16,4 0-5-16,0 0 6 16,7 0-70-16,1 0 69 15,1 0 6-15,10 0-6 0,-4-4 10 16,1-5-8-1,-2 5 2-15,-4 3-1 0,1 1 12 16,1-4-8-16,-1 2-1 0,0-5-3 16,-1 1-9-16,-5 3-3 15,6-3 11 1,-3 2-8-16,1 0 9 0,3 4 0 16,-3 0-4-1,-3 0-5-15,2 0 9 0,1 0 9 16,0 0-3-16,5 0-12 15,0 0-4-15,0 0 3 16,-5 0 7-16,12 0-2 16,-3 0-2-16,4 0 8 15,5 0 5-15,-6 0-3 0,-2-3-2 16,-6 3-4 0,-5 0 0-16,-1 0-11 15,-5 0 8-15,-4 0-10 16,0 0-48-16,-6 0 50 0,2 0 22 15,-2 0-5 1,1 0-5-16,3 0 5 16,4 0-5-16,3 3-2 0,2 1-3 15,0 1-40-15,1 0 31 16,2-4 26-16,-1 1-16 16,2-2 7-16,1 0 14 15,-1 4 7 1,-2 1-25-16,3-1 18 0,-3 3-15 0,-3-3 6 15,4-4-7 1,-1 4-2-16,-3-4 3 16,-1 0-5-16,-3 0 15 15,-4 0-11-15,-4 0 25 16,-2 0-15-16,-1 0 47 16,0 0-36-16,5 0-17 15,4 0-2-15,0 0-3 16,0 0 7-16,2 0-9 0,-4 0 1 15,3 0 0-15,-3 0 2 16,-2 0 2-16,2 0 8 16,-3 0-7-16,1 9 4 15,-2-5-7-15,1 0-2 16,1-2 0-16,-5-1 3 16,3-1 7-16,-2 2-10 15,-2 4 1-15,0-3 9 0,-6 3 11 16,3-2-20-1,0 4-1-15,-3-7 13 0,-1 2-20 16,-1-3 16-16,0 0-16 0,1 0 7 31,-3 0-3-31,-3 0-9 16,4 0-21-16,-3-3-21 16,-9-6-114-16,0-4-261 15</inkml:trace>
  <inkml:trace contextRef="#ctx0" brushRef="#br0" timeOffset="67079.87">29277 13858 315 0,'0'0'162'0,"0"0"-121"16,0 0 9-1,0 0-21-15,0 0-15 16,0 0 15-16,0 0-8 0,-2 0 10 16,2 0-10-1,0 0-5-15,0 0 23 0,0 0-13 0,0 0 28 16,0 0-27 0,0 0 35-16,0 0-31 15,0 0-3-15,0 0-20 16,0 0 4-16,0 0 13 15,4 6 18-15,7 0 2 0,7 1-31 16,-1-1 15 0,4 1-26-16,1-1 16 0,-3 6-13 15,4-2-5-15,-8-1-1 16,1 0 0 0,-3 1-4-16,-1-2 11 0,-3 0-14 15,-1-4 18-15,0 4-19 16,-4-2 13-16,-2 3-10 0,-2 0 0 15,0 1 1 1,0 3 2-16,-6 3 2 16,-13-5-6-16,-5 6 11 15,-5 2-19-15,-11-1 18 0,2 2-6 16,-7 3 4 0,1 1 1-16,1 0-3 0,10-1 0 15,6-6 0 1,12-1 3-16,4-7-2 0,6-2-1 15,5-6-3-15,0-1-20 0,0 0-4 16,0 0-10 0,0 0-31-16,0 0 12 15,0 0 3-15,0 0-40 16,-11 0-166-16</inkml:trace>
  <inkml:trace contextRef="#ctx0" brushRef="#br0" timeOffset="69399.57">30185 13936 619 0,'0'0'72'0,"0"0"54"15,0 0-73 1,0 0-30-16,-69 107 9 0,63-85-21 15,-4 2 24-15,2-2-22 16,-1 0 31-16,-5 6-1 16,-1 4 4-16,-3 2-18 15,-4 4-18-15,2-1-1 16,-1-2-10-16,2-3 7 16,1 1-1-16,0 1-12 15,-2-11-8-15,-2 7-18 16,7-11-55-16,1-9-7 0,3-10-69 15,1 0-111-15</inkml:trace>
  <inkml:trace contextRef="#ctx0" brushRef="#br0" timeOffset="70129.64">29847 13998 180 0,'0'0'311'0,"0"0"-266"0,0 0 19 0,0 0 2 0,0 0 5 15,0 0-6 1,0-8-13-16,0 8 11 0,0 0-8 16,6 0-12-1,4 4 38-15,3 13-47 16,3 6 9-16,-1 5-30 16,5 7 5-16,2 3-12 15,-4 4 6-15,0 2-11 16,-1 0 6-16,-3-1-5 0,-1 4 5 15,-4-6-7-15,3-1 10 0,-4 0-16 16,1-10 9 0,5-2-6-16,3-10-6 0,8 0 1 15,4-5 6 1,4-3-11-16,3-1 12 16,-1-1-53-16,0-2-46 15,-7-2 3-15,-6-2-134 16,-6 0-310-16</inkml:trace>
  <inkml:trace contextRef="#ctx0" brushRef="#br0" timeOffset="78835.4">23902 14299 252 0,'0'0'81'0,"0"0"-28"0,0 0-40 16,0 0 33-16,0 0 12 0,0 0-5 15,0 0-26 1,0 0-3-16,0 0 3 0,0 0 54 15,0 0 11-15,0 0-47 16,0 0 3-16,0 0-25 16,0 0 22-1,0 0-32-15,0 0 22 0,0 0-21 16,0 0-2-16,0 0-12 16,0 0 0-16,0 0 4 15,0 0 0-15,0 0 19 16,0 0 3-16,0 0 22 0,0 0-32 15,0 0 4 1,0 0-17-16,0 0 3 0,0 0-6 16,0-2-2-1,2-16 1-15,0-3 2 0,3-12 39 16,2-3-39-16,2-8 30 16,2-4-28-16,0-2 8 0,0 0-9 15,-2-1 0 1,0 9-2-16,4-4 3 15,-4 8-6-15,-2 4 6 0,2-5-13 16,-5 4-1 0,1 0-39-16,1 8-38 0,-2 13-29 15,0 11 15 1,-4 3-59-16,0 11-322 0</inkml:trace>
  <inkml:trace contextRef="#ctx0" brushRef="#br0" timeOffset="79869.64">23717 14874 429 0,'0'0'129'0,"0"0"-119"0,0 0 14 15,0 0 11-15,0 0 28 16,0 0-27 0,0 0 15-16,-17 31-19 0,12-20 24 15,2 6 3 1,-1 1-18-16,2-1-13 0,2 4-26 16,0-1 1-1,0-2 5-15,0 2-4 16,0-2-2-16,0-4 11 0,0 3-12 15,16-4 9 1,1 1-3-16,2-8-5 16,5 1-2-16,-2-7 4 0,3 0-13 15,-3 0 15-15,1-13-6 16,-4-5 2-16,-1-10 2 16,0-6 2-16,0-5 5 15,2-3-3-15,-5-2-6 16,-2 7-2-16,-5 7 12 15,-6 3-16-15,-2 4 13 0,0 5-18 16,-16 1 8 0,-11 3-3-16,-6 10 4 0,-1 4-6 15,1 0-3-15,0 14-9 16,1 14 12-16,3 6-56 16,5 3-31-1,9-3-60-15,1 2-126 0</inkml:trace>
  <inkml:trace contextRef="#ctx0" brushRef="#br0" timeOffset="82935.06">25080 14252 270 0,'0'0'71'0,"0"0"-31"0,0 0-27 0,0 0 38 15,0 0 20-15,0 0-22 16,0 23-5-16,0-19 31 0,0-4 23 15,0 0-21 1,0 0 2-16,0 0-35 16,0 0 15-16,0 0-23 15,0-14-6-15,0-12-7 16,0-5-2-16,8-8 17 0,-2-3-25 16,3-5 5-1,-2 1-8-15,-3 1-14 0,-1 2 10 16,-3 7-12-16,0 12-1 15,0 8-1-15,0 10 4 16,0 6-13-16,0 0-20 16,0 0-126-16,0 2-192 15</inkml:trace>
  <inkml:trace contextRef="#ctx0" brushRef="#br0" timeOffset="83649.77">24965 14829 238 0,'0'0'250'0,"0"0"-163"0,0 0-24 0,0 0 22 16,0 0-34-16,0 0-17 15,0 12-18-15,0-12 45 16,0-7 42-16,0-12-25 15,0-6 6-15,7 1-59 16,4-6 5-16,0 2-26 0,0-6 3 16,0 1-7-16,-1 6-9 15,-4 6-3-15,-4 8 11 16,-2 7-3-16,0 6 7 16,0 0-8-1,0 12-24-15,-8 12 20 0,-11 5-72 16,6 0-18-1,2-6-178-15,2-2-110 0</inkml:trace>
  <inkml:trace contextRef="#ctx0" brushRef="#br0" timeOffset="84782.54">26300 14323 213 0,'0'0'303'0,"0"0"-240"16,0 0-31-16,0 0-16 15,0 0 19-15,0 0 6 16,-9 9 57-16,9-9 15 16,0 0 6-16,0 0-11 15,0 0-39-15,0 0-23 16,0-21-27-16,0-9-9 15,0-2 3-15,2-9 2 0,7-3-10 16,4 1 18 0,-6 2-20-16,-2 8 3 15,-5 2-3-15,0 8-6 0,0 2-3 16,0 6-18 0,0 4-24-16,0 6-4 0,-3 5 40 15,-1 0-33-15,-6 3-21 16,2 15-192-16,-1 0-581 15</inkml:trace>
  <inkml:trace contextRef="#ctx0" brushRef="#br0" timeOffset="85479.39">26202 14644 556 0,'0'0'94'0,"0"0"-2"0,0 0-9 0,0 0-8 16,0 0-11 0,0 0-33-16,29 0 18 0,-10 0-19 15,2 0-15 1,-1 0 0-16,-3 0-8 0,-5 8 15 15,-1 8-22-15,-9 2 0 16,4 8-41-16,-6 1 37 16,0 0 4-16,0 5 4 15,0 0-3-15,0 3-1 16,5-7 3-16,0-5 10 16,4-2 20-16,6-4-24 15,1-5 18-15,3-3-23 0,0-3 17 16,3 2-10-16,1-6-10 15,-2-2 18 1,13 0-15-16,-3 0 0 0,2 0 10 16,8 0-28-1,-3 0-11-15,-1 0-44 0,-1 0-34 0,-7 0-106 16,-9 0-163 0</inkml:trace>
  <inkml:trace contextRef="#ctx0" brushRef="#br0" timeOffset="86779.82">27931 14241 501 0,'0'0'251'0,"0"0"-177"0,0 0 25 0,0 0-47 15,0 0-10-15,0 0 8 16,0-42 27-16,0 20-35 0,2-2-10 16,6-2 5-1,2-4-16-15,1-2 1 16,2-3-18-16,-1 7 6 16,-2 3-10-16,-8 10-7 0,-2 7-16 15,0 8-3 1,0 0-7-16,0 3-69 0,0 14 15 15,-2 3-142-15,0-3-353 16</inkml:trace>
  <inkml:trace contextRef="#ctx0" brushRef="#br0" timeOffset="87959.77">27810 14727 264 0,'0'0'429'0,"0"0"-364"0,0 0 33 0,0 0-45 16,0 0-21-1,0 0-26-15,76-15-12 16,-71 15 3-16,-5 0 3 0,0 18 0 16,0 4 26-16,0 3 5 15,-12 5-6 1,-3 0 9-16,3-2-31 0,8-12-6 15,4-2 3-15,0-4-4 16,0-10-1-16,6 0 5 0,10 0 5 16,0 0-2-16,-3 0-4 15,-4 0 8 1,0 0-14-16,-6 4 7 0,5 5 0 16,-5 10 0-1,-1 3 6-15,-2 4 3 0,0-2-4 16,0 0 6-1,0-5-6-15,0 2 38 0,-13-5-43 16,-5 0 15-16,-5 2-14 0,-2-9-2 16,4-4-3-1,5-5-38 1,7 0-101-16,9-18-404 0</inkml:trace>
  <inkml:trace contextRef="#ctx0" brushRef="#br0" timeOffset="90429.72">30116 13258 117 0,'0'0'35'0,"0"0"91"0,0 0-12 0,0 0-58 0,-118-50 61 15,105 46-19 1,-3 0-10-16,3 2-26 0,6-2-12 16,5 3-24-1,2-8 33-15,0 3-32 0,0 0-7 16,0-2-8-1,0 2 25-15,0 4 54 16,0-1-48-16,0 0 6 0,0 3-40 0,0 0 1 16,0 0-1-1,0-2-12-15,0 2 4 16,0-4-1-16,0 4 1 16,0-3 6-16,0 1 28 15,0-1-27-15,0 3 19 16,0 0-26-16,0 0-2 15,0 0-4-15,0 14 5 16,0 10 1-16,0 2 6 16,0 4-5-16,2-3 8 0,1 3-15 15,-1 2 13-15,0-4-16 16,-2 2-1-16,0-4-14 16,0-8-14-1,0-2-15-15,7-8 0 0,-3-2-21 16,0-6-6-16,-2 0-61 15,-2 0-66-15,0-14 15 16</inkml:trace>
  <inkml:trace contextRef="#ctx0" brushRef="#br0" timeOffset="90671.86">29824 13357 614 0,'0'0'228'0,"0"0"-127"0,0 0-22 16,0 0 7-16,0 0-13 16,0 0-28-16,101-29-38 15,-72 28 9-15,-3-4-6 16,-1 5-16-16,1 0 6 15,-1 0-15-15,0 0-63 0,-4 0-54 16,0 0-113-16,-5 0-338 16</inkml:trace>
  <inkml:trace contextRef="#ctx0" brushRef="#br0" timeOffset="91075.7">30281 13361 576 0,'0'0'92'0,"0"0"-7"16,0 0-16-16,0 0-54 0,0 0 44 16,0 0-28-1,14 0 21-15,13 0-11 16,-1 0 7-16,5-16 13 16,-4-7-42-16,2-2-8 15,-9-1 1-15,-7-5-10 16,-9 3 6-16,-4 5-16 15,0 2 6-15,-17 11-27 16,-5 6 12-16,-5 4-22 0,-2 0 15 16,5 20 3-1,-3 4 9-15,9-4-141 16,3 2-168-16</inkml:trace>
  <inkml:trace contextRef="#ctx0" brushRef="#br0" timeOffset="91393.38">30509 13345 433 0,'0'0'163'0,"0"0"-14"15,0 0-76 1,0 0-57-16,0 0 13 0,0 0 53 15,64 2-14-15,-44-10-1 16,0-12-13-16,-4-2-9 16,-3-3-34-16,-6 6 8 15,-1 2-13-15,-6 3-10 16,0 6 4-16,0 2-33 16,-19 6 16-16,-6 0-58 15,-2 0 32-15,0 0-12 0,6 10-36 16,0 5-161-16,7 0-201 15</inkml:trace>
  <inkml:trace contextRef="#ctx0" brushRef="#br0" timeOffset="95190.1">22585 14128 726 0,'0'0'60'0,"0"0"-47"0,0 0 2 0,0 0-4 16,0 0 77 0,0 0-10-16,43-104-13 0,-37 82 14 15,-1 0-31 1,1-1 2-16,-1-1-30 16,4-5-6-16,0-5-13 0,2-3-2 15,7 1-1 1,-5 1-5-16,5 5-10 0,-9 7 17 15,2 8 5 1,-6 11-2-16,-3 4-3 0,-2 0-27 16,0 24-32-16,-18 11-238 15</inkml:trace>
  <inkml:trace contextRef="#ctx0" brushRef="#br0" timeOffset="95789.8">22188 14629 545 0,'0'0'312'0,"0"0"-204"0,0 0-49 0,0 0 10 15,0 0-9-15,0 0-2 16,0 0-14-16,-2 4 12 0,20-3 18 16,3 4-23-1,0 0-11-15,8-3-34 16,0 2-9-16,0-4 3 16,0 0-10-16,-4 0-56 15,0 0 3-15,-8 0-6 16,-3 0-18-16,-3 6-69 15,-5 0-165-15,-1 4-370 0</inkml:trace>
  <inkml:trace contextRef="#ctx0" brushRef="#br0" timeOffset="96370.01">22708 14830 402 0,'0'0'156'0,"0"0"-90"0,0 0 20 16,0 0-28-16,0 0 8 16,0 0-23-16,0 25 39 15,0-25-4 1,0 0 8-16,0 0-35 16,0-8-13-16,0-15-11 15,7-11-26-15,2 1 20 16,-1-12-5-16,1 7 16 0,-2 3-14 15,-2 6 12-15,-3 2-21 16,0 8-9-16,-2 11-3 16,0 5-23-1,0 3 23-15,0 0-18 0,-11 5-4 16,-3 11-10-16,-1 1 25 0,-1 2-39 16,1 0-82-1,-3 2-170-15</inkml:trace>
  <inkml:trace contextRef="#ctx0" brushRef="#br0" timeOffset="97301.86">21298 14021 438 0,'0'0'209'0,"0"0"-158"0,0 0-10 0,0 0-20 0,0 0 9 16,0 0 24-16,0 12 69 15,0-11-53 1,0-1 27-16,0 0-50 0,0 0-2 16,0 0-25-16,0 0 4 15,0-10-2-15,0-12-18 16,0-9 27-16,9-7-8 16,4-4 21-16,-2 9-43 15,4-1-1-15,-1 6-3 16,-1 0-27-16,0 1-24 15,-3 12-3-15,-1 3 7 16,-7 10-50-16,-2 2 6 16,0 6-71-16,-5 23-65 0</inkml:trace>
  <inkml:trace contextRef="#ctx0" brushRef="#br0" timeOffset="97789.95">20837 14618 419 0,'0'0'485'0,"0"0"-445"0,0 0 41 0,0 0 9 0,0 0-51 0,0 0-22 16,122 4-17-16,-96-4 1 15,-3-2-10-15,-5-4-9 16,-3 2-42-16,-1 0-60 15,-3 2-108-15,0 0-206 0</inkml:trace>
  <inkml:trace contextRef="#ctx0" brushRef="#br0" timeOffset="98249.64">21276 14534 700 0,'0'0'99'0,"0"0"-33"15,0 0 9-15,0 0-49 16,0 0 28-16,0 0-47 16,104-22-14-16,-98 22 3 15,-4 8 3 1,2 6 1-16,-4 8 7 0,0 2-6 16,0 2 0-1,-12 4 1-15,-1 2 1 16,-3-6 6-16,3 1-9 0,-1 0-1 0,1-4-6 15,2 0 4 1,6-5-1-16,5-1-6 16,0-9 9-16,0-4 1 15,20-4-2-15,11 0 10 16,9-11-7-16,8-8 10 16,1-2-11-16,-5 2-15 0,-2 0 2 15,-9 10-67 1,-8-1-88-16,-11 4-104 0</inkml:trace>
  <inkml:trace contextRef="#ctx0" brushRef="#br0" timeOffset="99519.68">18691 13443 598 0,'0'0'160'0,"0"0"-69"0,0 0-28 0,0 0-40 16,0 0-20-1,0 0 61-15,29-6-15 0,-12 4 18 16,4 2-42-16,-1 0 12 0,1 0-21 16,4 0 21-1,-2 0-12-15,1 0-24 16,-4 0-1-16,0 2 9 16,-7 4-20-16,3-4-6 15,-7 2-16-15,-5 2-86 16,-4 0-80-16,0 5-249 15</inkml:trace>
  <inkml:trace contextRef="#ctx0" brushRef="#br0" timeOffset="100503.71">19235 13361 25 0,'0'0'62'0,"0"0"-37"16,0 0-1-16,0 0-12 15,0 0 90-15,0 0 8 0,0 0-7 16,0 0 2 0,0 0-25-16,0 0-57 0,0 0-3 15,0 0-5-15,-3 5 4 16,1 1 44-16,-3 5-25 16,1-1 2-16,-3 0-18 15,5-2 3-15,0 3-21 16,2-2 7-16,0-3-10 0,0 2-1 15,0-2 5 1,0 2 1-16,9-6 12 16,-1 3-7-16,4-2 2 15,-1-3-6-15,0 0 15 16,3 0-17-16,-1-3 16 16,1-12-21-16,1-1 0 15,3-8 0-15,-5 4 4 16,-1-5 4-16,-4 2 3 0,-3-1-18 15,-3 2 8-15,-2 3-2 16,0 3-15-16,0 7 14 0,-9 0-22 16,-7 8-26-1,-3 1 22-15,-4 0-45 16,0 1-2-16,-1 12 19 16,0 7 53-16,1-4-8 0,7 2-88 15,1-2-75 1,7 0-138-16</inkml:trace>
  <inkml:trace contextRef="#ctx0" brushRef="#br0" timeOffset="101299.7">19357 13401 148 0,'0'0'136'0,"0"0"-28"0,0 0-24 0,0 0-6 16,0 0-59-16,0 0-17 15,0 0-1 1,0 2-1-16,0 0 58 0,3 4-3 16,-1 4 17-16,0 0-12 15,-2 2-6-15,2-4-49 16,0 2-4-16,0-2 3 0,1-2-5 15,-3 0 1-15,6 2 0 16,0 2-4 0,2-1 17-16,3-2-20 15,-1-1 18-15,7-2-5 16,1 0 13-16,1-2 3 16,-1-2-15-16,0 0 3 0,2 0-10 15,1 0 0-15,-4-16 7 16,1-8-3-16,-3-1 20 15,1-4-19 1,-5 0 17-16,1-1-14 0,-6 9 0 16,-6 1-6-16,0-1 1 15,0 2-3-15,0 0 0 0,-6 6-1 16,-8 2 2 0,-7 5-7-16,0 6 9 0,-6 0-6 15,-4 5 3 1,-3 11-14-16,1 4 6 0,8-4 0 15,1-2-7-15,11 0-42 0,-3-4-18 16,11 6-25 0,-3 2-133-1</inkml:trace>
  <inkml:trace contextRef="#ctx0" brushRef="#br0" timeOffset="104900.14">23227 14264 316 0,'0'0'221'0,"0"0"-188"15,0 0-33-15,0 0 1 0,0 0 19 16,0 0 16 0,0 0 31-16,0 0-18 0,0 0 24 15,0 0-13-15,0 0-4 16,0 0-32-16,0 0-9 16,0 0 10-16,0 0 14 15,0 0 15-15,0 0-23 16,0 0 14-16,0 0-40 15,0-6 27-15,0-9-27 0,0-1 4 16,0-10-9-16,0-10-1 16,12-5-1-16,5-3 2 15,-5 7 3-15,1 1 4 16,-3 9 2-16,-2 5-8 16,-2 4-2-1,3 0-8-15,0 4-18 16,-2 2-33-16,-3 6-89 0,-4 6-61 0,0 0-240 15</inkml:trace>
  <inkml:trace contextRef="#ctx0" brushRef="#br0" timeOffset="106759.92">23220 13225 639 0,'0'0'66'15,"0"0"29"-15,0 0-16 0,0 0 41 16,0 0-33-16,0 0-1 15,0-7-48-15,0 3 18 16,3-2-28-16,13 2 25 16,1-2-37-16,1 2-1 15,-1 3-15-15,0-2-13 16,-7 3 5-16,2 0-33 16,-5-1 10-16,1 1-72 0,-4 0-76 15,-1 0-190-15</inkml:trace>
  <inkml:trace contextRef="#ctx0" brushRef="#br0" timeOffset="107297.43">23566 13198 396 0,'0'0'209'0,"0"0"-139"0,0 0-31 15,0 0 19 1,0 0-44-16,0 0 6 16,-3 35-16-16,3-32 23 0,0 0 24 15,7-3 25-15,5 0-24 16,5 0 12-16,3-12-1 0,5-11-40 15,0-7-8 1,-2-4-9-16,2-2-12 16,-9-2-12-16,-7 6-5 15,-9 4-2-15,0 8 18 0,-4 10-2 16,-21 10 3 0,-8 0-16-16,-5 14-17 15,-1 16 39-15,4 0-21 16,6-2-14-16,7-4-126 0,6-6-82 15,10-4-49 1</inkml:trace>
  <inkml:trace contextRef="#ctx0" brushRef="#br0" timeOffset="107562.55">23813 13174 483 0,'0'0'151'0,"0"0"8"0,0 0-57 0,0 0-57 15,0 0-45 1,0 0-27-16,-11 98-52 0,5-87 26 15,6-1 34-15,-8-2-46 0,4 0-103 16</inkml:trace>
  <inkml:trace contextRef="#ctx0" brushRef="#br0" timeOffset="108229.9">24087 12936 436 0,'0'0'87'0,"0"0"-48"0,0 0 8 0,0 0-16 16,0 0-25 0,0 0 33-16,-20 0 19 15,11 0 12-15,3 0-4 16,-1 5 14-16,3 1-52 0,2-1 1 15,-2 2-26-15,4 0 11 16,0-1-14-16,0-2 4 16,0 0-11-16,10-2 14 15,3 2 12-15,10-4-7 16,1 3 52-16,0-3-60 0,-1 1-2 16,-5 5-2-1,-5 0 0-15,-1 2-11 0,-8 2 3 16,-2 3 4-16,-2 1 8 15,0 5-15 1,0 5 21-16,-9-2-20 0,-9 0 10 16,-2-2 0-16,2-2-1 15,0-6-3 1,3-3-14-16,3-8-37 16,2-1 9-16,1 0-115 15,-1-1-153-15</inkml:trace>
  <inkml:trace contextRef="#ctx0" brushRef="#br0" timeOffset="108448.21">24070 12952 744 0,'0'0'281'0,"0"0"-265"0,0 0 68 0,0 0-74 16,0 0-10-16,0 0-71 16,106 6-103-16,-90-6-78 15,-7-6-209-15</inkml:trace>
  <inkml:trace contextRef="#ctx0" brushRef="#br0" timeOffset="110594.59">28278 14127 6 0,'0'0'25'0,"0"0"39"16,0 0 20-16,0 0-24 0,0 0-17 15,0 0-22-15,-11 50-21 16,11-50 18-16,0 6 37 16,0-2 33-16,0 0-21 15,0-2 7-15,-2-2 3 16,2 6-26-16,0-6-17 15,-2 0-20-15,2 2 8 16,0 0-20-16,0-2 11 0,-2 5-10 16,2-5 2-1,0 1 12-15,0-1 40 0,0 0 1 16,0 0-25-16,0 0 9 16,0 0-16-16,0-1 30 15,0-16-49 1,0-5 11-16,6-6-16 0,5-2 9 15,1-1 3-15,-4 6-5 16,1-2 1-16,-3 3 1 16,0 4-22-16,0 4 5 15,-1 5-13-15,-3 0-48 16,0 6 3-16,-2 5-69 16,0 0-158-16</inkml:trace>
  <inkml:trace contextRef="#ctx0" brushRef="#br0" timeOffset="111360.97">28191 13615 575 0,'0'0'139'0,"0"0"-70"0,0 0-18 15,0 0-29 1,0 0 69-16,0 0-40 15,16-76-3-15,-3 51 23 0,-1-10-27 16,-4 3-8-16,3 1-24 16,-1 6 8-16,-6 6-14 15,-2 11-12-15,0-1-13 16,-2 5-28-16,0 0-90 0,0 4-109 16,0 0-66-1</inkml:trace>
  <inkml:trace contextRef="#ctx0" brushRef="#br0" timeOffset="112009.55">28158 13283 309 0,'0'0'192'0,"0"0"-130"0,0 0-13 0,0 0-25 0,0 0 26 15,0 0 6 1,9-3 48-16,8 3 6 15,6 11-35-15,2-1-43 0,2-4-6 16,2-2-7-16,-6-4-13 16,2 0-2-16,-5 0-3 15,-7 0 8-15,3 0 0 16,-5 0-12-16,-4 0 3 16,-3 0-4-16,1 0-26 15,0 0 14-15,-5 0 11 16,0 0 5-16,0 0-2 15,0 0-21-15,0 0 12 16,0 10-34-16,-8 12 41 16,-9 7 4-16,-6 8-4 0,8 5 5 15,-1-2-1-15,10 0 0 16,6-7 3-16,0-8-7 16,0 1 10-16,0-12-13 15,10 1-49 1,0-9-122-16,-1-6-7 0,-1 0-210 15</inkml:trace>
  <inkml:trace contextRef="#ctx0" brushRef="#br0" timeOffset="113325.82">28739 13233 809 0,'0'0'103'0,"0"0"-45"0,0 0-15 0,0 0-31 0,0 0-12 15,0 0-6 1,125-49-29-16,-109 39 18 16,-1 2 17-16,-3 2-3 15,-6 2-18-15,-4 2-91 0,-2 1-165 16</inkml:trace>
  <inkml:trace contextRef="#ctx0" brushRef="#br0" timeOffset="113575.19">28717 13130 868 0,'0'0'77'0,"0"0"23"16,0 0-100 0,0 0-1-16,0 0-158 0,0 0-188 15</inkml:trace>
  <inkml:trace contextRef="#ctx0" brushRef="#br0" timeOffset="114159.61">29065 12982 474 0,'0'0'357'0,"0"0"-343"15,0 0 36 1,0 0-15-16,0 0 0 0,0 0-7 16,73-46-16-16,-59 46 5 15,-12 0-16-15,-2 0 8 16,0 0 2-16,0 16-10 16,0 2 13-16,0 2-14 0,-7-4-8 15,5-6-3 1,2 2 9-16,0-4 4 0,7-4 5 15,15 3-3-15,-2 0 11 16,3-1-7-16,-6-2-8 16,-3 2 0-1,-4 2-3-15,-5 0-9 0,-5 6-9 16,0 2 16-16,-5 4 10 16,-5 2-7-16,-4 3 10 15,7-5 4-15,-1-1-10 16,-6-1-2-16,-4-1-11 15,-2-2-74-15,-2 0-175 16</inkml:trace>
  <inkml:trace contextRef="#ctx0" brushRef="#br0" timeOffset="114439.73">29450 13212 861 0,'0'0'68'0,"0"0"34"0,0 0-75 16,-2 109-16-16,0-87-11 16,-1-6-37-16,3-9-111 15,-4-4-122-15</inkml:trace>
  <inkml:trace contextRef="#ctx0" brushRef="#br0" timeOffset="114919.69">29686 13056 722 0,'0'0'87'16,"0"0"0"-16,0 0-17 0,0 0 2 15,0-124-24-15,0 86 28 0,-2 2-60 16,0 1 22 0,0 9-23-16,2 7 8 0,-2 6-21 15,2 7 2 1,0 5-4-16,-6 1-15 0,0 0 14 16,2 8-20-1,-3 15 11-15,1 2 6 16,4-3-35-16,-1 0-95 15,0-4-156-15,-1-3-455 16</inkml:trace>
  <inkml:trace contextRef="#ctx0" brushRef="#br0" timeOffset="115259.87">29834 12693 578 0,'0'0'169'0,"0"0"-51"0,0 0-28 0,0 0-49 16,0 0 50-16,0 0-19 15,17 88-47 1,-13-55-16-16,2 5-7 0,-6-7-4 16,0 2 3-16,0-8-4 0,0 0-23 15,0-5-23 1,0-15-103-16,0-5-166 15</inkml:trace>
  <inkml:trace contextRef="#ctx0" brushRef="#br0" timeOffset="115939.71">29882 12683 582 0,'0'0'45'0,"0"0"49"0,0 0-63 15,0 0-31 1,-75 123-40-16,54-96-48 0,2-2 53 0,-1-5 35 31,13-4 13-31,5-4 63 16,2-4-1-16,0-4-20 15,17 1 25-15,10-5-17 16,9 0-45-16,-1 0-10 0,2 0 1 16,-6 0-14-16,-10 0 13 15,-7-5-11-15,-5 5 8 16,-7 0-5-16,2 0 5 16,1 0 11-16,2 0-3 15,-3-4-13-15,7-1 13 16,-2-2-9-16,-2-1-8 15,-2-4-1-15,-3-1 3 16,0 3 4-16,0 3-2 16,-2 1 0-16,0 3 8 15,0 1-4-15,0-2 1 16,0 4-3-16,0 0 3 16,0 0-10-16,0 0-16 15,0 22 21-15,0 5 55 0,-4 3-18 16,-3 1-32-1,0-2 7-15,7-5-24 16,-2-8-31-16,2-4-15 0,0-7-80 16,0-5-213-16</inkml:trace>
  <inkml:trace contextRef="#ctx0" brushRef="#br0" timeOffset="116999.89">28777 13052 719 0,'0'0'137'0,"0"0"12"0,0 0-47 0,0 0-54 16,0 0-23-1,0 0-18-15,51 0 9 16,-32 0-12-16,2-5 17 16,2 2-21-16,1-1-5 0,8-2-64 15,-3 0-101 1,0-2-214-16</inkml:trace>
  <inkml:trace contextRef="#ctx0" brushRef="#br0" timeOffset="157823.21">26356 7797 462 0,'0'0'70'0,"0"0"46"16,0 0-50-16,0 0 6 16,0 0-16-16,0 0-12 15,0 0-11-15,0 0 5 0,0-13 13 16,0 11-27-1,0-2 21-15,0 4-21 0,0 0 17 16,0-2-30-16,0 2 7 16,0 0-9-16,0 0-4 15,0 0-4-15,0 0 14 0,0 0 1 16,-5 2-14 0,-7 23 10-16,0 10-7 15,-5 9-7-15,-2 10 11 16,-6 9-8-16,-8 7-1 0,-5 0 0 15,2 0-5-15,0-5 14 16,5-6-19-16,12 0-27 16,1-5-5-1,7-3-92-15,3-16-103 16,8-13-215-16</inkml:trace>
  <inkml:trace contextRef="#ctx0" brushRef="#br0" timeOffset="158754.47">26268 7808 357 0,'0'0'227'0,"0"0"-225"0,0 0 80 16,0 0-52-16,0 0 38 16,0 0-39-16,-8-51 28 15,16 43 28-15,5-5-31 16,8-1 8-16,1 2-6 16,0-4-17-16,0 10-27 0,8-2 3 15,-1 4-15 1,2 4 0-16,-2 0 0 0,-5 0-5 15,-11 8-10-15,-13 18-62 16,0 8 43-16,-17 10 9 16,-28 9 9-16,-3 0-16 0,-13 6 7 15,1-5 1 1,-2-4-3-16,6-10-45 16,16-5 22-16,9-6 24 15,11-9 26-15,13-4 17 16,7-4 11-16,0 1 29 0,31-2 0 15,11 1 5 1,8 6-20-16,-4 1 7 0,-3 2 7 16,-14 4-43-1,-8 4 7-15,-2 2-14 0,-4-1-12 16,-1-2 6 0,-3-6-47-16,-3-4-51 0,-3-5-88 15,-2-12 48-15,3-1-19 16,-4 0-165-16</inkml:trace>
  <inkml:trace contextRef="#ctx0" brushRef="#br0" timeOffset="159435.81">26522 8296 393 0,'0'0'197'0,"0"0"-167"0,-35 105 12 0,33-64-41 16,2-5-2-16,0-7-1 0,2 1 2 15,11-7 15 1,3-7 53-16,4 2 16 16,0-8-15-16,6-4-24 15,1-3-43-15,2-3-2 16,0 0-60-16,-2-3-40 0,-2-13 69 15,-6-2-44 1,-5 0-13-16,-5 4-123 16</inkml:trace>
  <inkml:trace contextRef="#ctx0" brushRef="#br0" timeOffset="159781.12">26482 8328 776 0,'0'0'25'0,"0"0"179"0,0 0-83 0,0 0-91 16,117 0-27-16,-94 0 1 15,-2 0-8-15,-3 0-22 16,-3 0 25-16,-3 0-62 15,-4-3-47-15,-3-6-87 16,-5-1-67-16</inkml:trace>
  <inkml:trace contextRef="#ctx0" brushRef="#br0" timeOffset="159983.23">26538 8209 1055 0,'0'0'47'16,"0"0"37"-16,0 0-26 15,115-8-19-15,-78 6-39 0,-6-4-8 16,-7 6-67 0,-4 0 19-16,-6-2-110 15,-12-4-180-15</inkml:trace>
  <inkml:trace contextRef="#ctx0" brushRef="#br0" timeOffset="161899.67">26846 8654 537 0,'0'0'22'0,"0"0"66"0,0 0 19 0,0 0-11 16,0 0-27 0,0 0 52-16,64-148-30 15,-32 93-55-15,7 4-18 0,1 1-13 16,-3 10-10-16,-4 5-4 15,-11 13 9-15,-6 11-10 0,-10 11 6 16,-4 0-12 0,-2 3-38-16,2 26 32 15,-2 7 19-15,0 4 0 16,0 6-47-16,-6-2 8 0,-9 4-25 16,-1-2-11-1,3 0 25-15,-3-4-11 0,9-4 4 16,1-7-14-16,6-11-105 0,-2-6-154 15</inkml:trace>
  <inkml:trace contextRef="#ctx0" brushRef="#br0" timeOffset="162149.41">26890 8499 854 0,'0'0'108'0,"0"0"-57"0,0 0-32 0,0 0-19 0,127-5-187 15,-115 5-243-15</inkml:trace>
  <inkml:trace contextRef="#ctx0" brushRef="#br0" timeOffset="162629.7">27378 8351 580 0,'0'0'41'15,"0"0"30"-15,0 0-60 0,15 125-11 16,-15-87 4 0,-9 2-5-16,-15 0 2 0,2 1 44 15,2-8 66-15,7-5-21 16,5-6-32-16,8-5-52 15,0-1 22-15,6-6 4 16,15-2-5-16,6-1-6 0,4-2 10 16,7-4-7-1,9-1-22-15,2 0 4 16,2 0-6-16,-6 0-4 16,-11 0-50-16,-7-3-2 15,-10 0-11-15,-1 3-54 16,-10 0 4-16,-1 0-42 0,-5 0-253 15</inkml:trace>
  <inkml:trace contextRef="#ctx0" brushRef="#br0" timeOffset="173629.74">20304 8181 384 0,'0'0'60'0,"0"0"-12"0,0 0-38 15,0 0-10-15,0 0 9 16,0 0 3-16,0 0 35 15,-3 43 19-15,3-41-2 16,0 3-15-16,3 2-4 16,6-3-32-16,-4-1-7 0,-1 3-1 15,0-1-6 1,0-4 6-16,3 2-4 16,0-1 22-16,0-2 36 15,6 1-17-15,-1-1-33 16,1 0 9-16,-3 0-16 0,0 0 2 0,1 0-3 15,-1 0 12 1,7 0 10-16,-2-18-7 16,3-1-6-16,4-2-4 15,-4-3 8-15,0 4-9 16,-3-5-5-16,-1 2 1 16,-3-4 6-16,3 2-7 0,-4 0-2 15,-3 2-1 1,-1 4 1-16,-6 1 0 15,0 5-5-15,0 0 0 16,0 6-1-16,-4 5 3 16,-13 2 5-16,-4 0 3 0,-3 0-3 15,-5 13 0-15,-2 4 41 16,-3 0-30-16,5 2-22 16,2-1 6-16,8 0 4 15,3 2-51-15,3-1-151 16,1 2-209-16</inkml:trace>
  <inkml:trace contextRef="#ctx0" brushRef="#br0" timeOffset="-202986.88">21699 8065 11 0,'0'0'283'0,"0"0"-249"0,0 0 16 16,0 0-26-16,0 0-6 15,0 0-18-15,0 0 2 16,0 0 12-16,0 0 48 16,0 0 1-16,0 0 35 15,0 0-34-15,0 0-21 16,0 0-33-16,0 0 6 16,0 0-8-16,0 0 1 0,0 0-1 15,0 0 3 1,0 0 29-16,0 0-9 0,0 0 15 15,0 0-30-15,0 0 7 16,0 0-12-16,0 0 8 16,0 0-1-16,0 0 2 15,0 0 20-15,0-8-21 16,9-11 0-16,-1-6-16 0,6 0 18 16,-1-6 1-1,3-8-1-15,4 3-10 16,0-3-8-16,-3 4-3 0,-1 1 2 15,-5 7-6-15,-1 4 11 16,-4 10-6 0,-6 8 6-16,0 3-6 15,0 2-1-15,2 0-1 0,7 0-39 16,0 0-27 0,2 0 21-16,-2-1-1 0,-2-2 1 15,-7 3-74 1,0 0 4-16,-5 0-239 0</inkml:trace>
  <inkml:trace contextRef="#ctx0" brushRef="#br0" timeOffset="-201652.64">21687 8704 205 0,'0'0'39'0,"0"0"-38"0,0 0 5 15,0 0 39-15,0 0 79 16,0 0 4-16,0 27-60 16,0-23-13-16,0-2 5 15,0 2-18-15,0-2-14 16,0-1-10-16,0 2 5 0,-2-1 12 15,0 2-2-15,-2 0 21 16,4 4-26 0,-5-2 13-16,1 2-24 0,-3 0 0 15,2 0-6 1,-1-4-9-16,4-2 19 0,2-2-18 16,0 0 4-1,0 0-4-15,0 0 16 0,0 0-4 16,0 0 18-16,0-14-23 0,0-6-7 15,2-4 0 1,9-6 0-16,0-2-3 16,0-5 4-16,3-1-7 15,-1 0 10-15,0-2-12 0,3 5 5 16,-3 2-6 0,-1 13-5-16,-8 8 10 0,-4 6-2 15,0 6 3 1,0 0 0-16,0 0-11 0,-11 16 0 15,-9 8 22-15,-5 4-22 0,-2 2 11 16,3-3-14 0,2-4-31-16,6-5-26 15,3-5-45-15,1-1-77 16,8-5 8-16,0-1-36 16</inkml:trace>
  <inkml:trace contextRef="#ctx0" brushRef="#br0" timeOffset="-194556.97">20802 6972 219 0,'0'0'103'0,"0"0"46"0,0 0-57 16,0 0-28 0,0 0-8-16,0 0-18 0,0 0 14 15,0 0-27 1,0 0 30-16,0 0 9 0,0 0 11 15,0 0-21-15,0 0-1 16,0 0-26-16,0 0-16 16,0 0 15-16,0 0-17 0,0 0 17 15,0 0-23 1,0 0 12-16,10-2-9 16,5-2-3-16,8-3 9 15,8-4-8-15,-2 3 3 16,6-2-4-16,-1 2-6 15,-3-4-8-15,2 0 7 16,1 0-43-16,-7-1 2 16,-9 3-79-16,-5 1-135 0,-11 5-240 15</inkml:trace>
  <inkml:trace contextRef="#ctx0" brushRef="#br0" timeOffset="-193726.67">20925 6418 405 0,'0'0'138'0,"0"0"-88"0,0 0-16 16,0 0 5-16,0 0 14 15,0 0 29-15,29-8 5 16,-13 7-9-16,5-4-41 0,-2-1 18 16,1 0-18-1,5 0-35-15,-3-2-4 16,5 0-24-16,-1 1 5 16,-5 0 4-16,-4 4 14 15,-5 0-30-15,-8 0-66 16,-4 3-96-16,0 0-325 15</inkml:trace>
  <inkml:trace contextRef="#ctx0" brushRef="#br0" timeOffset="-192923.25">20925 5829 274 0,'0'0'19'0,"0"0"42"0,0 0 23 16,0 0-10-16,0 0 3 15,0 0-5-15,-9 2-7 0,9-2-32 16,0 0 10-16,0 0-11 16,0 0 5-16,0 0-1 15,0 0-7-15,0 3 10 16,0-3-12-16,0 1 15 16,0-1-27-16,0 0 5 15,14 0-5-15,10 0 13 16,-1 0-27-16,4 0 5 15,-1 0-2-15,1 0-1 0,-2 0-6 16,-3 0-24 0,-4 0-33-16,-1-4-24 0,3-4-65 15,-9 0-4 1,1 0-156-16</inkml:trace>
  <inkml:trace contextRef="#ctx0" brushRef="#br0" timeOffset="-192142.65">20921 5223 497 0,'0'0'40'0,"0"0"-8"0,0 0-26 0,0 0-5 15,0 0-1-15,0 0 33 16,0-7 27-16,0 7 37 16,0 0-1-16,0 0 23 15,0 0-63-15,0 0-10 16,0 0-33-16,9-5-11 0,13 3 25 15,9-4-21-15,8-6 10 16,1 5-14 0,-1-4-4-16,-3 4-5 0,-5 0-11 15,-4 3-27 1,-7-2-7-16,-5 4-84 16,-7-2-84-16,-8 2-413 15</inkml:trace>
  <inkml:trace contextRef="#ctx0" brushRef="#br0" timeOffset="-191011.54">20600 4784 179 0,'0'0'310'0,"0"0"-216"0,0 0-17 16,0 0-76-16,0 0 1 16,0 0 3-16,0 0-3 0,0 0 0 15,2 0 26 1,-2 0 0-16,0 2 12 15,0 18 45-15,0 5-47 0,-10 3 7 16,-2 2-37 0,-1-2 10-16,-3 2-18 0,1-8 8 15,1-2-8 1,3-8 0-16,9 0 0 0,0-6 4 16,2-4-8-1,0-2 0-15,0 0 3 0,0 0-15 16,0 0 13-16,11 0 5 0,5 0-5 15,1 0-12 1,1 0-17-16,-5 0 3 16,-3 0 1-16,0 0 22 15,-5 0 12-15,-1-4-11 16,-2 4 10-16,-2 0-5 16,2 0 1-16,4 0-1 15,0 0 0-15,1 0-18 16,-1 0-28-16,-4 0-12 0,3 0 39 15,-3 0 11 1,-2 0 8-16,0-4 5 0,3 2 11 16,3-4-16-16,1 2-2 15,-1-5-9-15,1 3-29 16,-2 1-5-16,-5 1 35 16,2 0 8-16,-2 0 4 15,0 4 6-15,0 0 33 16,0 0-6-16,0 0-34 0,-4 10-1 15,-8 3 63 1,-1 8-6-16,-1 2 13 16,6 4-36-16,-1-1-4 0,-3 2-27 15,4-4 6-15,1-2-9 16,1-6-17 0,0 0-44-16,6-5-12 0,0-8-56 15,0-3-380 1</inkml:trace>
  <inkml:trace contextRef="#ctx0" brushRef="#br0" timeOffset="-45136.86">22824 7753 377 0,'0'0'113'0,"0"0"-60"15,0 0-24-15,0 0-28 16,0 0 13-16,0 0-1 15,0 0 56-15,0 0-27 16,14-29 23-16,-14 29-19 16,0 0 29-16,0 0-23 0,0 0-7 15,0-2-16-15,0 2-24 16,0 0 29 0,0 0-4-16,0 0 16 0,0 0-31 15,0 0 1-15,0 0-4 16,0 0 1-16,0 14-12 15,0 4 15-15,0 6-13 0,0 1 0 16,0 2 10 0,0 1-11-16,0 0-4 15,-3 3-6-15,-6-1 1 16,0-2-28-16,7-2-18 0,-4-3-88 16,0-9-115-1,0-3-232-15</inkml:trace>
  <inkml:trace contextRef="#ctx0" brushRef="#br0" timeOffset="-39377.04">20802 8551 161 0,'0'0'108'0,"0"0"-107"0,0 0 62 16,0 0-22-16,0 0 5 16,0 0 56-16,0 0-27 15,-12 0 48-15,12 0-44 16,-3 0-4-16,-1-1-49 0,2 0-10 16,-2-1 2-16,-2-1 8 15,4 3 9 1,0 0-11-16,0 0 43 15,2 0-33-15,0-1 8 0,0 1-19 16,0 0 2-16,0 0-19 16,2 0-6-16,18-3 12 15,9 3-5-15,3-3-3 16,1-4 7-16,2 3-20 0,-6-2 9 16,-10 2-13-1,-2 2-84-15,-13 2-200 0</inkml:trace>
  <inkml:trace contextRef="#ctx0" brushRef="#br0" timeOffset="-38456.78">20736 9257 675 0,'0'0'60'0,"0"0"-56"0,0 0 11 16,0 0 22-16,0 0-26 16,0 0 23-16,9 3 43 0,-2-3 32 15,8 0-13-15,1 0-43 16,1 0-20-16,10 0-12 16,-2 0-13-16,4 0-1 15,0 0-14-15,-2 0-3 16,-2 0-10-16,-2 0-64 15,-9 0-134-15,-9-6-390 16</inkml:trace>
  <inkml:trace contextRef="#ctx0" brushRef="#br0" timeOffset="-37457.14">20685 9792 411 0,'0'0'136'0,"0"0"-92"16,0 0 32-16,0 0 16 15,0 0-37-15,0 0 12 16,0 0-15-16,0 0-7 0,5 0 21 16,5 0 14-1,2 0-35-15,3 1-24 0,3 3 19 16,6 0-22 0,1 1 11-16,2-5-26 15,-3 0-3-15,-1 0-2 16,3 0-7-16,-4-5-8 0,1-4-11 15,-3-4-22-15,-7 2-81 16,-6 0-167 0</inkml:trace>
  <inkml:trace contextRef="#ctx0" brushRef="#br0" timeOffset="4754.21">22587 8390 426 0,'0'0'56'0,"0"0"1"0,0 0-16 0,0 0 24 16,0 0-22-16,0 0 12 15,0 0-39-15,0 0 14 16,-2 0 5-16,2 0 21 15,0 0 11-15,0 0-37 0,0 0 0 16,0 0-6 0,0 0 1-16,0 0-18 15,0 0 30-15,0 0-10 16,0 0 5-16,0 0-20 0,0 0 9 16,0 0-5-16,0 0-5 15,0 0-11 1,2 0 10-16,16 0-10 0,7 0 1 15,9 0 7-15,-3 0-5 16,-2 0-6-16,-5 0 3 16,-4 2-9-16,-6 12-8 15,-8 8-8-15,-6 12 1 16,0 8-28-16,-22 8-1 0,-9-3-16 16,-1-4 29-1,5-5 32-15,6-3 8 0,3-5-1 16,5-3 4-16,3-8-6 15,4-5 6 1,6-4 10-16,0-6-8 16,10-4-2-16,25 0 13 0,5 0-1 15,2 0-15 1,-7 0 0-16,-6-4-1 0,-4 2 1 16,-3 2-6-16,-4-2 0 15,-7-2-123-15,-4 0-460 16</inkml:trace>
  <inkml:trace contextRef="#ctx0" brushRef="#br0" timeOffset="5933.09">23790 7878 353 0,'0'0'215'0,"0"0"-137"0,0 0 2 0,0 0-60 16,0 0 1-16,0 0-6 0,-8-14-5 15,8 14 49 1,0 0 34-16,0 0-2 0,0 0-40 16,0 0 10-16,0 0-50 0,-2 0 3 15,2 0-14 1,0 10 1-16,0 2 5 16,0 9 3-16,0 3 30 15,-5 12-29-15,-1 5 23 16,-1 8-32-16,-2-1-1 15,-2-4-5-15,4-4-15 16,0-7-28-16,5-12-58 0,2-8-149 16,0-12-394-1</inkml:trace>
  <inkml:trace contextRef="#ctx0" brushRef="#br0" timeOffset="6786.12">23619 8518 596 0,'0'0'56'0,"0"0"44"0,0 0-19 15,0 0 5-15,0 0-35 16,0 0-43-16,38-21 24 0,-15 10-7 16,-3 7 42-16,-3 4-18 15,1 0-26-15,-7 0-14 16,-2 11-9-16,-2 3-3 16,-7 7-14-16,0 0 4 15,0-4-48-15,0 4 24 16,0-2 30-16,0-1 1 15,0-1 6-15,0-4-2 0,7-3-10 16,17-3-89-16,-2-2 78 16,7 0-53-1,-9 1 36-15,-4 3 0 0,-11 6 33 16,-5 5 2 0,0 4 5-16,-12 3 0 0,-15 2 17 15,-8-2 26-15,-7 4-18 16,6-7-21-16,3-5-4 15,6-7-36-15,7-10-65 16,5-2-159-16</inkml:trace>
  <inkml:trace contextRef="#ctx0" brushRef="#br0" timeOffset="8003.07">24818 7882 176 0,'0'0'368'0,"0"0"-288"0,0 0 21 16,0 0-32-16,0 0 20 15,0 0 9-15,0 0-34 16,0 0 10-16,0 0-32 15,-2 0 1-15,0 4-14 0,0 17 2 16,-4 10-2-16,0 7 3 16,-3 10-21-16,1-7 3 15,-4 7-11-15,5-8-3 16,3-8-7-16,2-4-23 16,0-3 11-16,2-10-45 0,-2 0-95 15,-8-9-469 1</inkml:trace>
  <inkml:trace contextRef="#ctx0" brushRef="#br0" timeOffset="8913.08">24660 8516 180 0,'0'0'531'0,"0"0"-498"0,0 0 30 15,0 0-33-15,0 0-21 16,0 0 21-16,-76 94-15 15,71-78 2-15,-1-4-15 16,2 0 44-16,2-2 21 16,-1 1-21-16,3-4-21 0,0 0-18 15,3-1 10 1,14-3-10-16,10 2 13 16,-3-4-19-16,-1 2 8 0,-4-2-9 15,0 2 0-15,-4-2-1 16,1 2 5-16,-1 1-10 15,1-4 4 1,1 2-16-16,-1-2-41 0,-3 0 35 16,-1 0 7-16,-8 0 17 15,-2 0 0-15,1 0 4 16,-3 0 5-16,0-2-6 16,0 0-1-16,0-3-1 15,0 0-2-15,0-2-21 16,0-1-2-16,0 5 11 0,0 3 13 15,0 0 13 1,0 0 25-16,0 0 2 0,0 0-7 16,0 14 10-16,0 5-8 15,-5 6-13 1,-1 1-17-16,-2 4-3 16,-5 6 4-16,-2 0 6 0,-1 2 4 15,1-6-14-15,6-4-4 0,2-9-1 16,5-6-25-1,-2-2-63-15,-1-5-92 0,-4-5-200 16</inkml:trace>
  <inkml:trace contextRef="#ctx0" brushRef="#br0" timeOffset="11142.96">20426 7225 420 0,'0'0'148'0,"0"0"-84"0,0 0-63 0,0 0 2 16,0 0-6-16,0 0 6 16,21-4 0-1,-17 0 26-15,-4 2 83 0,0 2 33 16,0 0-51-16,0 0-30 0,0 0-31 15,0-2 2 1,0-2-32-16,0 4 13 0,0 0-16 16,0 0 12-1,0 0-12-15,0 0 4 16,0 0-1-16,0 0-1 16,0 0-4-16,0 0 8 0,2 0-10 15,0 0 13 1,0 0-3-16,3-12 2 0,2-3 30 15,2-14-19 1,-5-4-3-16,7-1-8 0,-6-5-4 16,-1-4-8-16,1 0-23 15,-5 16 19-15,2 3-7 16,-2 17 12-16,0 2 4 16,0 5-2-16,0 0-3 15,-9 12-2-15,-13 18-9 16,-7 8-9-16,0-5-101 15,0-4-182-15</inkml:trace>
  <inkml:trace contextRef="#ctx0" brushRef="#br0" timeOffset="12216.67">20447 6304 294 0,'0'0'119'0,"0"0"-104"0,0 0 46 0,0 0 12 16,0 0-31-16,0 0 30 15,-36-7-10-15,34 7 21 16,0 0 1-16,-4 0 15 0,4 0-48 16,0 0-13-1,2 0-1-15,0 0-25 0,0 0 8 16,0 0-20 0,0 0 10-16,0 0-6 0,12 0 18 15,5 0 4 1,1 0-10-16,0 0-15 0,-2 0 6 15,-5 0-14-15,-9 6 1 0,-2 5 3 16,0 11-17 0,-11 6 18-16,-14 0-15 0,0 5 14 15,2-4-7 1,-2 3 4-16,0-5 2 0,5-5 1 16,5-6-4-1,13-2 12-15,2-8-10 0,0 4 4 16,8-7 0-16,17-3 2 15,11 0 6-15,-1 0-7 16,1 0-12-16,-3-3-1 16,-8-7-49-16,-3 6 27 15,-7-4-105 1,-3 4-12-16,-6-3-84 0</inkml:trace>
  <inkml:trace contextRef="#ctx0" brushRef="#br0" timeOffset="13263.02">20360 5751 714 0,'0'0'64'0,"0"0"42"0,0 0-52 16,0 0-23-16,0 0 1 15,0 0 37-15,64-15-37 0,-41 10 10 16,-8 1-40 0,-4 4 0-16,-2 0-2 15,0 0-11-15,-2 0 1 16,-3 8-8-16,-1 4 18 16,-3 4-7-16,0 2-2 15,0-1 17-15,0-2-13 0,0 0 5 16,2-8-10-16,11 0-10 15,5 4 3-15,-1-5 17 16,-1 4-1-16,-3-1-7 0,-5 4 16 16,-8 3-6-1,0 2 0-15,-2 10 9 0,-25 0-6 16,-2 1-2 0,0-5-2-16,2-4 5 0,6-8-12 15,6-5-24 1,1-2-66-16,6-4-149 15</inkml:trace>
  <inkml:trace contextRef="#ctx0" brushRef="#br0" timeOffset="63833.28">18749 16317 263 0,'0'0'18'0,"0"0"-16"0,0 0 4 0,0 0 15 16,0 0 34 0,0 0 19-16,0 0-23 15,0 0 28-15,-4 4 0 0,1-4-9 16,3 0-27-16,0 0-29 16,0 0-6-1,0 0-8-15,0 0 3 16,0 0 0-16,0 0 17 0,0 0-2 15,0 0 23-15,0 0-10 16,-3 3 9-16,3-3-25 16,0 6-7-16,-2-2-8 15,2 9 0-15,-2-4 0 16,2 0 3-16,0 5 1 16,0-6-2-16,0-2 5 0,0-2-2 15,0 0 14 1,0-4-3-16,0 0 5 0,0 0 27 15,0-4-18 1,0-28 4-16,0-22-27 0,4-13 26 16,8-13-24-16,-1 0-7 15,-3 0-4-15,0 12-6 16,-4 1 6-16,1 9-23 16,-3 6 21-16,0 14-11 15,-2 22-12-15,0 10 4 16,0 6 18-16,0 13-35 15,0 29 40-15,0 2 3 16,-7 6 2-16,3-2-1 16,4-17-3-16,0-12 9 0,0-16-10 15,0-3-1-15,13-13-19 0,14-24 20 32,4-7 0-32,5-5 0 0,-1 9 20 15,4 5 2 1,-6 13-22-16,-4 14-1 0,-2 8-2 15,-8 11-17-15,-5 20 12 0,-3 11 8 16,-4 6-1 0,-5 6-4-16,2 8-33 15,-4-3-22-15,0-1-55 16,0-8 69-16,0-12-191 16</inkml:trace>
  <inkml:trace contextRef="#ctx0" brushRef="#br0" timeOffset="64252.86">19219 16186 752 0,'0'0'56'0,"0"0"-34"0,0 0-11 0,0 0 13 15,0 0-21-15,0 0 52 16,27 48 12 0,-5-48 22-16,-2-11-23 15,2-12-10-15,1-4-2 0,-2-15-33 16,-2 3 13-16,-1 1-29 15,-10 0 8-15,-5 8-8 16,-3-2-10-16,0 9 5 16,0 11-8-16,-7 6 1 15,-9 6-18-15,-3 0 21 16,-4 18-25-16,0 9 1 16,8 1-15-16,8-2-28 0,5-4-86 15,2-8-139 1,0-10-200-16</inkml:trace>
  <inkml:trace contextRef="#ctx0" brushRef="#br0" timeOffset="64583.13">19402 15771 888 0,'0'0'102'0,"0"0"-6"0,0 0 6 15,82-116-77-15,-51 76-10 16,1 4-15-16,-5-3-6 16,-4 7-40-16,-7 8-45 15,-5 6-8-15,-7 14-177 16,-4 4-242-16</inkml:trace>
  <inkml:trace contextRef="#ctx0" brushRef="#br0" timeOffset="64956.2">19722 15785 664 0,'0'0'198'16,"0"0"-154"-16,0 0 56 0,0 107-49 16,2-80-7-1,3 3-23-15,-2-6-20 0,-1 1 5 16,-2-1-7-16,0-3 10 0,0-6-18 15,0 3-7 1,0-2-17-16,0-2-27 16,0-4-74-16,0 3-38 15,0-6-110-15</inkml:trace>
  <inkml:trace contextRef="#ctx0" brushRef="#br0" timeOffset="65252.88">19684 16214 456 0,'0'0'234'0,"0"0"-171"16,0 0 10-16,0 0 10 16,0 0 20-16,0 0-16 15,139-28-18-15,-104 6-14 16,-3-11-45-16,-8 8 35 16,-6-1-16-16,0 0-26 15,-10-2 15-15,-5-5-7 16,-3 3-15-16,0-6 4 15,0 5-2-15,-9 4-10 16,-7-3 10-16,-3 12 0 16,-4 8-4-16,0 5-5 15,-6 5 13-15,0 9-11 0,-2 24-9 16,7-2 11 0,4 3-32-16,6 2-2 0,8-9-77 15,1-4-30 1,5-4-74-16,0-7-86 15</inkml:trace>
  <inkml:trace contextRef="#ctx0" brushRef="#br0" timeOffset="65663.09">19990 16016 624 0,'0'0'87'0,"0"0"-15"0,0 0-41 0,0 0-27 16,0 0 9-16,0 0 9 16,47 100 19-16,-36-92 26 15,-1-3-18-15,4-3 1 16,2 4-13-16,0-1 7 0,1-5-38 15,3 0 9 1,1-11-15-16,0-4 12 16,0-5 22-16,-5-2-22 15,-3-9 24-15,-5 4-31 16,2 1-3-16,-4-6-2 16,-4 5-10-16,-2-2-15 0,0 8 5 15,0 5-3-15,0 6-10 16,-11 7-12-16,0 3-50 15,-2 0-48-15,6 0-23 16,-2 0-172-16</inkml:trace>
  <inkml:trace contextRef="#ctx0" brushRef="#br0" timeOffset="66282.93">20424 15815 568 0,'0'0'54'16,"0"0"13"-1,0 0 2-15,18 139-32 16,-18-100 8-16,0 11 3 15,0-13 34-15,0-7-14 16,0-9-8-16,0-6 4 16,0-9-59-16,9-2 2 15,2-4-1-15,9 0 4 0,9 0-7 16,0-4 10 0,-2-6-12-16,-4 4-2 0,-6 1-3 15,-3 3 2 1,1-3-10-16,-4 1-16 0,0 4 15 15,0 0-9-15,5 0 4 16,-1 0-10-16,6 0 15 16,3 0-2-16,0 0 6 15,-1 0-63-15,-5 0 72 0,-3 0-4 16,-1-4 3 0,-1-6-8-16,1 6 18 15,1-2-12-15,-2 2 13 0,3-1-5 16,-1-2 11-16,3 1 15 15,1-10-4-15,2 1-25 16,0-6 24-16,-1-3-23 16,-3-2 31-16,1-6-22 15,-7 1 1-15,-7 9-13 16,-4-4 6-16,0 8-6 16,-8 8-10-16,-17 2-12 15,-2 8-21-15,-2 0 31 16,-2 14-52-16,5 12 56 15,1 1-33-15,5-6-83 16,11-7-169-16</inkml:trace>
  <inkml:trace contextRef="#ctx0" brushRef="#br0" timeOffset="67682.81">18971 16619 703 0,'0'0'97'16,"0"0"20"-16,0 0-6 16,0 0-88-16,0 0 13 0,0 0 77 15,163-48-68 1,-67 31-1-16,13 2-6 0,12 1-15 16,1-2-12-1,3 6-18-15,-7 0 7 0,-5 2-3 16,-10 0-27-16,-9 3 19 15,-7 5-7-15,-12 0-17 16,-10 0-11-16,-14 9-129 16,-20 9-157-16</inkml:trace>
  <inkml:trace contextRef="#ctx0" brushRef="#br0" timeOffset="83533.08">21402 16160 799 0,'0'0'85'0,"0"0"-61"0,0 0 11 16,0 0-8-16,0 0 25 16,0 0-3-16,0 0 33 15,0 4-29-15,0-4 6 16,0 0-16-16,0 0-1 16,0 0-20-16,0 4-16 15,0-4-6-15,0 0 1 16,0 0-13-16,0 0 0 15,0 0-26-15,5 0-40 16,-3-12-121-16,-2-7-386 0</inkml:trace>
  <inkml:trace contextRef="#ctx0" brushRef="#br0" timeOffset="83987.49">21511 15754 76 0,'0'0'682'0,"0"0"-641"0,0 0-5 16,0 0 30-1,0 0-19-15,0 0 32 16,0 2-6-16,0 1-1 0,0-3-40 16,0 0-16-1,0 0-16-15,0 0-6 0,-2 2-1 16,-5 3-68-16,1 0-141 16,-5-1-381-16</inkml:trace>
  <inkml:trace contextRef="#ctx0" brushRef="#br0" timeOffset="84855.28">22109 15855 825 0,'0'0'41'16,"0"0"-14"-16,0 0 16 0,0 0 14 0,0 0 32 15,0 0-46-15,-23 122 7 16,23-87-40-16,0-4 1 16,0 0-11-16,0-3-2 15,12-1-43 1,-1-6-66-16,0-3-78 0,-7 0-121 16</inkml:trace>
  <inkml:trace contextRef="#ctx0" brushRef="#br0" timeOffset="85233.73">22020 16280 686 0,'0'0'159'16,"0"0"-118"-16,0 0 55 16,137-76-86-16,-100 45 11 15,-4-13 14-15,-8-5-17 16,-4-1 30-16,-9-3-44 16,-8 12 10-16,-4 1-9 15,0 9-2-15,-14 5 1 16,-7 12-5-16,-6 10 1 0,-4 4-11 15,-3 4 8-15,-6 26-3 16,-4-2-1-16,6 2 4 16,1-7 1-1,12-5-39-15,13-4-2 16,7-5-18-16,5 7-81 16,0-5-82-16,3 1-264 0</inkml:trace>
  <inkml:trace contextRef="#ctx0" brushRef="#br0" timeOffset="85462.92">22358 16043 573 0,'0'0'134'0,"0"0"-83"16,0 0 62-16,40 121-88 15,-30-93-3 1,-2-2-15-16,-3-4-5 16,-1-12 6-16,-2-2-8 0,-2 1 0 15,0-9-25-15,0 0-61 16,0 0-113-16</inkml:trace>
  <inkml:trace contextRef="#ctx0" brushRef="#br0" timeOffset="86082.88">22439 15749 57 0,'0'0'1079'0,"0"0"-1031"0,0 0-39 0,0 0-9 0,0 0-1 16,0 0-37 0,0 0-47-16,8 5-72 0,-5-5-93 15,-3 2-299 1</inkml:trace>
  <inkml:trace contextRef="#ctx0" brushRef="#br0" timeOffset="86632.97">22788 15739 361 0,'0'0'133'0,"0"0"9"16,0 0-41-16,0 0-20 0,0 0 17 15,0 0-44 1,7-4 7-16,-7 4 14 16,0 0-20-16,0 0-23 15,-5 0-27-15,-3 6 12 0,-8 7-7 16,5 4-20-16,-1 5 21 15,1 4-9-15,5 3-2 16,2-2 0-16,4-4-1 16,0-8 4-16,0 3-6 15,6-12 7-15,9 3-11 0,8-6 16 16,1 2-14 0,3-5 11-16,7 4-3 0,-5 1-3 15,-7 4-14 1,-5-5 11-16,-3 6 6 0,-5-3-10 15,-5 12 17-15,-4 3-10 16,0 2 6-16,0 10 7 16,-8 3-6-1,-13-2-3-15,4-3-4 16,-1-2-6-16,5-12 4 16,-1 0-38-16,5-9-13 0,3-9-47 15,6 0-11-15,0-17-150 16,0-7-67-16</inkml:trace>
  <inkml:trace contextRef="#ctx0" brushRef="#br0" timeOffset="86902.98">23044 15931 316 0,'0'0'399'0,"0"0"-398"0,0 0 113 15,0 0-19-15,0 0-7 16,0 0 7-16,50 73-33 16,-40-47-31-16,0-4-25 0,-4 2 3 15,1-4-2 1,2 0-14-16,-3-5-4 0,1 0 0 16,-2-5-23-1,-1 2 18-15,-4-7-6 0,0-5-61 16,0 0-33-16,0-9-115 15</inkml:trace>
  <inkml:trace contextRef="#ctx0" brushRef="#br0" timeOffset="87113.15">23009 15905 628 0,'0'0'430'16,"0"0"-403"-16,0 0 32 16,0 0-25-16,127 8-31 0,-103-12-6 15,3-6-9 1,-6-2-10-16,-2 0-38 0,-5 2-23 16,1 0-21-16,-3 3-72 15,-1 7-108 1</inkml:trace>
  <inkml:trace contextRef="#ctx0" brushRef="#br0" timeOffset="87433.02">23285 16112 226 0,'0'0'546'16,"0"0"-528"-16,0 0 154 16,0 0-119-16,0 0 4 0,0 0 26 15,31 44-15 1,-15-69-25-16,-3-4-17 15,0-7-10-15,1 0-10 16,-1-1-12-16,-3 7-4 0,-2 4 5 16,-1 12-16-16,-3 4 13 15,-2 10-3-15,6 0-27 16,-6 18 15-16,2 14 23 16,3 9-6-16,3 3-7 15,0 0-10-15,1-5-31 16,0 4 2-16,5-5 18 15,-6-2-181-15,4-4 133 16,-5-10 63-16,-3-7-106 16,-3-8-298-16</inkml:trace>
  <inkml:trace contextRef="#ctx0" brushRef="#br0" timeOffset="87662.96">23345 16164 1131 0,'0'0'67'16,"0"0"-48"-1,0 0 40-15,0 0-54 0,0 0-5 16,127-40-1-16,-111 22-47 15,-3 4-13-15,-9-4-134 16,-4-4-121-16</inkml:trace>
  <inkml:trace contextRef="#ctx0" brushRef="#br0" timeOffset="87968.89">23385 15865 666 0,'0'0'472'0,"0"0"-458"0,0 0 25 16,0 0 21-1,0 0-38-15,0 0-9 0,78-130-9 16,-67 111-2-16,-6 7 9 0,2 7-22 15,-5 5 6 1,2 0-26-16,1 6-16 16,6 16 8-16,0 5-47 15,-2 2-88-15,6 3-52 16,-3 5-74-16,-1-2 81 16</inkml:trace>
  <inkml:trace contextRef="#ctx0" brushRef="#br0" timeOffset="88352.81">23717 16204 708 0,'0'0'166'16,"0"0"-120"-16,0 0 3 15,0 0 5-15,0 0-36 16,11-117-7-16,-6 96-1 0,0 9-6 15,1 6-4 1,-2 1 2-16,5 5-5 16,1 0-22-16,3 13 24 0,7 11-15 15,-3 2-2 1,8-1-64-16,-5-4 13 16,-2-5 50-16,-2-5 19 0,-3-4 16 15,3-7 16 1,-8 0-2-16,1-12 47 15,-2-12-31-15,-2-2-22 0,-1-2-5 0,-4-2-18 16,2 1-1 0,0 4-10-16,0 3-18 15,5 4 0-15,0 0-87 16,4 10-72-16,0-2-348 0</inkml:trace>
  <inkml:trace contextRef="#ctx0" brushRef="#br0" timeOffset="88732.76">24249 15909 696 0,'0'0'56'0,"0"0"10"0,0 0-5 0,0 0-18 0,0 0-18 16,0 0-16 0,-17 68 15-16,11-33 27 0,6-4-1 15,0-8-33-15,0-2 5 16,15-10-22-16,7-7 0 16,3 0-3-1,2-4 6-15,4 0-6 0,-5 0-49 16,-3 0 52-1,3 0 3-15,-5 6 11 0,-2 2-10 16,2-4 14-16,-1 3-18 0,-3 4 4 16,-1-1-8-1,-1 2-5-15,-1-3 5 16,-7-5-55-16,-1-2-3 16,-6-2-125-16,0 0-176 15</inkml:trace>
  <inkml:trace contextRef="#ctx0" brushRef="#br0" timeOffset="88902.75">24484 15799 1098 0,'0'0'55'0,"0"0"-48"15,0 0-7-15,0 0-125 16,0 0-292-16</inkml:trace>
  <inkml:trace contextRef="#ctx0" brushRef="#br0" timeOffset="89216.57">24677 16092 1051 0,'0'0'77'16,"0"0"-36"-16,0 0 21 16,0 0-28-16,0 0-18 15,74-133-16-15,-58 105 7 16,-5 2-11-16,2 8 8 0,-8 10-8 16,3 8-9-1,-3 0-9-15,0 13-30 0,-1 13 52 16,3 10 1-1,-1 0 4-15,4 4-10 0,0-4-10 16,1 4-7-16,1 0-38 16,-1-7 30-16,-3-4-353 15,-3-14 309-15,-5-8 74 16,0-7-356-16</inkml:trace>
  <inkml:trace contextRef="#ctx0" brushRef="#br0" timeOffset="89368.8">24864 15923 521 0,'0'0'713'0,"0"0"-659"0,0 0 10 15,0 0-35 1,0 0-22-16,0 0-7 16,65 58-65-16,-47-58-61 15,-2-5-299-15</inkml:trace>
  <inkml:trace contextRef="#ctx0" brushRef="#br0" timeOffset="90345.33">25934 16173 529 0,'0'0'325'0,"0"0"-261"0,0 0 43 15,0 0 0-15,0 0-55 16,0 0 13-16,0-9-36 0,0-9 2 16,0-8 5-1,0-7-15-15,0-2-7 0,0-9-6 16,7-1-7 0,9 5 7-16,-1 13-16 0,-1 6 4 15,-8 15 3 1,7 6-24-16,-5 0-12 0,0 23 36 15,-1 8-23-15,-1 5 8 16,-2 9-10-16,-4-1 10 16,0 0-41-16,0 1 24 15,0-1-64-15,0-11-26 16,0-7-79-16,-8-12-80 16</inkml:trace>
  <inkml:trace contextRef="#ctx0" brushRef="#br0" timeOffset="90450.07">25934 16173 1186 0</inkml:trace>
  <inkml:trace contextRef="#ctx0" brushRef="#br0" timeOffset="90563.26">25934 16173 1186 0,'-6'-103'29'0,"28"117"-14"0,9-11 27 0,3 2-50 16,6-5-10-16,-11 0-13 0,-5 0 24 15,-2-5-71-15,0-6-33 0,-1 1-78 16,-4 0 20 0,1 2-62-16</inkml:trace>
  <inkml:trace contextRef="#ctx0" brushRef="#br0" timeOffset="90814.98">26375 15976 719 0,'0'0'45'16,"0"0"49"-16,0 0-53 15,0 0 37-15,0 0-3 0,68 23 9 16,-60 0-48 0,-6 3-7-16,-2 0-17 15,0-4-3-15,0 6-18 16,0-6-15-16,0 0 4 15,-6-4-21-15,-4-8-24 16,0-6-21-16,-9-4-68 16,-2 0-165-16</inkml:trace>
  <inkml:trace contextRef="#ctx0" brushRef="#br0" timeOffset="91292.9">26281 15909 1179 0,'0'0'51'0,"0"0"-10"16,0 0 8-16,0 0-43 16,0 0 6-16,0 0 7 15,101 0-10-15,-69 0-2 0,-3 0 2 16,6 0-18 0,-8 0 5-16,2-4-2 15,-5-3-26-15,-2 1 13 16,1 1-22-16,-6 5-5 15,-1-4-23-15,-3 2-70 16,1 2-9-16,-5 0 39 0,4 0 79 16,-4 0 18-16,-2 0 12 0,-5 0 28 15,4 0 77 1,-4 0-24-16,-2 15-11 16,0 2-8-16,0 1-42 15,0 5-5-15,0 9-8 16,0-6 2-16,5 5-5 15,2-8 8-15,6 3 1 16,3-6 11-16,-1-1-24 16,10-4 1-16,0 3-1 15,2-3-65-15,4-2 43 16,-4-1 22-16,-4-6-36 16,-4-2 19-16,-2-4-20 15,-7 0-49-15,-2 0 3 0,-1 0 54 16,-5-14-30-1,-2 0-113-15,0-8-391 0</inkml:trace>
  <inkml:trace contextRef="#ctx0" brushRef="#br0" timeOffset="91483.03">26776 15999 912 0,'0'0'318'0,"0"0"-317"0,0 0 27 16,0 0-2 0,0 0-26-16,0 0-1 0,85 14-25 15,-67-14-1-15,-9-9-42 16,-5-9-64 0,-4-5-123-16,0 6-239 0</inkml:trace>
  <inkml:trace contextRef="#ctx0" brushRef="#br0" timeOffset="91648.02">26776 15999 1010 0,'52'-116'212'0,"-52"116"-178"16,0 0 47-16,16 0-27 16,1 0-37-16,1 0-17 0,-3 0-28 15,-1 0-22-15,-5 0-18 16,-3-8-45-16,-4-2-131 15,-2-3-105-15</inkml:trace>
  <inkml:trace contextRef="#ctx0" brushRef="#br0" timeOffset="91893.02">26867 15731 1155 0,'0'0'52'0,"0"0"37"16,0 0-20-16,0 0-50 15,0 0-10-15,0 0-7 16,81-48-2-16,-58 27-31 16,-6 6-19-16,-1 5-62 15,-8 6-153-15,-1 4-448 16</inkml:trace>
  <inkml:trace contextRef="#ctx0" brushRef="#br0" timeOffset="92436.12">27612 16152 556 0,'0'0'199'0,"0"0"-104"0,0 0-16 0,0 0-38 16,0 0-15-16,125 16 0 15,-85-47-5-15,-2-8-11 16,-3-7 1-16,-6-7 77 16,-17 8-65-16,-12 4-23 15,0 9-2-15,-8 16-26 0,-17 10-11 16,-10 6-12-16,0 14 7 15,-3 22 43-15,-2 9-28 16,11 5 26-16,9 2-7 0,9-6 6 16,11-17-208-1</inkml:trace>
  <inkml:trace contextRef="#ctx0" brushRef="#br0" timeOffset="93762.99">28679 15919 183 0,'0'0'319'0,"0"0"-197"16,0 0 19-16,0 0-38 0,0 0-22 16,0 0-6-1,-38-38-46-15,38 34 32 0,0-4-19 16,0-2-17-16,11 3 9 15,7-6-12-15,3 9 7 0,0-2-20 16,-2 2-7 0,-4 4 3-16,-4 0-10 15,-4 0-5-15,-7 23-8 16,0 2-8-16,0 11 5 0,-9 9 4 16,-13 0-4-1,-5 8 17-15,-2-3-38 0,6-6 40 16,6-9-2-1,5-2 4-15,12-7 6 0,0-8-5 16,0 0 7-16,25-4 5 0,4-2 1 16,9 3-5-1,0-8-9-15,2-7 0 0,-4 6-29 16,-10-6 22 0,-3 0-42-16,-10 0 4 15,-7 0-40-15,0 0-22 16,-6-9-127-16,0-1-343 0</inkml:trace>
  <inkml:trace contextRef="#ctx0" brushRef="#br0" timeOffset="93998.29">28548 16200 75 0,'0'0'913'0,"0"0"-860"0,0 0 38 0,0 0-51 0,0 0 39 0,0 0-44 0,66 4-6 16,-41-4-18-1,2 0-16-15,-2 0 5 16,4 0-31-16,-1 0-23 16,3-18-74-16,-4 0-54 15,-5-4-102-15,-3 0-76 16</inkml:trace>
  <inkml:trace contextRef="#ctx0" brushRef="#br0" timeOffset="94213.15">28874 16092 420 0,'0'0'187'16,"0"0"-75"-1,0 0 2-15,0 0-33 0,0 0 3 16,10 122-22-16,3-100-9 16,8 0-37-16,-1-4 1 15,2 0 1-15,4-1-8 0,8-7 2 16,4-2-5-16,7-4-13 15,1-3 14 1,-1-1-16-16,-7 0-3 16,-9 0-14-16,-9-10-55 0,-7-3-16 15,-9-8-73-15,-4 2-120 16</inkml:trace>
  <inkml:trace contextRef="#ctx0" brushRef="#br0" timeOffset="95125.15">28976 16129 1044 0,'0'0'91'15,"0"0"-33"1,0 0-40-16,0 0-14 0,0 0-4 16,0 0-2-1,48 25 0-15,-32-25-64 0,-7 0-29 16,-5-8-40-16,-4-9 3 15,0-6-37-15,0 4 38 16,-15-2-59 0,4 7 79-16,4-2 111 0,0 6 101 15,7 0 16-15,0 6 39 16,0-4 18-16,0 8-56 16,0 0-20-16,7 0-30 15,2 0-22-15,15-5-18 16,3 4-21-16,2-4-8 15,9 5 1-15,-2-3-5 16,-2-1-19-16,-5-5-5 16,-6 9 5-16,0 0 7 15,-3 0 17-15,-5 0 0 0,4 0-7 16,-7 4 17-16,0 8-16 16,-3 11 9-1,-1 1-6-15,-1 2 0 16,-4 6-2-16,-3 1-2 0,0 4 7 15,0-1-2 1,-3 0 8-16,-6-5 9 0,-1-14-3 16,3-3 3-16,0-10-12 15,2-4 34-15,3 0-13 16,2 0 3-16,0-26-22 16,0-10-2-16,0-4 26 15,2-8-24-15,14 6 32 16,2-2-37-16,2 8 0 15,0 6-7-15,2 12 0 16,-2 4-5-16,-3 10 4 0,0 4 2 16,1 0 3-16,-5 0-14 0,1 0 14 15,-3 13-8 1,-9 5-8-16,-2 5 18 16,0 3 1-16,0 0 15 15,0-2 16-15,0 2-24 16,0-4 2-16,6-8-9 15,8 0-14-15,3-7 14 16,6-2 14-16,0 1-13 0,-2-2-2 16,6-4 0-1,0 8-13-15,4-8 8 16,-2 0-10-16,7 0 1 16,-3 0-7-16,2-4 22 0,2-10 0 15,-6 5 9 1,-5-4 11-16,-6 1 7 0,-1-3-5 15,-7 2 2-15,-5-5-3 16,0-1-15-16,-7-2-8 16,0 3 10-16,-9 0-16 0,-22 6-4 15,-7 12 10 1,-2 0-10-16,5 8 3 16,4 14 5-16,12 0-51 15,13 0-79-15,6-8-481 0</inkml:trace>
  <inkml:trace contextRef="#ctx0" brushRef="#br0" timeOffset="103582.93">20536 17205 617 0,'0'0'83'0,"0"0"42"0,0 0-75 15,0 0 8 1,0 0-10-16,0 0 22 0,0 0-8 15,-12 0 9-15,12 0-26 16,0-4-29-16,0-6 1 16,16-4-3-16,11 2 20 0,6 2-24 15,5 2-1 1,-3-1-8-16,4 8 4 0,-13 1-5 16,-6 0-8-1,-7 1-5-15,-7 22-2 0,-4 3 6 16,-2-1 3-16,0 8 4 0,0-3 3 15,-5-6-9 1,-2-2-1-16,3-10 3 0,2-2-14 16,2-5-3-1,0-5 20-15,0 0-26 16,0 3 25-16,16 1-8 16,1 2 6-16,3 2 12 15,-2 2-12-15,-2 9 2 16,-8-2 3-16,-6 5-4 0,-2 8 5 15,-2 7 3-15,-22-2 9 0,-6 6 14 32,2-5-20-32,-8-6 0 0,-2-8-6 15,5-9-18-15,2-8-87 16,-3-5-181 0</inkml:trace>
  <inkml:trace contextRef="#ctx0" brushRef="#br0" timeOffset="104973.08">20241 17151 469 0,'0'0'50'0,"0"0"29"16,0 0-59-16,0 0-3 0,0 0 0 15,0 0 15-15,0 0 26 16,-2 0 17-16,2 0 5 16,0 0-17-16,0 0-16 0,0 0-25 15,0 0 18 1,0 0-18-16,-2 0 19 0,2 0-21 16,0 0-4-1,0 22-4-15,0 14-1 16,9 17 40-16,9 18-51 15,-3 1 38-15,3 9-30 16,-2-9-11-16,-7 4 5 16,-3 0-4-16,-4-2-2 0,-2-11-7 15,0-13-7-15,0-14-30 16,0-18-39-16,0-14-153 16,0-4-202-16</inkml:trace>
  <inkml:trace contextRef="#ctx0" brushRef="#br0" timeOffset="105771.16">21001 16986 619 0,'0'0'69'0,"0"0"10"15,0 0-20-15,0 0 18 16,0 0 25-16,0 0-42 15,40 48 26-15,-22-30-59 0,-3 9 3 16,2 0-10 0,-4 14 11-16,0 7-9 0,-2 13-5 15,-2 8-4-15,-2-1-6 16,0 6-8-16,-1-2 7 16,-1-13-12-16,1-7-7 15,1-16-14-15,0-12-44 16,-5-11-142-16,-2-10-248 0</inkml:trace>
  <inkml:trace contextRef="#ctx0" brushRef="#br0" timeOffset="124488.58">21629 17392 467 0,'0'0'218'0,"0"0"-218"16,0 0 28-16,0 0-12 0,0 0 20 15,0 0-20-15,0 0 21 16,8 0 58-16,-2 0 29 0,-1 0-28 31,-3 0-68-31,4 0 16 0,3 0-23 16,0 0 20-16,4 9-35 15,1-5 21-15,1 0-18 16,-1 2 8-16,1-6-16 16,-4 0-1-16,1 0-6 0,-1 0-22 15,-3 0 6 1,2 0-40-16,1-6-69 16,-3-2-96-16,0-6-258 0</inkml:trace>
  <inkml:trace contextRef="#ctx0" brushRef="#br0" timeOffset="124862.93">21656 17165 612 0,'0'0'332'0,"0"0"-329"0,0 0 32 0,0 0-16 0,0 0 56 16,0 0 12-16,29 0-60 15,-15 3 25-15,1-3-39 16,1 5-7-16,-1-1-6 16,4-4-13-16,-4 0-44 15,7 0-89-15,-4 0-164 16</inkml:trace>
  <inkml:trace contextRef="#ctx0" brushRef="#br0" timeOffset="125953.19">22198 17004 514 0,'0'0'200'0,"0"0"-160"0,0 0 51 16,0 0-48-16,0 0-9 0,0 0-1 15,-6-4 47 1,6-2-6-16,10 2-19 16,5 4-39-16,1-4-3 0,3 4-13 15,0 0-3-15,-1 0 1 0,-3 8 4 16,-1 6-8 0,-5 1 14-16,-3 2-6 15,-1 1 6-15,-5 4-15 16,7 0 14-16,0-4-6 0,-1-1-1 15,5-3 1 1,3-9-8-16,3 0 14 0,1-1-18 16,1-1-22-1,-2 6 22-15,-3 1 11 0,1 4-3 16,-2 8 3-16,-1-4 0 16,-6 8 3-1,-4 0 2-15,-2 6 16 0,0-1-20 16,-6 0 47-16,-19-3-34 15,-4-1 15-15,-2-6-28 16,0-7-1-16,6-10 0 0,8-4-20 16,3 0-99-1,9-4-255-15</inkml:trace>
  <inkml:trace contextRef="#ctx0" brushRef="#br0" timeOffset="128433.12">23572 17674 747 0,'0'0'229'0,"0"0"-227"0,0 0 11 0,0 0-13 15,0 0-1 1,0 0 0-16,-29 22 2 16,29-22 11-16,0 8 44 15,-2 6 21-15,-2 12-21 16,-5 10-24-16,2 4-30 15,-4 4-4-15,-2-7-19 16,4-5-31-16,-5-14-19 16,6-4-73-16,-1-12-98 15</inkml:trace>
  <inkml:trace contextRef="#ctx0" brushRef="#br0" timeOffset="128645.11">23550 17467 602 0,'0'0'569'16,"0"0"-545"-16,0 0-14 15,0 0-10-15,0 0-56 16,0 0-87-16,18 0-152 15,-14-8-304-15</inkml:trace>
  <inkml:trace contextRef="#ctx0" brushRef="#br0" timeOffset="129442.79">24210 17686 274 0,'0'0'167'0,"0"0"-16"0,0 0-23 16,0 0 23-16,0 0-27 0,0 0 16 15,-7 0-53 1,7-30-12-16,0-20-45 16,0-8 22-16,0-9-28 15,0-5-6-15,0 2-18 0,0 2-10 16,0 6-21-16,0 8-10 15,0 17 16-15,0 16-13 16,0 21 27 0,0 0-46-16,0 23-74 15,0 12-114-15</inkml:trace>
  <inkml:trace contextRef="#ctx0" brushRef="#br0" timeOffset="130033.19">24490 17423 689 0,'0'0'390'0,"0"0"-314"0,0 0-33 0,0 0 28 16,0 0-39-16,0 0 4 16,100 14-33-16,-71-14 1 0,-2 0-4 15,0 0-23 1,0 0-17-16,0-4-67 0,-10-6-153 15,-1 6-382-15</inkml:trace>
  <inkml:trace contextRef="#ctx0" brushRef="#br0" timeOffset="130662.95">24989 17205 694 0,'0'0'245'0,"0"0"-154"0,0 0-13 15,0 0-4-15,0 0-52 16,0 0 5-16,68-44-19 16,-39 44-7-16,-5 0-1 15,0 0 1-15,-8 12-2 16,-5 10-4-16,-4 6-4 16,-7 11 18-16,0 5-20 0,0 11 7 15,-13-3 0 1,-1-6-2-16,1-10 5 15,6-5-6-15,3-5 11 0,4-12-4 16,0-4 2-16,0-2 18 16,6-8-15-16,12 0 11 15,2 0-15-15,5 0 16 16,2 0-6-16,0 0-8 16,-2 0-6-16,0 0 9 15,-4 0-14-15,-4 9-23 16,-1 0 26-16,-5 1-13 15,-2-2-10-15,0 1-84 16,0-4-113-16,-3-5-339 0</inkml:trace>
  <inkml:trace contextRef="#ctx0" brushRef="#br0" timeOffset="131263.17">25622 16980 435 0,'0'0'341'0,"0"0"-242"0,0 0-6 0,0 0-75 15,0 0 38-15,0 0-9 0,0 0 16 16,-8-16-47-16,8 28 24 16,0 16-3-16,6 8-15 15,1 4-10-15,-1 0-6 16,2 5-12-16,-6-5 13 15,4 0-12 1,-4 4 10-16,1 2-10 0,1 6 4 16,0-2-2-16,6 2-32 15,-4-10 33-15,3-7-5 16,2-8-89-16,-2-10 15 16,-2-11-49-16,-5-2-63 0,0-4-157 15</inkml:trace>
  <inkml:trace contextRef="#ctx0" brushRef="#br0" timeOffset="131813.04">26038 17526 891 0,'0'0'71'0,"0"0"-39"0,0 0-12 16,0 0-20-16,0 0-52 15,0 0-26-15,121 4 36 0,-107-4 25 16,-6 0-59 0,-1 0-21-16,-3 0-130 15</inkml:trace>
  <inkml:trace contextRef="#ctx0" brushRef="#br0" timeOffset="132062.88">26086 17321 986 0,'0'0'129'0,"0"0"-65"16,0 0 5-16,0 0-37 0,0 0-15 15,0 0-17-15,104-10-11 16,-81 3-49-16,-5-4-23 16,-3-1-159-16,-5 2-376 15</inkml:trace>
  <inkml:trace contextRef="#ctx0" brushRef="#br0" timeOffset="146385.01">26819 17191 259 0,'0'0'72'0,"0"0"0"0,0 0-53 16,0 0 7-16,0 0-13 0,0 0-6 15,0 0-4-15,0 0 9 16,-9 0 30-16,6 0-9 0,-1 0 12 16,0 4-30-1,-3-4 9-15,-2 6 4 16,5-6 21-16,-3 4-11 16,2-4 15-16,-1 0-12 15,2 0 11-15,-1 0-39 16,3 0-12-16,0 0 16 15,2 0-10-15,-3 0 17 16,3 0 1-16,-2 0 13 16,-1 0-11-16,1 0 12 0,0-10-11 15,2-2-15 1,0 6 5-16,0-6-12 0,0 2 6 16,16-3-12-1,6 4 1-15,0-4 12 0,5 4-18 16,-2 4 5-16,-6 1-10 15,0 4 4-15,-6 0-25 16,-8 13 12-16,-5 10-11 0,0 12 29 16,0 10-30-1,-18 4-11-15,-9 1-18 0,-2-2 30 16,-2 2 23 0,2-6-16-16,-1-4 23 15,11-3 0-15,5-11 10 16,10-8 9-16,4-11 43 0,6-7-39 15,23 0 59-15,12 0-12 16,1 0-45-16,0 0 4 16,3 0-10-16,-5 0-4 15,-7 0-5-15,1 6-20 16,-7 3 19-16,-5-1-19 16,-3-2 10-16,-2-6-30 15,-4 4-22-15,-4-4-108 0,-5 0-116 16</inkml:trace>
  <inkml:trace contextRef="#ctx0" brushRef="#br0" timeOffset="183403.26">21518 12037 129 0,'0'0'133'0,"0"0"-82"0,0 0 47 15,0 0-47 1,0 0-50-16,0 0 0 0,0 0 53 16,0 0 27-16,0 0-10 15,-2 0-21-15,2 0 25 16,0 0-27-16,0 0 0 16,0 0-20-16,0 0 6 0,0 0 5 15,0 0 5 1,0 0 26-16,-2 0-21 0,-1 0 8 15,1-16-55-15,0-12 24 16,2-14-13-16,0-16 20 16,0-14-21-16,0-10 0 15,7-1-5-15,4 11-4 16,-5 10 25-16,1 18-28 16,-5 10 7-16,-2 8-7 15,0 8-8-15,0 5-37 0,0 8-22 16,0 1-27-1,0 4-399-15</inkml:trace>
  <inkml:trace contextRef="#ctx0" brushRef="#br0" timeOffset="184486.7">22013 11434 566 0,'0'0'161'0,"0"0"-80"15,0 0 11-15,0 0-25 16,0 0-44-16,0 0 13 16,-4 0-29-16,4 0 34 0,8 6 12 15,3-2-18-15,-1 10-29 16,-2 0-4 0,-1 4-2-16,-7 8-5 0,0 2-4 15,0 8 18-15,-4 4-5 16,-13 4 2-16,-2 3-10 15,1 0 9-15,3 0-5 0,1-5 0 16,9-6 3 0,5-8-10-16,0-6 17 0,0-4-12 15,25-5 14 1,6-11-19-16,9 7 17 16,1-8 3-16,-3 2-4 15,-3-1-6-15,-8-2-3 0,2 0 4 16,-2 0-13-1,-8 0 18-15,4 0-13 0,-10 0 14 16,1 0-20-16,-10 0-3 16,-4 0-11-16,0-5-28 15,0 1-39-15,0-2-101 0,-9 2-185 16</inkml:trace>
  <inkml:trace contextRef="#ctx0" brushRef="#br0" timeOffset="184822.02">21819 11825 872 0,'0'0'55'0,"0"0"132"0,0 0-104 0,113-10-54 0,-79 6-5 15,-5 2-24 1,-4 2-5-16,-7 0-37 0,-7 0-19 16,1 0-111-16,-4 0-177 0</inkml:trace>
  <inkml:trace contextRef="#ctx0" brushRef="#br0" timeOffset="185636.33">22641 12112 477 0,'0'0'112'0,"0"0"-26"0,0 0-22 0,0 0 5 31,0 0-15-31,0 0 1 0,-17 24 3 16,17-24 8-16,-6 0 24 15,2 0-43-15,2 0 2 16,-2-18-37-16,4-4 13 16,0-5-21-16,0-11 10 15,0-2-11-15,0-8 5 16,0 4-8-16,0 4 1 15,-3 6-7-15,-3 7 16 0,6 10-12 16,-4 5 2-16,-2 8 0 16,-4 4-14-16,1 0 1 15,-3 0-16-15,1 0 6 16,1 10 19-16,3 4-23 0,2 8 2 16,-2 6-49-1,5 2-22-15,0 0-201 16</inkml:trace>
  <inkml:trace contextRef="#ctx0" brushRef="#br0" timeOffset="186582.99">22998 11378 123 0,'0'0'89'0,"0"0"-25"16,0 0-9-16,0 0-28 0,0 0 60 15,0 0-5 1,0-19-17-16,0 19-1 15,0 0 25-15,0-3-8 0,0-2-8 16,0-3-57-16,0 2-2 16,0-2-10-16,0 2 7 15,0 2 38-15,0 4 12 16,0 0 14-16,0 0-46 16,0 0 21-16,0 0-41 15,0 0 15-15,0 0-24 16,0 0 18-16,0 0-11 0,0 0 2 15,0 0-9 1,0 17 6-16,0 3-2 16,0 7 0-16,9 9 9 0,-3 1-13 15,0 4 23 1,0 5-21-16,-4 4-1 0,-2 7 10 16,0 5-8-16,0 1-3 15,0-10 21 1,0-3-24-16,0-6 11 0,0-8-13 15,0-3 5-15,0-8-5 16,0-6-23-16,0-5-10 16,0-4-23-16,0-7-68 15,0-3-101-15,-8 0-452 16</inkml:trace>
  <inkml:trace contextRef="#ctx0" brushRef="#br0" timeOffset="196993.02">27902 1321 225 0,'0'0'87'0,"0"0"-38"0,0 0 27 0,0 0-22 16,0 0 10 0,0 0-8-16,0 0 15 15,-5 0 7-15,3 0-22 16,2 0 6-16,0 0-45 16,-4 0 16-16,4 0-15 15,0 0 27-15,-2 0-22 16,-4 0 21-16,2 0-20 15,-5 0 18-15,9 0-12 0,-4 0-28 16,2 0 25-16,2 0-26 16,0 0 22-16,0 0-17 15,0 0 6-15,0 0-12 16,0 0 0-16,15 0 7 16,14 0-1-16,9 0 10 15,5 0-15-15,-3 0 12 16,-1 0-2-16,-8 0-22 15,-8 0 5-15,-7 0 3 0,-7 12-13 16,-9 10-10 0,0 9 12-16,-11 4 12 0,-26 7-11 15,-4 5 0 1,-9-1 3-16,6 0-42 0,2-2 51 16,11 0 2-16,8-8 1 15,13-4 11 1,6-12-10-16,4-4 7 0,0-2-6 15,25-8-8 1,11-4 8-16,7-2 13 0,5 0-11 16,1 0-4-16,1 0-2 15,-4 0-7-15,-6-8-5 0,-7-2-63 16,-6-1 7 0,-13 2-99-16,-8 4-29 0,-6-2-183 15</inkml:trace>
  <inkml:trace contextRef="#ctx0" brushRef="#br0" timeOffset="197493.01">27881 1636 654 0,'0'0'71'0,"0"0"67"0,0 0-31 0,0 0-45 0,0 0 31 0,0 0-24 15,39 0 2-15,-22 0-49 16,-3 0-17-16,-1 0-5 16,0 0-46-16,-1 0-77 0,-4 0-272 15</inkml:trace>
  <inkml:trace contextRef="#ctx0" brushRef="#br0" timeOffset="198390.39">28546 2044 287 0,'0'0'191'0,"0"0"-29"0,0 0-50 15,0 0-66-15,0 0-9 0,0 0-15 16,-9 7 27-16,9-7 5 16,-5-2 14-16,3-14-15 15,-1-4 16-15,3-5-32 16,0-8 3-16,0-5-14 16,0-2-18-16,0 0 11 0,0 1-18 15,3 5 12 1,-1 8-9-16,3 8 1 15,-3 8 0-15,-2 7-8 16,0 0 3-16,0 3-5 16,0 0-7-16,0 0-14 15,0 0 20-15,-9 9-17 16,-9 11 5-16,0 4-12 0,3-3-25 16,3 2-68-1,4-1-75-15,-1-4-230 16</inkml:trace>
  <inkml:trace contextRef="#ctx0" brushRef="#br0" timeOffset="199740.98">28964 1784 612 0,'0'0'101'0,"0"0"70"0,0 0-72 15,0 0 3-15,0 0-39 0,0 0-43 16,3 0-13-1,8 0 13-15,4 0 2 16,-1 0-20-16,-3 0 7 0,0 3 0 0,0 2-18 16,-2-5-3-1,-3 2-9-15,-3 2-54 16,4-1-61-16,-7-3-104 16,0 0-187-16</inkml:trace>
  <inkml:trace contextRef="#ctx0" brushRef="#br0" timeOffset="199988.87">28964 1784 800 0,'-71'-140'157'15,"71"140"-22"-15,4-6-67 16,21 4 9-16,0-4-41 16,2 3-12-16,-6 3-24 15,-1 0-6-15,-6 0-2 16,2 0-36-16,-8 0-12 16,-6 0-181-16,-2 0-443 0</inkml:trace>
  <inkml:trace contextRef="#ctx0" brushRef="#br0" timeOffset="210282.87">20935 10355 156 0,'0'0'188'0,"0"0"-42"0,0 0-66 0,0 0-1 16,0 0-40-16,0 0-5 15,0 0-11-15,10 57 38 0,-10-54 30 16,3-3-35 0,-3 6-32-16,0-3 2 15,0 5 7-15,0-1-21 0,0-1-2 16,0-2-4-1,0 4 47-15,0-3-40 0,0 1 18 16,0 0-4-16,0 3-25 16,0-3 9-16,0 2-6 0,0-6 0 15,0 5 7 1,0-7-12-16,0 0 0 0,0 0 0 16,0 0 0-1,0 0 10-15,0 0-3 16,0 0 14-16,0 0 5 0,0-9-22 0,0-3 0 31,0-2 0-31,0 2-3 16,0 0 3-16,0-3-4 15,0-2 4-15,0 1-2 0,0-8-2 16,0 0 0-16,0 2 0 16,0 2 5-16,0 2-8 15,0 2 6-15,0-2 11 16,0 4-11-16,0-4 0 15,0-3-3-15,0-1-7 16,0 0 5-16,0 5 2 0,0-2-4 16,0 3 12-1,0 7-5-15,2-3-1 16,0-3 0-16,0 3 0 0,0-4-1 16,1-2-2-1,0-4-1-15,-3 4 2 0,0-5 0 16,0 0-5-16,0 5 9 0,0-4-8 15,0 8 4 1,0-3 0-16,0-2 0 16,0-2 3-16,0-2-6 15,0-2 10-15,0 4-9 16,0-4 5-16,0 2-6 16,0 0 3-16,0 3 0 15,0 4 0-15,0 2 4 16,0 0-10-16,0-2 12 15,0 4 0-15,0-4-5 16,0-2-2-16,0-4 0 0,0-2 0 16,0-3 1-16,0 2 0 15,0 0-5-15,0 3 10 16,0 4-2-16,0 0 0 16,0 0-2-16,0-3 2 15,2-4-3-15,2 0 1 16,-2-2-2-16,0-1 1 15,-2-3-4-15,0 2 1 0,0 0 3 16,0 8-3 0,0 0 6-16,0 6 2 15,0-2-4-15,0-2-2 16,0-5-8-16,0-1 5 16,0-3 3-16,0 0 2 15,-2 1-3-15,-4-2 9 16,4 3-7-16,-1 0 0 0,0 2 0 0,1-2 1 15,0-4-1-15,2-2 0 16,0-3 1 0,0 2-4-16,-2-4-11 0,-5 4 13 15,1 4 1 1,-1 3 3-16,0 4-2 0,3 0-2 16,-3 0-2-1,7 0-1-15,-2-2 2 16,0-3 4-16,0-4-8 15,-3-1 13-15,3-4-14 0,0 4 10 16,2-1-9-16,0 3 9 16,0 4-3-1,0-2 0-15,0-1 2 16,0 2-6-16,0-3 7 16,0-3-8-16,0 2-3 0,0-3-1 15,0-2-9-15,0 4 16 16,-5 0 1-16,3 8 1 15,-1 1 2-15,-1 2 0 16,2-8 7-16,2 6-4 16,-2-8-10-16,0-1 6 15,-1-2-3-15,3 2 0 16,0 0-2-16,0 2 4 16,0 7 0-16,0 1-2 15,0-1 9-15,0-4-8 0,0-1 7 16,0-2-10-16,0 1 10 15,0-3-11 1,0 1 5-16,0 1 0 0,0 2 0 0,0 8 2 16,0 0-8-1,0-1 11-15,0 0-7 16,3-1 4-16,-1 0-4 16,0-6 3-16,-2-3-1 15,6 3 0-15,-1-1 0 16,0 2-5-16,-3-3 10 0,0 6-6 15,0-3 7 1,-2 2-8-16,0-1 2 0,0 3-1 16,3 0 1-1,-1-1-1-15,0-1-2 0,4 2 6 16,1-2-5-16,-2 2 8 0,-3 0-10 16,3-5 5-1,-3 2-2-15,2-4-5 16,-2-1 5-16,5 2 1 15,-1-4 0-15,2 8-4 16,0 0 9-16,-1 3-6 0,-3-1 8 16,0-4-10-1,0-1 7-15,4 1-4 16,-1-2 0-16,-3 2 1 0,-4-2-6 16,4 3 10-1,-2 0-7-15,2 2 12 0,-2-1-12 16,2 2 4-16,0-2 0 15,1 2-2-15,1-4-1 16,-4 4 1-16,6-1 0 16,-4-2-2-16,-2-1 7 0,0 3-7 15,1 2 8 1,-1-4-7-16,0 1 1 16,2-5-1-16,-4 1 1 15,4-1 0-15,-4-2-3 16,3-4 6-16,-1 4 7 15,3-1-4-15,-3 1-8 0,3 5 4 16,-5-6-4-16,4 3 4 0,-2-1-2 16,0-5 0-1,0 3 3-15,1-7-9 16,-1 2 12 0,2-1-2-16,3 7-3 0,-2 3 4 15,3 2-1-15,-3 7-3 16,-3 2 3-16,0-1-3 15,-2-4-2-15,7 2 6 16,-4-4-7-16,-3 6 7 16,2-6-10-16,-2 2 6 15,6 2-2-15,-4-2 1 16,3 6-1-16,-1-4 1 0,-2-1 0 16,6 3-5-1,-6-3 8-15,2-1-10 0,-2 3 14 16,-2-2-11-1,2 5 5-15,-2-4-2 16,0 0 1-16,0 2 0 0,0-1-1 16,0 1 16-16,0-2-22 15,0 0 10-15,0 2-6 16,-4-3 6-16,2 3-2 16,0 1-1-16,2 2-3 0,0 3 2 15,0-1 2 1,0 0-2-16,0-5 6 0,0 4-6 15,0-5 6-15,0-1-8 16,0-1 5-16,0 2-4 16,0-3-3-16,0 6 4 15,0-1 1-15,0 3 0 16,0 4 1-16,0-1 5 16,2 0-10-16,0 1 8 15,0-1-6-15,-2-3 2 16,2 0-2-16,3 0 2 15,-3 3-1-15,2 2-4 16,-4 4 10-16,2-1-4 16,-2 1 2-16,0-1-4 0,6-6 1 15,-4-1 0-15,-2-2-1 16,2 2 1 0,-2 0-3-16,0 3 10 15,2-2-11-15,-2 4 12 0,0-5-13 16,0 0 11-16,0-5-11 15,0 0 10-15,0 2 11 16,0 5-16-16,0-4 1 16,0 4-5-16,0-2 10 0,0 2-10 15,0 2 11 1,0-1 0-16,0 11-5 16,0-4 8-16,0 0-10 15,0-3 0-15,0-3-5 16,0 2 10-16,0-3-5 0,2 0 6 0,0-3-8 15,1 0 5 1,5-3-6 0,-3 3 4-16,0 3-1 0,-3 4 2 15,-2 1 2-15,2-2-1 0,-2 0 1 16,2-6-4 0,3-3 6-16,-3 1-11 15,-2 1 8-15,0 3-3 16,0 8 0-16,0-2 2 15,0 6-5-15,0 0 9 16,0 0-14-16,0 0 18 16,0-6-9-16,0 2 2 15,0 4 11-15,0-2-11 16,0-2 1-16,0 4-4 16,0-6-4-16,0 0-5 0,0-4 3 15,0 1 1-15,0-2 10 16,0 5-7-16,4 0 2 15,-4 6 0 1,0-4 0-16,0 1-11 0,0 0-9 0,0-1 11 16,0-2 4-1,0 1 10-15,0 2 8 16,0-1-10-16,0 2 9 16,0 0-12-16,0 0-2 0,0-2-14 15,0 0-31 1,0-2-12-16,0 0-64 0,-4 3-242 15</inkml:trace>
  <inkml:trace contextRef="#ctx0" brushRef="#br0" timeOffset="211092.87">21130 3579 200 0,'0'0'129'0,"0"0"-73"0,0 0 41 16,0 0-41-16,0 0 20 0,0 0-4 16,0 0-1-1,-22 16-7-15,22-16 39 0,0 0-28 16,0 0-4 0,2 0-7-16,12 0-19 15,13 0 30-15,6 0-32 16,3-4-2-16,-5-5-41 15,-2 2 6-15,-11 3-6 16,-7 4-15-16,-5 0-9 0,-4 0-27 16,-2 0-9-16,0 0-84 15,0 0-123-15,0 0-87 16</inkml:trace>
  <inkml:trace contextRef="#ctx0" brushRef="#br0" timeOffset="211472.7">21135 3559 29 0,'0'0'514'16,"0"0"-400"-16,0 0 18 16,74-107-11-16,-55 78-82 0,-3 1-16 15,-5 0-23 1,-2 3 0-16,-6 6-16 16,-1 9 6-16,-2 7 10 15,0 3 40-15,0 0 2 0,0 6-31 16,2 15 39-16,3 1-27 15,-1-3 2-15,7 1-13 16,-7 0-12-16,1 1-1 0,-5 1-24 16,5 1-12-1,-3-2 0-15,2-1 14 16,2-4-70-16,6-8-102 16,-1-8-287-16</inkml:trace>
  <inkml:trace contextRef="#ctx0" brushRef="#br0" timeOffset="212363.03">20787 2794 294 0,'0'0'184'0,"0"0"-46"0,0 0-47 0,0 0-90 0,0 0 2 16,0 0 0-1,23-50 25-15,-23 45 73 16,2 5 26-16,-2 0-25 16,0 0-25-16,0 2-42 15,0 20-25-15,0 9 28 16,0 7-10-16,-2-1-18 15,-6 1 10-15,6-6-17 16,2-9 0-16,0-3 5 16,0-4-16-16,0-7 4 0,0-2-10 15,0-4-18 1,0 0-27-16,0-3-73 0,0 1-126 16,0-1-51-1,-6 0-142-15</inkml:trace>
  <inkml:trace contextRef="#ctx0" brushRef="#br0" timeOffset="212595.02">20690 3014 498 0,'0'0'214'16,"0"0"-63"-16,0 0-7 16,0 0-79-16,0 0-3 15,0 0-32-15,0-7-15 16,22 3 47-16,6-1-15 15,9-5-13-15,-4-1-23 16,0 5 0-16,-6 1-11 0,-5 1-12 16,-4-2-4-16,-7 3-17 15,-4-5-8-15,-5 7-34 16,-2-10-35 0,0 5-208-16</inkml:trace>
  <inkml:trace contextRef="#ctx0" brushRef="#br0" timeOffset="212863.02">20669 2657 730 0,'0'0'64'15,"0"0"27"-15,0 0-40 16,0 0-31-16,0 0-19 16,0 0 0-16,58-40-1 15,-33 27-11-15,4 1-28 16,0 4-32-16,0 2-15 0,0 5-52 16,-3 1-59-1,-4 0-206-15</inkml:trace>
  <inkml:trace contextRef="#ctx0" brushRef="#br0" timeOffset="213513.07">21124 2721 394 0,'0'0'251'15,"0"0"-130"-15,0 0-17 16,0 0-31-16,0 0-45 15,-9 104-5-15,9-85-3 16,0-6 6-16,0 1 19 16,0-3-2-16,0-5-7 15,-2-5-20-15,-1-1 4 16,3 0-14-16,-2 0 1 16,0 0-7-16,0-13-17 15,2-6 11-15,0-3-28 16,4 0 32-16,12 4-18 15,-1 6 11-15,-3 6 12 16,-1 6-8-16,-5 0 10 16,-4 0-5-16,-2 11 21 0,0 8-16 15,0 6 27-15,0-6-21 16,0-3 8-16,0-7-11 16,5-6-16-16,4-3-1 15,6 0 9-15,6 0 2 16,3-8 13-16,1 0 6 15,-3 4-13-15,0 4 19 16,-4 0-8-16,4 4-8 16,-6 9-5-16,-5 2-3 15,1 1-3-15,-2-6-1 16,-1 0-8-16,9-4-17 0,-1-6 9 16,4 0-7-16,-1 0 14 15,0 0-43 1,0 0-103-16,-9-10-265 0</inkml:trace>
  <inkml:trace contextRef="#ctx0" brushRef="#br0" timeOffset="-214073.65">29767 1564 268 0,'0'0'145'0,"0"0"-61"15,0 0-13-15,0 0-62 16,0 0-8-16,0 0 5 16,0 0-3-16,0-48 1 15,0 44-2-15,0-5 3 0,0 2-5 16,6-1-40-1,3 2-86-15,-5 4 40 0,1-1 55 16,-5 3 28-16,0 0 0 0,0 0-30 16</inkml:trace>
  <inkml:trace contextRef="#ctx0" brushRef="#br0" timeOffset="-213823.65">29767 1564 43 0,'22'-87'93'0,"-22"87"-25"16,0 0 10-16,0 0-13 0,0 0-10 15,0 0-52-15,0 0-3 16,0 0-20 0,0 0 20-16,0 0 79 0,0 0 6 15,0 0-17 1,0 0-21-16,0 0 11 16,0 0-52-16,0 0 5 0,0 0-9 15,0-3-4-15,0 0-11 16,0 2-20-16,0-6 1 15,0 7 14 1,0 0 10-16,0 0 8 0,0-5-9 0,0-5-28 16</inkml:trace>
  <inkml:trace contextRef="#ctx0" brushRef="#br0" timeOffset="-212873.65">29615 1355 256 0,'0'0'127'0,"0"0"-41"0,0 0-38 16,0 0-9-16,0 0-2 0,0 0 29 16,-9-10-4-16,9 10 6 15,-2 0-38-15,-1 0 50 16,1 0-25-16,0 0-2 16,0 0-15-16,-4 0-18 0,3 0 2 15,-1 0 8 1,4 0 7-16,0-4-9 0,0 2 2 15,0 1-26-15,0-5 11 16,15-5-12 0,6-1 21-16,5 4-18 15,-2 1 13-15,1 7-16 16,-3 0 5-16,1 0-10 0,-4 0 3 16,-3 7-2-1,-3 9-18-15,-6 6 17 0,-2 6-6 16,-5 4 4-16,0 1 1 15,-20-2 3-15,-1 2 11 16,4-9-10-16,5-6 2 16,2-8 4-16,10-6-14 15,0-4 6-15,0 0-14 16,0 0-2-16,0 0-2 16,8 0 15-16,6 0 8 15,-1 4 2-15,1 6 3 16,-5 0-18-16,-7 8 7 15,-2 2-2-15,-2 4-2 16,-30 9 6-16,-7 4 11 16,-13 1-9-16,-4 0-2 0,-4-6 0 15,0-2 0-15,11-5-18 16,8-7-57-16,17-5-57 16,15-7-83-16,9-6-88 15</inkml:trace>
  <inkml:trace contextRef="#ctx0" brushRef="#br0" timeOffset="-212221.02">30264 1332 547 0,'0'0'49'0,"0"0"71"0,0 0-30 16,0 0 51-16,0 0-31 16,-2 116-44-16,-1-76-31 15,-2 2-29-15,-1-2 10 16,1 0-16-16,-3-4 2 16,-4 4-4-16,-1-2 2 0,-1-2-15 15,3-4-33 1,-2-8-17-16,2 1-80 15,0-14-77-15,0-3-114 0</inkml:trace>
  <inkml:trace contextRef="#ctx0" brushRef="#br0" timeOffset="-211963.65">29969 1690 602 0,'0'0'104'16,"0"0"113"0,0 0-49-16,0 0-78 0,150 23-36 15,-104-23-49-15,-1 0-5 16,-10 0-20-1,1 0-45-15,-9 0-112 0,-9-9-377 16</inkml:trace>
  <inkml:trace contextRef="#ctx0" brushRef="#br0" timeOffset="-211073.64">30723 1158 780 0,'0'0'51'0,"0"0"76"0,0 0-60 16,0 0 6 0,0 0-39-16,0 0-29 15,0 0 26-15,-14-53-10 16,1 79-18-16,-1 10 3 15,-5 8 16-15,-6 2-20 16,0-4 4-16,3-3-6 0,4-4 4 16,0-5 2-16,5-3-1 0,4-8-8 15,4-5 6 1,5 3-6-16,0-3-12 0,0-5 12 16,16 7 3-1,7-5 0-15,1-2 0 16,0 4 5-16,1-3-5 0,-2-1 6 15,-2 0-12 1,-3-3 10-16,1-4-9 0,-6-2 1 16,2 0-1-16,-4 0-6 15,2 0-7-15,-3-6 15 16,-4-7 3 0,-1-6-2-16,1 2 5 15,-1 0-6-15,1-1 5 16,4 2-4-16,-8 5 0 0,0 3 2 15,-2 3-6-15,0 5 14 16,0 0-10-16,0 0 5 16,0 0-4-16,0 13 15 0,0 18 6 15,0 6 11 1,-7 7-24-16,-6 9 9 0,0-1-10 16,-6 0-3-1,4-1 8-15,1-9-13 16,8-6 4-16,-1-9-4 0,7-2-21 15,0-7-53-15,0-8 48 16,0-10-140-16,0 0-169 0</inkml:trace>
  <inkml:trace contextRef="#ctx0" brushRef="#br0" timeOffset="-210589.72">31103 1720 433 0,'0'0'355'0,"0"0"-255"0,0 0-24 16,-58 121-73-16,56-89 0 0,2-3 6 15,0-2-11-15,0-10 4 16,2-5-4-16,19-3 1 16,-2-9-3-16,4 0-14 15,4 0-8-15,-1-12-78 16,-1-6-45-16,-1-2-75 15,-4-1-199-15</inkml:trace>
  <inkml:trace contextRef="#ctx0" brushRef="#br0" timeOffset="-210155.06">31153 1413 614 0,'0'0'117'0,"0"0"13"0,0 0-71 16,0 0-21-16,0 0-6 0,0 0-18 15,6 0-5 1,7 0 30-16,-1 0 2 15,-6 0-7-15,-1 0-30 16,-3 0 0-16,-2 0 2 0,0 0-6 16,0 0-10-16,0 0-21 15,4 0 7 1,7 0-87-16,-1 0-142 0</inkml:trace>
  <inkml:trace contextRef="#ctx0" brushRef="#br0" timeOffset="-202153.48">29454 2221 106 0,'0'0'190'0,"0"0"6"15,0 0-113-15,0 0-67 0,0 0-5 16,0 0-11-16,0 0 2 16,-2 6 21-16,2-6 20 15,0 0 16-15,0 0 19 16,0 0-39-16,0 0-19 16,0 0-14-16,0 0-8 15,0 0 7-15,0 0 24 16,0 0 23-16,0 0-10 15,0 0 3-15,0 0-19 16,0 0 14-16,0 0-26 16,0 0 0-16,0 0-8 15,0 0 1-15,0 0-4 0,0 0 24 16,0 0-11 0,0 0 5-16,0 15-9 0,0 13-5 0,0 21 27 31,0 2-32-31,0 11 15 0,0 0-13 15,0-2-5-15,-11 3 1 0,-7 1-3 16,-8 4-7 0,4-6-12-16,1-6 9 0,8-10-58 15,13-14-9 1,0-15-139-16,5-17-198 0</inkml:trace>
  <inkml:trace contextRef="#ctx0" brushRef="#br0" timeOffset="-201232.39">29350 2344 9 0,'0'0'23'0,"0"0"90"0,0 0 10 0,0 0-6 15,0 0 45-15,0 0-41 16,-4 19-44-16,4-16 26 16,-3 1-10-16,3 2-32 15,-2 0-43-15,2-4 2 16,0 2-18-16,0-4-2 15,0 0 21-15,0 0 3 0,0 0 21 16,0 0-29-16,0 0 4 16,0 0-19-16,0 0 5 15,0 0-6-15,0 0 0 16,0 0-1 0,0 0-5-16,0 0 4 0,0 0 4 15,0 2-3-15,0-2 9 16,0 2-12-16,0 2 12 15,0-4-9-15,0 2 1 0,0-2 0 16,0 0 0 0,13 0 6-16,5-4 37 0,7-20-19 15,-1-4 4-15,5-10-19 16,-4 4 4 0,-1 2-10-16,-3 6-2 15,-6 8-1-15,-4 4 6 0,0 3-12 16,-4 4 13-16,-1 2-11 15,-1 3 12-15,-1 2-16 16,-1 0-5-16,1 11 10 16,1 11 2-1,1 3 1-15,1 1 0 0,-1-3-21 16,2-2 8-16,0-2-56 16,-1-1-4-16,-3 2-148 15,-4-8-221-15</inkml:trace>
  <inkml:trace contextRef="#ctx0" brushRef="#br0" timeOffset="-200563.69">28928 3523 831 0,'0'0'78'0,"0"0"53"15,0 0-57-15,0 0-33 16,-13 112-38-16,13-78-2 0,0 6 4 16,0 4-3-16,0 5-2 15,0 3 3 1,0 4-10-16,0-2 7 0,-2-2-17 0,2-8-60 15,0-8-5 1,0-11-77-16,0-14-32 0,0-11-85 16</inkml:trace>
  <inkml:trace contextRef="#ctx0" brushRef="#br0" timeOffset="-200094.02">28878 3588 64 0,'0'0'608'0,"0"0"-559"0,0 0 65 16,0 0-41-16,0 0-10 15,0 0-15-15,55-109-3 16,-28 93 2-16,-3 5-3 16,-3 7 9-16,-4 4-53 15,-5 0 18-15,-1 13-13 16,-9 11-10-16,-2 8-7 16,0 3-10-16,-27 1 1 0,-4 2 9 15,-5 5 3 1,3-3-24-16,2-1 30 0,8-5 0 15,6-10-1-15,9-7 8 16,6-4-8-16,2-3-4 16,0 0 8-16,21 0 12 15,8 2 19-15,0 2 15 16,2 3-45-16,-4 4 14 16,2 2-12-16,-5 0 2 15,0 2-5-15,-3-6-7 16,-11-2-31-16,-2-3-55 0,-8-6-137 15,2-8-340 1</inkml:trace>
  <inkml:trace contextRef="#ctx0" brushRef="#br0" timeOffset="-199663.79">29279 3823 470 0,'0'0'124'0,"0"0"-21"0,0 0-18 0,0 0-53 16,0 0 14-16,0 0-16 15,-27 13 24-15,18 11-28 16,0 4 20-16,2 8-35 16,5-7-5-16,2 0-6 15,0-2-10-15,0-8 9 16,15-5-5-16,3-2 1 0,1-3 5 15,2-8-7-15,4-1 16 16,0 0-18 0,4 0-14-16,-2-7-168 15,-6-9 153-15,-5-5-69 16,-5 2-108-16</inkml:trace>
  <inkml:trace contextRef="#ctx0" brushRef="#br0" timeOffset="-199233.72">29250 3806 470 0,'0'0'20'16,"0"0"79"-16,0 0-38 0,0 0 9 16,0 0-14-16,0 0 5 15,11 0-30-15,3-4-10 16,1-9-21-16,-2-3-17 16,1 3-63-16,-8-4-73 15,0 6-43-15,-6 5 124 16,0 1 72-16,0 5 38 15,0 0 160-15,0 0-47 16,0 0-35-16,0 0-44 16,0 0-26-16,3 0-14 15,8-1-11-15,7-3 17 0,4-3 21 16,3 1-17 0,-3-2-40-16,4 1-4 15,-1-5-54-15,-5 2-56 16,-4-1-114-16,-5 1-157 0</inkml:trace>
  <inkml:trace contextRef="#ctx0" brushRef="#br0" timeOffset="-198783.57">29325 3796 535 0,'0'0'3'0,"0"0"94"0,0 0-11 16,0 0 3-1,0 0 18-15,0 0-37 0,16 50-38 16,-3-50-9-16,1 0-9 16,3 0-14-16,4-2-8 15,1-13-65-15,0 0-109 16,-4 3-54-16</inkml:trace>
  <inkml:trace contextRef="#ctx0" brushRef="#br0" timeOffset="-197572.17">30642 2558 188 0,'0'0'178'0,"0"0"-85"15,0 0 10-15,0 0-31 0,0 0-43 16,0 0 43-16,4 0 11 16,-4 0 34-16,0 0-53 15,0 0 21-15,0 0-16 16,0 0-29-16,0 0-7 15,0 0-16-15,0 0 2 16,0 0-18-16,0 0-2 16,0 11-1-16,3 7 1 15,5 12 2-15,0 11 18 16,-2 16-2-16,-1 7-3 16,-5 3-10-16,0 0 0 15,0-3-8-15,0-2-1 0,-3-7 1 16,-5-5-11-16,0-8 7 0,6-8-32 31,0-8-20-31,-2-9-36 0,4-6-81 16,0-11-136-16</inkml:trace>
  <inkml:trace contextRef="#ctx0" brushRef="#br0" timeOffset="-196803.94">30522 2663 435 0,'0'0'184'0,"0"0"-80"0,0 0-18 0,0 0-33 15,0 0 19-15,0 0-27 16,0 0-5-16,4 0 15 15,12 0 6-15,4-17 12 16,-2-2-44-16,-3-4 9 16,5 1-37-16,-6 0 13 0,-1 3-12 15,-6 2 6 1,-1 9-8-16,-4 5 3 16,1 3-9-16,-3 0 16 15,5 0-20-15,6 7 14 16,5 15-5-16,1 6 1 0,-1 3-2 15,-3-1-14-15,-2-3-22 16,-2 0-13-16,-2-8-17 0,-1-6-114 16,-1-7-306-1</inkml:trace>
  <inkml:trace contextRef="#ctx0" brushRef="#br0" timeOffset="-195923.69">30665 3667 461 0,'0'0'393'0,"0"0"-297"0,0 0 22 0,0 0-85 16,0 0-22-16,0 0 1 16,4 95-7-16,-4-53-2 15,0 0 1-15,0-4 14 16,0 4-12-16,0-4-11 15,0-1 5-15,0 0-4 16,0-2-41-16,0-1-13 0,0-4-34 16,0-8-96-16,0-4-150 15</inkml:trace>
  <inkml:trace contextRef="#ctx0" brushRef="#br0" timeOffset="-195623.56">30433 4161 751 0,'0'0'132'0,"0"0"98"15,0 0-139-15,124 20-22 0,-86-19-48 32,1-1 8-32,-4 0-26 0,-4 0-6 15,-4 0-9-15,-2 0-22 16,-8-7-60-16,-6-5-149 16,-8-5-232-16</inkml:trace>
  <inkml:trace contextRef="#ctx0" brushRef="#br0" timeOffset="-195322.91">30540 3667 686 0,'0'0'67'16,"0"0"-1"-16,0 0 14 16,0 0 46-16,0 0-28 15,0 0-26-15,80 0-33 16,-54 0-1-16,10 0-30 15,-5 0-8-15,0 0-26 0,1 0-49 16,-3 0-85 0,2 0-183-16,-4 0-327 0</inkml:trace>
  <inkml:trace contextRef="#ctx0" brushRef="#br0" timeOffset="-194587.66">30896 3964 583 0,'0'0'174'0,"0"0"-61"0,0 0-58 0,0 0-13 16,0 0 3-16,0 0-19 0,-2-1 5 16,2 1-13-1,0 13 39-15,0 12-9 16,0 2-15-16,0 2-31 0,0-5 3 15,0-4-5-15,0-7 0 16,0-4 0-16,0-5 4 16,0-4-13-16,0 0 7 15,18 0 2-15,4-4 0 16,4-15-12 0,-1 3 14-16,2 1-4 0,-4 5-1 15,-2 7-9-15,2 3 11 16,-5 0 1-16,-3 4-7 15,-3 13 14-15,-4-2 20 16,-1-1-13-16,4-1 2 16,0-5-16-16,2-4-8 0,6-2 5 15,-2-2 3 1,3 4 10-16,-1 1-8 16,-4 8-2-16,-1 3 4 15,-4 0 2-15,-1 0-4 0,5-2-4 16,3-6-26-1,6-6-95-15,-1-2-263 0</inkml:trace>
  <inkml:trace contextRef="#ctx0" brushRef="#br0" timeOffset="-189973.48">23867 7553 183 0,'0'0'191'0,"0"0"-11"16,0 0-66-16,0 0-13 15,0 0-49-15,0 0-2 0,0 0-38 16,0 0 8-16,-5-18-20 15,3 15 0-15,2-1 9 16,0 4 25-16,0-3 31 16,0 0-39-16,0-3-4 15,0-7-17-15,0 5-6 0,0-4 1 16,7-2-1 0,1 0-4-16,-1-2-21 0,-2 2-18 15,1-4-104 1,-3 4-7-16,-3-4-490 15</inkml:trace>
  <inkml:trace contextRef="#ctx0" brushRef="#br0" timeOffset="-189443.59">23940 7032 106 0,'0'0'409'0,"0"0"-288"0,0 0 8 16,0 0-69-16,0 0-17 15,0 0-13-15,-2-71 42 16,2 60-22-16,0-5 6 16,0 4-21-16,0 6-24 15,0 0-11-15,0-1 8 16,0 2-18-16,0 1-4 15,0-2 10-15,0-4-80 0,0 1-88 16,-3-1-104 0</inkml:trace>
  <inkml:trace contextRef="#ctx0" brushRef="#br0" timeOffset="-188973.78">23969 6559 346 0,'0'0'142'0,"0"0"-3"0,0 0-13 0,0 0-27 15,0 0-11-15,0 0-57 16,16-84-31-16,-14 68 5 0,4-4-12 16,1 2-1-16,0-3 7 15,2-1-68 1,0 8 12-16,-5-3-55 0,-2 4-59 15,-2 3-179-15</inkml:trace>
  <inkml:trace contextRef="#ctx0" brushRef="#br0" timeOffset="-188563.81">24039 5978 301 0,'0'0'326'16,"0"0"-199"-16,0 0 17 16,0 0-117-16,0 0-14 15,0 0-11-15,4-65 2 0,-4 53-4 16,0 0 0-16,2-2-1 0,-2 0 3 31,2 2-4-31,-2-1-73 0,0 0-38 0,0-1-140 16,0 2-99-1</inkml:trace>
  <inkml:trace contextRef="#ctx0" brushRef="#br0" timeOffset="-185863.68">21569 5134 240 0,'0'0'140'0,"0"0"-94"0,0 0 20 16,0 0-59-1,0 0 17-15,0 0 43 16,0 0 19-16,10 1-9 15,-6-1-22-15,0 1 35 0,3 2-34 16,5-3 8-16,3 2-34 16,3-2 25-16,1 0-18 15,2 0-19-15,-4 0-10 16,-1 0-7-16,0 0-2 16,-3 0 8-16,5 0-15 15,-3 0-28-15,1 0-57 16,0-6-117-16,-6 2-98 15</inkml:trace>
  <inkml:trace contextRef="#ctx0" brushRef="#br0" timeOffset="-185493.83">22180 5145 551 0,'0'0'60'0,"0"0"89"0,0 0-63 0,0 0 1 16,0 0-63-16,0 0-5 16,103 21-19-16,-84-21 4 15,2 0-4-15,-6 0-8 16,-1-7 0-16,-8 3-59 16,5 4 1-16,-4 0-31 0,0 0-33 15,4-2-372 1</inkml:trace>
  <inkml:trace contextRef="#ctx0" brushRef="#br0" timeOffset="-185193.57">22869 5119 591 0,'0'0'105'0,"0"0"-8"15,0 0-56-15,0 0-41 16,0 0-11-1,0 0-65-15,113 15 7 0,-95-21-24 0,1 1-27 16,-2 1-55 0</inkml:trace>
  <inkml:trace contextRef="#ctx0" brushRef="#br0" timeOffset="-184883.92">23368 5189 566 0,'0'0'96'15,"0"0"-44"-15,0 0-19 16,0 0-28-16,0 0-2 16,118 33 0-16,-103-33 27 15,1 0-21-15,-7 0 22 16,6 0-7-16,-1 0-24 16,-1 0-16-16,1 1-68 15,-4-1-97-15,-1 5-346 16</inkml:trace>
  <inkml:trace contextRef="#ctx0" brushRef="#br0" timeOffset="-184633.91">23840 5252 502 0,'0'0'123'0,"0"0"-91"0,0 0 22 16,0 0-27-16,0 0-26 15,0 0-2-15,114-17-9 16,-101 16-26-16,-5 1 1 16,4 0-74-16,-6 0-180 15</inkml:trace>
  <inkml:trace contextRef="#ctx0" brushRef="#br0" timeOffset="-182681.07">24120 5167 328 0,'0'0'36'0,"0"0"19"0,0 0-26 0,0 0 44 15,0 0 17-15,0 0-33 16,0 0-29-16,-35 2-13 15,28 1 47-15,-1 1-18 0,0-1 4 16,4 3 23 0,4 0-35-16,0-2-20 0,0 0-14 15,0 0-4 1,0 0 4-16,4-4 1 0,8 0 11 16,-1 0 5-1,7 0 32-15,-3-9-9 16,1-10-23-16,-3-1-12 0,1 4-14 15,-10 1 4-15,1 0-12 16,-5 5 9-16,0 2 6 16,0 8 0-16,-16 0-13 15,-6 0 4-15,-5 0-2 16,3 0-5-16,-1 10-14 16,8 0 15-16,3 3 15 15,5-2 2-15,7 3 2 16,2 2 23-16,0 0-11 15,0 1-14-15,9-8-2 16,3 0 9-16,7-6-2 0,1-3 2 16,4 0 20-16,3-1-16 15,0-15 8-15,-3-4-18 16,-3 6-3-16,-8-1 0 16,-9 1 6-16,-4-1-10 15,0 0 4-15,0-3-10 16,-7 7-32-16,-8 0 9 15,-5 7 2-15,-5 4 5 0,-4 0 5 16,-2 12 21-16,2 8-3 16,6 5 11-1,6-4 1-15,6-1-2 0,8-3-4 16,3-6 0 0,0 0-3-16,0-6 7 0,3 0 3 15,8-4 16-15,4-1 3 16,4 0 16-16,1-6-35 15,1-7 4-15,-2-6-11 0,-4-1-2 16,-6 6-1 0,-2 0 0-16,-7 2 0 0,0 2-9 15,0 4 0 1,0 4-17-16,-14 2 17 16,-3 0-13-16,-4 2 19 15,4 17 6-15,-1-2 3 0,7 1 10 16,5 1-11-16,6-9-5 15,0 2 5-15,0-3 2 16,0-5 0-16,6 2 10 16,5-1-14-16,5-5 11 15,-1 0-6 1,8-11 0-16,-4-9 4 0,1 1-11 16,-6-2-2-16,-5 6 7 15,-5 5-12-15,-2 1 14 16,-2 5-18-16,0 2 17 15,0 2-16-15,-8 0-7 0,-8 0 11 16,1 4 0 0,3 9 5-16,3 2 4 0,5-1 5 15,4-4-10-15,0 1 4 16,0-5-2 0,0-4 3-16,4 3-2 15,5-5 4-15,0 0-4 16,2 0 14-16,-2 0-14 0,-2 0 11 15,-5-5-9 1,3 4-8-16,-5 0 6 0,0 1-3 16,0 0 1-16,0 0-4 15,0 0 3-15,0 0 1 16,0 0-14-16,0 0 26 16,0 0-15-16,0 0 6 15,2 0-1-15,2 0-2 16,-2 0 0-16,3 0-3 15,-5 0 3-15,0 0-5 0,0 0 11 0,0 0-7 32,0 0 7-32,0 0-12 15,0 0 5-15,0 0 1 0,0 0 0 16,0 0-3-16,0 0-6 16,2 0 9-16,-2 0-11 15,10 0 17-15,-6 0-14 16,0 0 15-16,0-5-12 15,-1 2 8-15,-3-4-3 16,2 1 4-16,-2 0-1 16,0 0-6-16,0 0 14 15,0 4-22-15,-9 0 5 0,-5 2 1 16,1 0-21 0,0 0 26-16,-1 0-5 0,4 0 10 15,5 0-10 1,3 2 13-16,-1 2-9 0,3 0 4 15,0-2-6-15,0 2 6 16,0-2-6-16,0-2 3 16,0 4 0-16,0-4 0 0,0 0 1 15,3 0-8 1,4-4 15-16,3-8-6 16,-5-1 2-16,-1 1-8 15,-4 1-2-15,0 5 2 16,0 2 3-16,-6 4-12 0,-10 0-15 0,-4 8 23 15,0 11-8 1,7-2 26-16,4-3-6 16,7-6-7-16,2-2-2 15,0-1-16 1,0-4 12-16,0-1 6 0,11 0 5 16,4 0 15-16,1 0-18 15,-1-10-2-15,-5-2 0 16,0 4-19-16,-5 4-29 15,-5 0-8-15,0 2-74 0,0 2-37 16,0 0-447-16</inkml:trace>
  <inkml:trace contextRef="#ctx0" brushRef="#br0" timeOffset="-181483.66">24693 4357 293 0,'0'0'126'0,"0"0"10"0,0 0-21 0,0 0-73 15,0 0 23 1,0 0-24-16,0 0 18 0,3 0-4 16,-3 0-15-1,6 0 10-15,3 0-39 0,5 0 62 16,5-4-35 0,8 2-9-16,-2-3-15 15,4 4 11-15,-5-2-9 16,-1 3-6-16,-6 0-10 15,-1 0 8-15,-3 0-18 0,-4 3 6 0,-2 9 1 16,-7 4-23 0,0 6 21-16,0 9-2 15,-12 2-23-15,-9 1 28 16,0-4-6-16,5-5 8 16,6-3 0-16,3-4 9 15,3 0-5-15,4-2 4 16,0 0-1-16,0-1-7 0,0-7 1 15,4 1 1 1,7-6-4-16,3 4-19 16,3-5 12-16,1-2 0 15,7 0 6-15,-3 0 6 16,4 0-6-16,1 0 2 16,-4 0-3-16,-4-2-5 15,-3-5-43-15,-3 1-51 16,-3 0-158-16,-1 1-130 0</inkml:trace>
  <inkml:trace contextRef="#ctx0" brushRef="#br0" timeOffset="-181013.73">24740 4561 502 0,'0'0'87'0,"0"0"58"0,0 0-10 16,0 0-23-16,0 0-13 0,0 0-26 15,134-22-32 1,-105 22-28-16,-3 0-3 0,-1 0-10 16,1-1-28-1,1-2-12-15,-2 2-79 16,-6-4-84-16,0 5-67 16,-6-1-278-16</inkml:trace>
  <inkml:trace contextRef="#ctx0" brushRef="#br0" timeOffset="-180369.94">25330 4806 165 0,'0'0'186'0,"0"0"-111"0,0 0 48 16,0 0-12-16,0 0-52 0,0 0 30 0,0 14 7 16,0-14 1-1,0 0-13-15,0 0-10 16,0 0-36-16,0 0-31 16,0-14 25-1,3-6-31-15,-1-7 24 0,3-2-18 16,-1-1 16-16,-2 2-23 0,0 4 0 15,-2 6-1-15,0 5 3 16,0 5-17 0,0 1 21-16,0 3-10 0,0 4 5 15,0 0-2 1,-11 0-25-16,-11 12 18 0,-9 12-8 16,-3 1-58-16,1 2-80 15,4-3-137-15,4-8-116 16</inkml:trace>
  <inkml:trace contextRef="#ctx0" brushRef="#br0" timeOffset="-140183.66">24041 5217 68 0,'0'0'77'0,"0"0"34"0,0 0 3 16,0 0-30-16,0 0-17 16,0 0-34-16,0 0-4 0,0 0-18 15,0-6 7-15,0 6-8 16,0 0 11 0,0 0 20-16,0 0-12 0,0 0 10 15,0 0-18 1,0 0 20-16,0 0-16 0,0 0-1 15,0 0-19-15,0 0-8 16,0 0 3-16,0 0 0 16,0 0-7-16,0 0 16 15,0 0 7-15,0 0-3 16,0 0 29-16,0 0-37 16,0 0 1-16,0 0-4 15,0 0 2-15,0 0-4 16,0 0 3-16,0 0 8 0,0 0-3 15,0 0 19 1,0 0-18-16,0 0 5 16,0 0-10-16,0 0 2 15,0 0-6-15,-2 0-4 16,-4 0 2-16,4 0 4 0,-2 0-6 16,0 0 8-16,-1 6-5 15,-1-1 2 1,-2-4 3-16,4 5-4 0,-3 0-1 15,3 1 0-15,-2-6 2 16,-2 5-11-16,4 1 20 16,-5-7-17-16,1 5 14 0,-2 0-12 15,4 1 10 1,-5-2-10-16,4-1 5 0,0 2 0 16,5-1-1-1,-3-4 6-15,3 5-9 0,-4 0 11 16,-1 1-13-16,1-3 12 15,-4 6-9-15,4-5 3 16,1-1 0-16,3 0-3 16,-2-1 6-16,2-2-11 15,-8 1 17-15,8 2-14 16,-4 1 13-16,-3 0-14 16,1 4 12-16,0-4-9 15,-1 3 3-15,5-2 0 16,-3-5-4-16,2 6 10 15,1-4-15-15,0-2 17 0,-1 0-16 16,-1 6 15 0,1-2-13-16,-2 2 6 0,-2-2 0 15,3 0 0 1,-1 0 0-16,3 0-5 0,-1-2 15 16,-2 2-19-1,1 2 18-15,-1 0-18 0,1 0 7 16,-2 0-2-16,2 0 4 15,-3 0 0-15,1 1-3 16,-4-1 9-16,6-1-12 16,-1-3 15-16,-3 4-16 15,4 0 13-15,-1-2-12 16,1 2 7-16,-4 0-1 16,0-2 2-16,1 4-1 15,0-4-2-15,0 4 6 16,-2 2-13-16,2-4 16 0,0 2-15 15,-4-2 11-15,4 0-8 16,-3 0 7-16,-1 2-3 16,-3-2 0-16,8 4 4 15,-7-2-6-15,3 0 9 16,3-2-14-16,-3 2 15 16,6 1-14-16,-5-5 6 15,0 4 0-15,2-4-1 0,-2 2 4 16,5-1-6-1,-6-1 10-15,3 1-10 16,1 0 12-16,1-1-8 0,0-1 3 16,0 3-8-16,1-1 0 15,-1-1 4-15,0 1 0 16,-2 1 6 0,5-3-9-16,-5 0 12 0,3 5-16 15,-2-2 14-15,2-2-10 16,-3 4 4-16,3-3-1 15,-2 0 0-15,0 1 3 0,1 0-11 16,-1 0 18 0,0 0-13-16,-1 0 11 0,1 0-15 15,-2 0 12 1,2 2-10-16,-1 0 6 16,0 0-1-16,2-2 0 15,0 0 3-15,1 0-2 16,2 2 3-16,-5-3-6 0,2 4 4 15,-2-1 0 1,2 0 3-16,-4-2 1 16,6 0-4-16,-1 0-1 0,2-4 1 15,1 2 5-15,-1 0-12 16,0 0 15-16,-4 0-14 16,4 0 8-16,-2 2-7 0,-3 0 3 15,1 4 0 1,0-4 0-16,-3 1 3 15,7 2-2-15,-4-2 9 0,2-4-13 16,-1 3 6 0,3-1-6-16,0 1 5 0,-3-3-2 15,-5 3 0 1,6 2 1-16,-5 0-5 0,-3 1 8 16,3-1-6-1,0-5 12-15,2 8-17 0,3-5 15 16,-1-2-15-16,3 0 8 15,-4 1-1-15,2 0 0 16,-1 0 4-16,-1 2-13 16,3-4 18-16,-2 2-11 15,3 1 6-15,-3-2-8 16,5 0 2-16,-2 0 2 16,-1 2-1-16,-4 2 1 0,0-1-3 15,1 1 8 1,-2 3-10-16,-3-1 16 15,4 0-20-15,-2-4 16 0,2 5-7 0,0-2 0 16,-2-3-4 0,6 0 3-16,-1 0 2 15,-1 0-8-15,3 0 15 16,-3-1-11-16,0 4 11 16,1-3-15-16,-1 0 8 15,1 2-1-15,-2 0 0 16,0-3 4-16,1 3-9 15,1-1 12-15,-2 1-7 16,0 0 8-16,-3 5-7 16,-1-6 1-16,1 3 1 15,3 3-3-15,-2-4-3 0,1 2 2 16,-1 1 1 0,-2-3 0-16,3 1 8 0,1 3-16 15,-1-6 13 1,4 2-13-16,-4-6 11 0,3 5-3 15,-3 1 0-15,2-1 5 16,0-1-11-16,-4 5 13 16,3-1-14-16,-2-1 15 0,1 0-14 15,3-3 8 1,-4 2-4-16,4-3-2 0,-1 0 4 16,1 0-1-1,-4 6 6-15,4-4-16 0,-3 1 22 16,3 0-18-16,-6 1 11 15,5-2-7-15,-1 1 5 16,1-4-4-16,-2 1 1 16,7-2 1-16,-5 0-2 15,1 4 8-15,-5 3-11 16,-1-2 15-16,-1-1-20 16,1 0 13-16,2 4-3 15,-1-5 1-15,-1-1-1 16,3 0 0-16,3 0 1 15,0-1-10-15,-4 1 17 16,6 1-11-16,-3-2 6 16,-2 1-4-16,-4 3 2 0,4-2-2 15,-2 2-1-15,-3 0 2 16,6-3-6-16,-4 2 13 16,3 0-14-16,1 1 17 15,-3 1-19-15,1-5 14 16,2 5-9-16,-1-2 4 0,-1 0 0 15,0-2-1 1,3 3 4-16,-3-1-12 16,0 0 20-16,3-2-17 15,1 1 16-15,-6-1-18 16,5 3 13-16,-1 1-5 0,-4-4 0 16,8-2 0-16,-1 4-1 15,1-4 6 1,0 2-7-16,0-2 14 15,-3-2-21-15,0 6 17 0,0-4-12 0,-2 4 4 16,5 0-1 0,-3-4-2-16,-2 3 6 15,0 2-11-15,5-1 17 16,-5 0-14-16,0 0 14 16,2 2-16-16,-3-3 17 15,-2 0-16-15,5 1 6 16,-1-4 0-16,-6 2-2 15,7 0 10-15,-1 1-13 16,-2-2 9-16,2 1-6 16,-3 2 4-16,2 1-4 15,-3-2-1-15,2 1 3 16,-2 0 0-16,1 1 1 16,0-1-3-16,2 2 5 0,-2-5-3 0,4 5 5 15,-4-2-9 1,2 1 7-16,0-4-6 15,1 6 0-15,-2-1 3 16,-1-4-1-16,3 0 4 16,-2 4-9-16,-1 0 15 0,1 0-15 15,0-2 10 1,1-2-8-16,1 2 4 16,1-4 0-16,-2 4-5 15,0 0 7-15,2-3-8 16,3 2 10-16,-3-3-15 0,2 3 15 15,1 2-13-15,0-5 8 16,-3 2 1-16,3-2-1 16,-1 2 2-16,0 1-5 15,-1-3 9-15,-3 5-12 16,3-3 14-16,-2 2-9 16,2-2 2-16,-3 0 0 15,3 2-1-15,-2-2 1 16,2-1-3-16,-1 2 8 15,1-1-12-15,-4 0 15 0,2 0-11 16,-1 2 11-16,-2 2-11 16,2-3 11-16,0 4-13 15,-2-3 5 1,2 0 0-16,-2 1-3 0,2-3 8 16,0 4-7-16,-2-5 8 15,4 4-11-15,-4 0 12 16,2-1-4-16,0-2-2 0,3 1 7 15,-4-4-8 1,8-3 4-16,0 4-10 16,-2-1 13-16,1-2-6 15,-1 3 4-15,0 1-9 0,-6-1 6 16,6 0-4 0,-3 3 2-16,-1 0 0 0,3-2-4 15,-2-1 8 1,1 1-9-16,3-5 11 0,-3 4-9 15,4-4 9-15,2 0-11 16,0 4 5-16,-5-4 0 16,3 1 0-16,-3-1 2 15,1 3-6-15,2 1 9 16,-1-2-8-16,-1-1 13 16,2 2-17-16,-2-2 13 15,1-1-10-15,1 7 4 16,-2-6-1-16,-4 4 0 15,2-1 2-15,0 1-4 0,1 0 11 16,1-1-15-16,-6-2 16 16,8 3-17-1,-4-4 9-15,1 1-1 16,1 2 0-16,2-3 0 16,-6 2-4-16,2-2 11 0,2 4-10 15,-1-3 12-15,1 0-14 16,2 0 9-16,-2 0-8 15,-2 0 4-15,0 0 0 0,-1 2-1 16,-3 0 4 0,2 2-11-16,-1 2 18 0,1-4-12 15,1-1 3 1,5 0-2-16,-1-2-4 0,1-1 5 16,0 2 0-1,0 1 3-15,-1-3-1 0,-1 4-1 16,2-4 1-16,0 2 6 15,-3 2-11-15,3-4 11 16,0 6-12-16,-3-2 4 0,1-2 0 31,-5 4 0-31,2 0 5 16,1 0-9-16,1-5 9 0,-2 6-10 16,3-1 12-16,-3-2-14 15,-1 0 10-15,0 0-3 16,2 2 0-16,2-4 1 15,-3 7-6-15,3-8 11 16,4 2-12-16,0-3 16 16,0 0-15-16,0 0 11 0,0 0-11 15,0 0 6 1,0 0-1-16,0 0 0 0,0 0 4 16,-6 0-5-16,6 0 9 15,0 0-2-15,0 0-5 16,0 0 4-16,0 0-5 15,0 0 5-15,0 0 7 16,0 0-7-16,0 0-5 16,0 0 10-16,0 0-12 15,0 0 14-15,0 0-23 0,0 0 22 16,0 0-15 0,0 0 7-16,0 0-3 0,0 0 1 15,0 0 3 1,0 0-6-16,0 0 12 0,0 0-6 15,0 0-3-15,0 0 20 16,0 0-18-16,0 0 17 16,0 0 2-16,0 0-9 15,0 0 13-15,-2 0-25 16,2 3 7-16,0-3 4 16,0 0-18-16,0 0 12 15,0 0-3-15,0 0-2 16,0 0-1-16,0 0 0 0,0 0 5 15,0 0-13-15,0 0 17 16,0 0-18-16,10-7 18 16,1-4-18-1,0 1 5-15,5-2 1 0,-3-4-8 16,0 4 8 0,-4 0-5-16,5 4 16 0,-5 0-17 15,-3 2 20-15,5 1-19 16,1-4 13-16,-2 3-10 15,1-2 3-15,-3 2 2 16,2-3 0-16,-1 5 2 16,-1-1-9-16,2-1 15 0,-1 0-15 15,3 2 15 1,-1-2-16-16,-3-2 2 0,6-3-1 16,-5 4 0-1,1-1 0-15,0-2 4 0,-3 2 3 16,3-3-16-1,2 4 18-15,-3-1-9 0,2 2 8 16,-5-5-5-16,6 4 4 16,1 3-2-16,-7-4 0 15,8 3 2-15,-5-3-3 16,-1 0 3-16,6-4-6 16,-5 7-5-16,3-4 10 15,-6 3-5-15,1 2 3 16,-1 0 3-16,3-2 0 15,0-4-5-15,0 4 11 0,7-3-13 16,-1-4 20 0,1 1-21-16,-1-2 13 0,-2 3-10 15,1-2 2-15,-5 5 3 16,-5 4 0-16,0 0 3 16,0 4-11-1,-2-3 18-15,2 2-10 0,0-4 1 16,3 0-2-16,1-2 8 0,4-2-10 15,-1-1 3 1,3-3 0-16,-3 6-3 16,2-4 8-16,-2 4-11 15,-2-3 16-15,2 2-17 0,1-3 14 16,1 0-8 0,3 1 1-16,-1-3-3 0,-3 3 3 15,-2 1 0 1,-3 5-2-16,-1-2 9 0,2-1-10 15,0-1 11-15,1 1-16 16,0 3 15-16,0-1-13 16,-2-1 7-16,3-1-1 15,2-4 0-15,-1 1 4 16,0-1-10-16,3-2 15 16,-4 4-18-16,2-4 18 15,6 2-15-15,-2-6 6 16,-1 5 0-16,1-2-3 15,-3 1 8-15,1 2-12 16,-1-1 16-16,-3 4-11 0,4 2 9 16,4-4-10-1,-5 0 10-15,3 0-10 0,-2 0 3 16,-2 0-1 0,2 3-4-16,-1-2 10 15,-4 3-9-15,1 0 12 16,-4 0-14-16,-2-3 15 0,7 3-18 15,-1 1 10-15,1-1-1 16,-1-2 0-16,4-2 1 16,-1 0-11-16,-1 1 22 15,3 6-22-15,-4-1 24 16,-4 0-26-16,2-5 20 0,2 5-14 16,3-6 6-1,-1-2 0-15,7 1 0 0,-7-2 5 16,3-1-9-16,1 2 18 15,-5 6-13-15,-1-2 0 16,0 0 13-16,-2 2-12 16,6-4-2-16,-1 3 0 15,1-6 3-15,1-1-6 16,4 3 14-16,0-4-24 16,-2-1 25-16,-5 4-15 15,0 5 5-15,-3 2-4 16,-4 1 3-16,1 0-1 15,1-2 0-15,2 0 3 16,1-2-13-16,-2-4 22 16,4 4-15-16,0-4 6 15,-3 6-6-15,3 0 1 0,-7 2 2 16,3-1 1-16,-4 1 4 16,0 2-10-16,1-4 10 15,5 4-9-15,1-7 14 16,1 1-20-16,1-2 18 15,-2 0-11-15,1-2 3 16,-3 4 0-16,3-1-1 16,-9 1 4-16,1 5-9 15,0-1 15-15,-1-2-13 16,3 1 13-16,-1-2-18 16,1 0 11-16,7-3-2 15,-4 2 0-15,-3-2-2 16,9 1 0-16,-7 0 4 0,-3 1-8 15,1 0 15-15,0 6-16 16,-3-8 14-16,5 3-11 16,0 1 4-16,2-5-2 0,2 3 2 15,1-3 0 1,-3 3-5-16,1-1 13 16,-4 1-11-16,-1 2 6 15,-3 0-6-15,0-1 6 16,1 1-4-16,2-1 1 0,-3 1 0 15,3 2-4-15,-3-2 9 16,-2-2-8 0,5 0 12-16,-2 0-18 15,2-2 15-15,1 0-13 0,-1 0 8 16,0-2-1 0,0 1 0-16,-1 4 1 0,-2-1-7 15,5 0 17 1,-1-1-13-16,-2 3 6 0,3-1-7 15,-1-3 8-15,2 0-5 16,3-2 0-16,-1 0 2 16,1 0-11-16,-3-1 20 0,0 4-18 15,-1-1 20 1,-1 2-20-16,-1-1 14 0,7 1-12 16,-4-2 5-1,2-2 0-15,-1 0-5 16,2 0 11-16,-4 2-13 15,0-1 15-15,2 3-9 16,-4-3 7-16,0 5-12 0,-3-2 7 16,5-3-2-16,3 3-1 15,0-9 2-15,7 1 0 16,2-1 4-16,2-4 2 16,2 0-5-16,-3 4 18 15,-3 3-18-15,0 0 12 16,-6 3-8-16,1 2 1 15,-6 0-6-15,1 4 7 16,-1-4-14-16,2 2 14 16,-3-1-4-16,-1 4 5 0,4-4-15 15,-2-1 9 1,1 4-2-16,-3-4 0 0,2 5 1 16,0-1-4-16,-3-4 6 15,8 4-8-15,-2-3 15 16,0-4-17-16,-2 5 13 0,0-5-11 15,2 4 5 1,-4-2 0-16,2 0-2 0,0 5 4 16,0-6-10-1,-3 5 17-15,6-4-21 16,-1 0 25-16,3-2-19 16,1-2 11-16,1-2-7 0,1 0 2 15,-3 2-2-15,-3 4-1 16,-5 4 6-16,-6 6-15 15,2-2 22-15,-2 2-20 16,0 0 18-16,5-6-16 16,-1 0 8-16,3-4-1 0,2-2 1 15,-2 2 0 1,1 0-6-16,0-1 13 16,2 1-12-16,-3 7 13 15,-3-3-14-15,1 0 9 16,2-2-5-16,2-3 2 15,-3 2 0-15,6-2-2 16,-6 1 6-16,3 2-10 16,-5 2 16-16,6 0-19 15,-4 3 16-15,-4-1-12 0,3-1 5 16,-3 5 0 0,0-2-1-16,0 0 4 0,8-2-11 15,-4-1 17 1,-1-2-14-16,8 0 14 0,-6 2-13 15,0 2 9-15,-3-1-10 16,4-1 5-16,-1 4-8 16,0-6 6-16,2 7 4 15,-3-4-11-15,1 0 21 16,0 0-22-16,2-2 15 0,-3 4-9 16,1-2 4-1,-5 4 0-15,0 0-1 16,-2 0 5-16,0 0-15 15,0 0 24-15,0 0-26 0,0 0 20 16,3-1-14-16,-3 1 6 16,0 0-2-16,0 0-3 15,0 0 6-15,0 0-1 16,0 0 1-16,0 0-8 16,0 0 10-16,0 0-4 15,0 0 1-15,0 0-8 16,0 0 2-16,0 0-6 15,0 0-11-15,0 0-16 0,0 0 4 16,0 0-47 0,0 0-73-16,-7 0-349 0</inkml:trace>
  <inkml:trace contextRef="#ctx0" brushRef="#br0" timeOffset="-139033.56">24081 5143 28 0,'0'0'0'0,"0"0"-28"0,0 0 28 16,0 0 0-16,0 0 43 15,0 0 126 1,0 0-36-16,6-4 20 0,-6 4-65 16,0 0-18-16,0 0-22 15,0 0-3-15,0 0 1 0,0 0-20 16,0 0 20 0,0 0-30-16,0 0 18 15,0 0-23-15,0 0 10 16,0 0-11-16,0 0 2 15,0 0 8-15,0 0-7 0,0 0-1 16,0 4-6 0,0 6 11-16,0-4-17 15,0 4 17-15,0-3-17 16,0-4 10-16,11 2-10 0,3-3 0 16,1-2 14-16,3 0-7 15,2 0 34-15,0-7-41 16,0-6 8-1,-7-4 0-15,5-1-12 0,-9 2 4 16,-5 2-11-16,-4 4 8 16,0 3 2-16,0 4-4 15,-17 0 7-15,-5 3-11 0,-3 0-4 16,5 0 13 0,4 6-22-16,3-1 16 0,2 1 3 15,4 4 1 1,5 2-1-16,0 2 6 15,2-2-10-15,0 0 16 0,0-1-18 0,0-8 18 16,2 0-15 0,11-3 6-16,5 0 0 15,0-5 8-15,-2-9-7 16,-5 2 0-16,-4-1 8 16,-7 4-17-16,0-1 8 15,0 2-2-15,-2 2-19 0,-17 3 11 16,-1 3-2-1,-2 0 5-15,4 0 4 16,1 9 0-16,1 9-11 0,12-2 28 16,1-2-27-1,3-4 13-15,0-10-89 0,7 0-184 16</inkml:trace>
  <inkml:trace contextRef="#ctx0" brushRef="#br0" timeOffset="-135918.87">24112 5159 326 0,'0'0'238'0,"0"0"-220"0,0 0-10 16,0 0 7-16,0 0-10 15,0 0 41-15,0 0 33 0,-25-8 1 16,23 8-17-1,2-2-5-15,-2 2-15 16,0 0-43-16,2 0 7 0,-3 0-2 16,3 0 0-16,-4 0 21 15,-6 0 1-15,2 10-19 16,-1 9-1-16,5-6 0 16,4 5 0-16,0-4-13 15,0-2 19-15,4-4-21 16,13 2 11-16,4-3-3 15,4-7 0-15,1 0 1 16,8 0-2-16,-1-17 6 16,-2-4-6-16,-2-10 12 0,-2-1-22 15,-5 1 6 1,-4-2 5-16,-5 3 0 0,-3 6-7 16,-6 2 2-16,-4 4-4 15,0 6 2-15,-7 8-3 16,-17 4 10-1,-10 0-23-15,-1 0 20 0,-6 7-4 16,6 14 7-16,1 0-1 0,3 2 4 16,8-2-6-1,8 4 9-15,9-2-11 16,6 0 15-16,0 1-9 16,0-6 0-16,13-2-1 0,7-6 5 15,9-7-5 1,0-3 14-16,3-3-13 0,1-19 5 15,-2-6 0-15,-4-3-12 16,-8 2-39 0,-9 0-3-16,-6 2-61 0,-4 1 68 15,0 10 16-15,-14 4-19 16,-8 4 10-16,-6 8 34 16,-9 0-6-16,8 8 13 15,-4 12 25-15,9 4-1 16,6 0 7-16,9 0-32 15,9-4-6-15,0-1-6 0,0-4 6 16,11-3 16-16,7-4-13 16,4-8 28-16,7 0-15 15,0-10 2-15,2-15-15 16,-4-2 1 0,-7-3-4-16,-7 1-18 0,-8 6 3 15,-5 5 15-15,0 6-2 16,-13 8 4-16,-14 4 17 15,-2 0-8-15,0 12-3 0,2 4-1 16,12 5-3 0,8-4-4-16,7-3-21 15,0-1-69-15,11-7-225 16</inkml:trace>
  <inkml:trace contextRef="#ctx0" brushRef="#br0" timeOffset="-133669.92">20954 7720 345 0,'0'0'12'0,"0"0"75"0,0 0-28 16,0 0-12-16,0 0 21 15,0 0-8-15,-31 10-19 16,20-6-31-16,7-2 5 0,-3 0 39 15,0 4-27-15,0-3 7 16,1 0-32 0,2 0 38-16,-1 0-4 15,3-2 3-15,2-1-16 16,0 4 6-16,0 1-2 16,0-1-18-16,0 0-9 15,0 0 1-15,0 0-2 0,0-2 7 16,0-2-8-16,0 0 7 15,0 0-2-15,0 0 1 16,0 0-5-16,0 0 1 16,0 0-9-16,0 0-9 15,0-2-6-15,0 2 23 16,0 0-8-16,-7 0 4 16,-2 2 2-16,3 11 0 0,3-4 3 15,3-1 0 1,0-4 0-16,3-4 6 0,12 0-5 15,3 0 1-15,7-2 15 16,-6-11-15-16,-1 0-2 16,-7 1-9-16,-3 0 8 15,-2 2-7-15,-6 1-5 16,0 0 11-16,0 3-23 0,0 0 19 16,0 4-35-1,0 2 9-15,-6 0-8 16,0 0 17-16,-2 0 10 15,3 2 13-15,1 4 2 16,4-4 10-16,0 0 11 16,0-2-23-16,0 0 3 0,4 0-3 15,5 0 0-15,-2-10 8 16,-4 6 11 0,-3 2-3-16,0-2 3 0,0 4-19 15,-3 0-47 1,-11 0 19-16,-1 0 4 0,-3 10 20 15,7 0 8-15,4 1-1 0,3-5 14 16,4-3-17 0,0-2-1-16,0-1-32 0,0 0-90 15,7 0-408 1</inkml:trace>
  <inkml:trace contextRef="#ctx0" brushRef="#br0" timeOffset="-133023.65">20916 7776 360 0,'0'0'177'0,"0"0"-177"0,0 0 0 0,0 0-5 0,0 0-32 0,0 0 37 15,-6 10 4 1,6-10 82-16,6 0 17 0,1-8-42 16,-2-4-61-16,-3 0-28 15,3 2-27-15,-5 2-33 16,0 2 24-16,0 6 64 16,0 0 41-16,-7 0-6 15,-9 8-22-15,7 10-5 16,-4 0 41-16,4-4-4 15,9-2-16-15,0-6-21 0,0-4-4 16,0-2 3 0,0 0 2-16,11 0 39 0,-2 0-19 15,-2-5-29-15,-3-8-28 16,3 9-124-16,-7 0-89 16</inkml:trace>
  <inkml:trace contextRef="#ctx0" brushRef="#br0" timeOffset="-68393.48">23376 7488 327 0,'0'0'90'0,"0"0"-40"0,0 0-27 16,0 0-5-1,0 0 16-15,0 0-6 0,0 0 24 16,0 0 23-16,3-5-38 0,-3 3 10 16,0-1-31-1,2-3-4-15,0 0-8 16,0-1 7-16,0 3 6 16,-2 1 1-16,0 0 16 15,0 3 0-15,0 0 18 16,0 0-44-16,0 0-3 0,0 0 6 15,0 0-12-15,0 0 3 16,0 0-3-16,0 0 1 16,0 0 0-16,0 3 2 0,0 8 6 31,0 5-4-31,0 0 8 0,-6 5-14 0,1-4 3 16,-3 2-2-1,3 3 1 1,-2 0 0-16,-2 4 1 0,3 1 4 15,-3-4 6-15,4-1-6 16,3-3-1-16,0-2-3 16,2-3 1-16,0-2-2 15,0 0 0-15,0-2-2 16,0 2 5-16,0 1-5 16,0-2 11-16,0-3-15 0,0 4 15 15,0-3-13 1,-5 2 11-16,5 2-3 0,-2-2 5 15,2 2 1-15,0-1 1 0,0-5-7 16,0 1-1 0,0-4 8-16,0-1-16 0,0-1 5 15,0-2-5-15,0 0-43 16,0 0-25-16,0 0-101 16,0-9-80-1</inkml:trace>
  <inkml:trace contextRef="#ctx0" brushRef="#br0" timeOffset="-67093.78">23395 7475 192 0,'0'0'116'0,"0"0"-98"0,0 0-18 15,0 0 0-15,0 0 0 16,0 0 28-16,0 0 29 16,0 0 23-16,0 0-27 0,0 0 7 15,0 0-4-15,0 0-17 16,0 0-19-1,0 0-10-15,0 0 13 16,0 0 1-16,0 0 21 0,0 0-26 16,0 3 12-16,0-2 6 15,2-1 12-15,6 2-28 16,3-2 11-16,1 0-3 16,1 0-8-16,3 0 5 0,-1 0-9 15,5 0 10 1,-2 0-21-16,0 2 9 0,2-2-12 15,-2 6 6-15,-2-3-8 16,3-2 0-16,1 1 5 16,1-2 2-16,-2 0 5 0,0 0-8 15,-2 0 1 1,-1 0-1-16,-1 0-8 0,-1 0 3 16,-5 0-8-1,2 0 3-15,-4 0-15 16,1 0-15-16,3 0-82 15,-3-3-89-15,0-1-51 16</inkml:trace>
  <inkml:trace contextRef="#ctx0" brushRef="#br0" timeOffset="-65893.69">23628 7720 68 0,'0'0'157'0,"0"0"-108"15,0 0 23-15,0 0-20 16,0 0 31-16,0 0 12 15,-11 2-39-15,9-2 16 0,2 2-42 16,0-2 5 0,0 0-27-16,0 0 0 15,0 0 2-15,0 0 3 0,0 0-2 16,0 0 2-16,0 2 16 16,0-2 3-1,0 0 15-15,0 0-43 0,0 0 5 16,0 0-2-16,0 0-7 0,0 0 4 15,0 0-3 1,0 0 11-16,0 0-12 16,0 0 11-16,0 0-5 15,0 0-11-15,0 0 5 16,0 0-2-16,0 0-5 16,0 0 5-16,0 0 2 15,0 0-14-15,0-4 12 16,0 0 2-16,2-4 9 15,2 1-5-15,1-2 5 0,-5 7-9 16,0 2 0 0,0 0 0-16,0 0-17 0,0 0 16 15,0 0-17 1,0 0-3-16,0 0-39 0,0 0 4 16,0 0-176-1</inkml:trace>
  <inkml:trace contextRef="#ctx0" brushRef="#br0" timeOffset="-59821.18">21124 8993 82 0,'0'0'41'0,"0"0"-35"0,0 0-2 0,0 0 11 16,0 0 65-16,0 0-28 0,0 0-16 16,0 4-4-1,0-4 1-15,0 0-24 0,0 2 27 16,0-2 12-1,0 4 1-15,0 0-16 16,0 2-2-16,-2 2 4 0,2-1-2 16,-2-3 10-1,2-3-31-15,0 1 3 0,0 1-14 16,0-2 12 0,0 3 9-16,0 4 10 15,0-2 5-15,0 0-18 16,0 2-2-16,0 0-14 0,0 1 8 15,0 0-5-15,0 1-7 0,0-1 7 16,2-3-6 0,0 0 9-16,2 2 8 0,-2 0 10 15,1 2-25 1,-1-1 21-16,2 0-22 0,-4-1 22 16,7-2-22-1,-4 0 7-15,-1-2-8 16,2 0 0-16,0-3 1 0,1 2 1 15,-1 3-3-15,3-3 7 16,-2 2 4 0,-3-1-5-16,4 2 1 0,-1-4-4 15,1 2 5-15,4-2-3 16,-4 2 1-16,-1-1-9 16,3-2 12-16,-3 1-7 0,2 2 8 15,-3-3-9 1,3 2 2-16,-1 3 12 15,4-2-11-15,-1 2-2 16,-5-4 3-16,7 0 0 0,-4 0 5 16,0-2-6-1,-1 0 7-15,0 2-6 16,1 0 17-16,-2 2-17 0,2-4 1 16,-1 3-2-1,1-3-2-15,-1 0 2 0,2 0 3 16,0 0-2-16,1 0 10 15,-1 0-18-15,2 0 11 16,-1 0-13-16,-5 0 10 0,6 0-4 16,-4 0 0-1,3 0 0-15,1 0-4 0,0 0 13 16,1 0-17 0,-2 0 18-16,2 0-13 0,0 0 7 15,0 0-3 1,1 0-1-16,-2 0 2 15,-1 0-7-15,-1 0 13 0,-2 0-12 16,0 0 8-16,3 0 0 16,3 0-1-16,-1 0 5 15,-1 0-3-15,2 0 2 16,-1 0-1-16,3 0 0 16,-3 0 2-16,-1 0 0 15,4-5-14-15,-3 1 13 0,3 0-11 16,-1 4 12-1,0-2-8-15,1 0 0 16,1 0 1-16,-1 0-7 0,-1 0 13 0,3 2-9 31,-5-2 10-31,-3 0-15 16,-2-1 19-16,0 3-14 16,1 0 2-16,-1 0 0 15,6 0-1-15,1 0 8 16,-5 0-10-16,4 0 14 0,-1-3-18 0,-2 3 14 15,5-3-4 1,-4 1 4-16,-1-1-6 16,-2 1-1-16,2 1 0 15,0 1-3-15,2 0 11 16,0 0-4-16,0-3 1 0,3 1-7 16,-5 2 10-1,9-2-15-15,-7 0 7 0,4 2 0 16,-1 0-1-1,-1 0 8-15,-2 0-22 0,2 0 27 16,-2 0-15-16,-1 0 6 16,-4 0-1-16,-2 0-2 15,3 2 0-15,-3 2-5 16,4-1 4-16,-2 0-5 16,1 0 12-16,1-2-4 15,-2 0 8-15,0 2-15 16,-2-3 9-16,1 6-5 15,-3-2 1-15,2-2 0 16,0 2-3-16,2-2 9 0,-2 0-7 16,2-2 13-16,-3 2-18 15,1 0 12 1,-2 0-11-16,2 2 6 0,2 2-1 16,-2 0 0-16,-2 2 2 15,5-2-9 1,-3 0 19-16,0 2-18 0,-2-2 17 15,-2 1-18 1,3-1 9-16,2 1-2 0,-3 1 0 0,0 2 1 16,0 3-7-1,-2-4 14-15,3 0-11 16,-3-2 14-16,0 0-20 16,0 1 16-16,0-1-11 15,0 3 4-15,0 2-2 16,0-1 1-16,0-1 1 15,0-2-4-15,0 0 14 16,0-5-16-16,0 0 12 0,0-2-12 16,0-1 5-16,0 0 1 15,0 0 0-15,0 0 3 16,0 0-9-16,0 0 15 16,0 0-15-16,0 0 14 15,0 0-16-15,0 0 9 0,0 0-2 16,0-1 1-16,2-7-2 15,2-1-3 1,-2 4 10-16,2-1-14 0,1-5 22 16,0 3-18-1,2-6 12-15,3 0-10 0,-3 0 3 16,5 0 0-16,-4 5-1 16,1 0 3-1,-3 4-5-15,0 1 12 16,-4 1-16-16,2-1 18 15,0-2-17-15,5 2 10 0,3-5-6 16,-1-4 2-16,7-1 0 16,-3 0-2-16,-1 5 5 15,-3-2-9-15,-3 7 15 16,-1 0-15-16,-5 2 13 0,1 0-14 16,6 0 6-1,-5-3 1-15,2 2 0 0,8-2 2 16,-3-1-7-1,0-1 14-15,5 1-11 0,-7 4 10 16,5 0-14-16,-8 2 11 16,5 0-10-16,-5 0 3 15,4 0 2-15,1 0-2 0,2 0 6 16,1-4 0 0,1 4 4-16,-4-2-16 0,0 0 16 15,-4 2-13 1,2 0 9-16,0 0-4 15,-3 0 0-15,3 0 3 16,3 0-8-16,-6 0 14 16,5 0-11-16,-1 0 9 15,-2 4-14-15,3 2 14 16,1 0-9-16,1-2 2 0,-2 2 0 16,0-1-3-1,0-4 9-15,-2 3-8 0,0-4 12 16,-2 3-18-16,1 0 16 15,2-1-13-15,-1 2 6 16,-3-2-1-16,-2 2 0 16,5-2 0-16,-1 0-3 15,0 2 11-15,3 0-11 16,1-1 10-16,-4 3-14 16,1-5 16-16,1 1-16 15,-6 3 8-15,7-2-1 16,-3 3 0-16,2-2 2 15,1 0-3-15,-3 4 14 0,4-2-21 16,-3-1 14-16,1-4-12 16,0 4 9-16,3-4-5 15,-2 5 2-15,5 0 0 16,-3 1-3-16,1-2 9 0,-3 1-9 16,-3-2 16-1,0 0-24-15,-2-4 14 0,1 5-3 16,-3-4 0-16,2 4 4 15,-2-5-9-15,4 1 12 16,1 1-17 0,-3 1 26-16,2-2-25 15,0 3 16-15,1-2-14 16,-3 0 7-16,0 0 0 16,2 1 0-16,-1-2 0 0,1-1-8 15,0 0 16 1,-4 4-12-16,1-4 14 0,1 0-15 15,-4 0 5-15,7 3 0 0,-4-3-2 16,2 0 4 0,-1 0-4-16,3 0 6 15,0 0-8-15,-2 0 12 16,1 0-12-16,1 0 11 16,-5 0-14-16,4 0 7 15,-2 0 0-15,-1-3 0 16,-1-1 2-16,0 0-8 0,6 0 12 15,-4 1-5-15,1-4 6 16,-1 4-13-16,2 0 9 0,-2-5-6 16,1 7 2-1,-1-4 1-15,-2-1 0 16,6 0 6-16,-1-4-17 16,-1 2 23-16,1-1-14 15,-2 0 4-15,-2 7-3 16,-3 0 1-16,0 0-2 15,-2 2 1-15,4-4 0 16,-2 2-7-16,5-2 16 16,0-7-9-16,2 4 7 15,2-3-12-15,-5-2 11 0,2 6-8 16,-6 0 3-16,0 0 0 16,0 6-6-16,-2 0 13 15,2 0-12-15,-2 0 6 16,0 0-2-16,0-3-36 0,0 2 9 15,0-3-19 1,0 1-54-16,0 0-195 0,-2 3-421 16</inkml:trace>
  <inkml:trace contextRef="#ctx0" brushRef="#br0" timeOffset="-57651.57">21955 10093 391 0,'0'0'144'0,"0"0"-114"16,0 0 15-16,0 0 6 15,0 0 13-15,0 0 8 16,0 0-39-16,-16 0-10 0,14 0 9 16,2 0 10-1,0 0 3-15,0 0-42 16,0 0 25-16,0 0-28 0,0 0 22 15,0 0-14-15,0 0 22 0,0 0-10 16,0 0-15 0,0-5-5-16,0-1 5 0,0-2-9 15,2 0 12 1,12-1-11-16,-3 3 10 16,0 4-6-16,2-3 0 15,2 4 4-15,2-2-4 16,1 1 1-16,-3 2-2 15,1 0 11-15,-5 0-22 16,-3 0 23-16,-1 0-24 16,-2 13 17-16,-5 4-6 0,0 2 1 15,0 2 0-15,0 2-2 16,0-4 4-16,-7 2-16 16,-2-10 22-16,0 0-15 15,3 0 11 1,1-8-8-16,2 5 5 0,3-6-1 15,0-1 0-15,0 2-12 16,0-2 9-16,0 2 1 16,0-3-7-16,8 0 17 0,3 0-21 15,0 0 22 1,-2 0-10-16,4 0 1 16,-2 0 0-16,3 0-2 15,1 0 6-15,-3 0-9 0,-2 4 14 16,-3-2-17-16,-1 4 10 15,0 1-4-15,-2 3-2 16,-4 7 4-16,0 0 12 16,0 4-9-16,0-1 27 15,-12-2-29-15,-1 0 31 16,-3-2-24-16,1 0 17 16,-5 0-8-16,-2 2 21 15,-3-2-20-15,-1 0-8 16,-6-3 0-16,3 0-3 15,2 1-11-15,3-5 16 16,2-2-21-16,6-1 9 16,7-3 0-16,7-3-19 15,2 0-31-15,0-3-89 16,2-16-223-16</inkml:trace>
  <inkml:trace contextRef="#ctx0" brushRef="#br0" timeOffset="-48843.69">24767 5179 95 0,'0'0'145'0,"0"0"-90"0,0 0 15 0,0 0-58 16,0 0 43-16,0 0 2 15,0 0-7 1,2 5-30-16,-2-5 15 0,0 0 6 16,0 0 13-1,0 0 2-15,2 0-20 16,0 0 7-16,0 1-19 0,1-1 33 0,4 0-16 15,-1 0 9 1,5 0-19-16,1 0-5 16,-1 1-5-16,-1 2 11 15,0-3 4-15,-1 2-34 16,-1 6 22-16,2-4-20 16,1 4 14-16,-3-3-17 0,4-1 4 15,-1-1-5 1,0-3 0-16,-2 8-2 15,-2-4 8-15,-3 4-19 0,0 2 22 16,-2-2-14-16,1 3 10 16,-1-4-1-16,2-1-4 0,-1 2 0 31,-1-3 0-31,-2 1 2 16,0 1-9-16,0 2 16 0,0 3-12 15,0 0 8-15,0 3-6 0,0-2 4 16,0-3-3-1,0 4 0-15,0-4 1 16,0 1-6-16,0 2 12 0,0-3-9 16,0-2 15-1,0 4-21-15,0-6 13 0,0 4-9 16,-2 0 4-16,-1-2-2 16,-1 4 1-16,2-2 1 15,-1 0-5-15,1 0 14 16,0 2-16-16,0 0 14 15,0 1-14-15,0-2 7 0,2 0 0 16,-2-2-1 0,-3 1-1-16,5 0 1 15,-5 2 1-15,1-1-5 0,-1 1 14 16,1 4-16-16,0-2 14 16,-3-3-10-1,7 0 3-15,-4-1-1 0,1 0 1 16,1-2 0-16,-1 1-7 0,1 4 16 15,0-1-10 1,0 0 6-16,0 0-8 16,0-6 3-16,-1 2 0 15,3-2-2-15,-4 0 2 16,4 2-2-16,-2-3 8 16,2 8-9-16,0-7 9 0,0 0-10 15,0 2 6 1,0 2-4-16,0-3 0 15,-2 0 2-15,0 1-1 16,-1 0 3-16,0 0-6 16,1 0 10-16,0 1-12 15,0-2 13-15,-2 1-13 0,4 0 11 16,-3 1-5 0,3-2 0-16,-2 4-2 0,0-6-2 15,0 8 8-15,0-5-8 16,0-1 15-1,2-2-21-15,-2 2 15 0,2 2-9 16,0-5 4-16,-4 4-6 16,4-2 4-16,0-2-3 15,0 5-2-15,0 0 11 0,-2-1-11 16,2-2 11 0,0 2-8-16,-2 1 6 15,2-7-5-15,0 6 3 16,0 1-3-16,0-3-3 0,0 4-2 15,0-4 3-15,0 0 6 16,0-1-11-16,-4 0 7 16,4 1 3-16,0 0-14 0,0 0 6 15,0-2 7 1,0 2 2-16,0-2-11 16,0-2 14-16,0 2-12 15,0-2 7-15,0 1-8 16,4-3-4-16,4 0 6 15,-2 0 7-15,0 0 0 16,1 1-4-16,2-1 10 16,-2 1-8-16,4-1 13 0,0 0-15 15,-2 0 12 1,0 0-10-16,-1 0 2 0,2 0 0 16,-3 0-4-16,-1-2 8 15,0-1-5 1,-3 1 6-16,-1-2-9 0,5 4 12 15,0 0-15-15,-1-2 7 16,1-2 0-16,-1 2-1 16,2-2-5-16,-4 0 4 0,0 4-17 15,-2-2 17 1,0 2-1-16,-2 0-4 16,0 0 4-16,0 0 0 15,0 0-3-15,0 0 6 16,0 0 5-16,0 0-2 15,-4 0 4-15,-7 0-3 16,-3 6-5-16,2 4 9 16,-5-2-8-16,0 2 0 0,5 0 0 15,2-4-4-15,-1 6 9 16,-1-3-11-16,3-1 15 16,-1 1-16-16,0-3 17 0,1 6-15 15,-1-3 10 1,0 3-10-16,4-5 5 15,-3 5 0-15,-1 1-2 0,0-4 9 16,3 4-12 0,-2-2 18-16,2-3-24 15,1 2 19-15,1-2-14 16,3 2 6-16,-2-2 0 0,2 3-2 16,-5-4 8-1,4 4-17-15,3-1 22 0,-4 1-11 16,2 2 2-1,-3-2-4-15,1 4 4 0,2-3-2 0,0 3 0 16,-1-4 2-16,1 1-7 16,-2 0 12-1,4 3-12-15,-3-4 16 0,1 1-12 16,-1 0 5 0,3-3-7-16,0 2 3 0,0 1 0 15,0 0 9 1,0-2-7-16,0 2 13 0,0 2-15 15,0 0 15 1,0 1-13-16,0 0 10 0,0-2-11 16,0 0-1-16,0 0 0 15,0 2 1-15,0-1-2 16,0 0 5-16,0 1 4 16,0-3 2-16,0 2-18 15,0-2 15-15,0 0-10 16,0 1 3-16,0-3 0 15,0 3-1-15,0-1 2 16,0 0-2-16,0-1 9 0,0 6-2 16,0-3-2-1,-2-2-2-15,0 2 0 0,2-4-3 16,-2-2 1 0,2 6 0-16,0-4-5 0,0 2 12 15,-2 0-10 1,-2 1 12-16,1 0-10 15,-1-3 4-15,2 2-5 0,2 0 2 16,-2 3-1-16,2-2-3 16,-3 0 8-16,0-4-13 15,-1 6 19-15,0-2-14 16,0 3 7-16,1-1-6 16,3-1 1-16,-4-2 1 15,2 1 1-15,-2 2 0 0,0-1-5 16,2-4 12-16,0 0-18 15,0 2 22 1,-2-4-22-16,-1 5 18 0,1-2-13 16,0 1 6-16,-2-2 0 15,0 0-3-15,6 1 2 16,-2-6-9-16,0 1 13 16,2-2-6-16,-3 2-15 15,1 0 17-15,-2 0-10 16,2 2 11-16,-2 1-1 15,-2 2-2-15,0-1-2 0,4-2 10 0,-3 1-6 32,3-1 7-32,0-4-12 15,-2 3 7-15,-1 1-2 16,0 2-14-16,1-3 12 0,-1 7-2 16,3-5 10-16,-2 0-17 15,-3-4 20-15,5 5-16 16,2-6 14-16,-4 4-12 15,-1 1 6-15,0-1 0 16,1 0 0-16,0 0 1 16,-3 0-8-16,5 2 14 15,-2-2-10-15,-4 0 13 0,4-2-19 16,2-4 14 0,-2 7-6-16,1-2 1 15,-1-1-2-15,2 2-2 16,-2 0 8-16,-4-2-3 15,2 0 8-15,1 0-18 16,-1 0 14-16,2-1-9 16,-2 2 4-16,-2-5 0 0,3 6 0 15,1-2 1-15,-2-2-3 16,3-2 9-16,-2 2-7 16,3-4 7-16,-4 3-5 15,3-1 3-15,-1-2 10 16,0 0-13-16,-6 1 0 15,6-1-1-15,-5 3 4 16,-2-3 9-16,0 0-9 16,-2 0 2-16,2 3-6 15,3-3 18-15,0 2-17 0,4 0 0 16,1 2 6 0,-1-2-8-16,2-2 3 0,2 2 4 15,0-2-12-15,0 0 16 16,0 0-22-1,0 0 10-15,0 0 1 0,0 0-4 16,4 4 4-16,3 1-4 16,3-2 8-16,-2-1-6 15,3 0 12-15,-1-2-17 16,0 0 7-16,-3 0-2 0,1 0-15 16,-1 0 5-1,-3 0-2-15,-2 0-5 0,-2 0 18 16,0-4-8-1,0-8-52-15,0-9-299 16</inkml:trace>
  <inkml:trace contextRef="#ctx0" brushRef="#br0" timeOffset="-43463.72">25705 5966 397 0,'0'0'108'0,"0"0"58"0,0 0-84 0,0 0-30 16,0 0-51-1,0 0 11-15,0 0 21 16,-12-30 42-16,12 28 15 16,0 2-24-16,0-3 16 15,0 3-56-15,-2-2 9 16,2-2-29-16,-2 4 12 15,2 0-18-15,-2 0 0 0,-2 0-1 16,-1 0 2-16,-9 4-8 16,-1 12 16-16,-3 5-4 15,1 2 4-15,-4 5-18 16,8 1 8-16,-5 3-1 16,3-6 2-16,1 2 0 15,8-6-4-15,3-4 9 16,3-4-11-16,0-4 11 0,0-6-10 15,23 5 10 1,3-7 2-16,5 3-6 16,6-5 0-16,-6 0-1 15,-2 0 3-15,-6 0-12 0,2 0 12 0,-9 0-13 32,-3 0 14-32,-2 0-17 0,-1 0 13 15,-6-2 0-15,5-2 0 16,-5 0 2-16,0-2-6 15,1 4 8-15,-2-2-4 0,-1-2 11 16,0 4-22 0,-2 0 19-16,2-2-15 15,-2 0 7-15,0 0 0 16,0-2-5-16,0 1 10 0,0 0-7 16,0 3 13-1,0 1-21-15,0 1 14 16,0 0-8-16,0 0 1 0,-6 0 3 15,0 0 0-15,0 0 0 16,-1 11-4-16,-1 11 8 16,-2 3 3-16,-3 12-3 15,0-1 7-15,-3 8-7 0,3 0-5 16,-3-6 1 0,3 0 0-16,-1-5-1 15,6-7 1-15,1-5-6 16,3-4-2-16,0-3-8 15,0-2-102-15,0-4-143 0,2-6-357 16</inkml:trace>
  <inkml:trace contextRef="#ctx0" brushRef="#br0" timeOffset="-41580.72">22679 10507 455 0,'0'0'219'0,"0"0"-210"0,0 0 27 15,0 0-8-15,0 0-8 16,0 0-20-16,0 0 14 15,14 0-11-15,-10 0 43 16,-2 0 38-16,-2 0-23 16,0 0 3-16,2 0-12 15,0 5-6-15,3-4-20 0,2 5-14 16,-3-1 16 0,3-4-7-16,-1 3 12 0,5-2-20 15,1 2 16-15,1 3-16 16,5-2 7-1,7-1 0-15,4 2-12 16,11-1 7-16,-1 1-13 0,11-3 24 16,-4 4-25-16,-1 2 19 15,2 0-19-15,-5 4 14 16,0 0-13-16,-2-2-1 0,-6 2-2 16,-8-8 1-1,-1 0-8-15,-4-4-21 16,-9-1 15-16,-3 0-32 15,-6 0-24-15,-3 0-143 16,0 0-504-16</inkml:trace>
  <inkml:trace contextRef="#ctx0" brushRef="#br0" timeOffset="-40703.62">22809 10712 252 0,'0'0'111'0,"0"0"-36"0,0 0-30 15,0 0 42-15,0 0 18 0,0 0 0 16,0 4-48-16,0-4 6 16,0 0-45-16,0 0-10 15,-10-13-6-15,-1 0 9 16,0-5 12-16,2-1 5 0,0 2-3 16,5-1-15-1,0 7 33-15,-1 5-22 0,2 1 43 16,1 5-46-16,2-3 4 15,0 3-18-15,0-1 3 16,0-4-7-16,0 1 1 16,12-1-8-1,7 1 14-15,6-2-1 0,2 0-5 16,2-3 21 0,0 3-15-16,-2 1 13 0,-8-2-19 15,-1 1 0 1,-4 2-1-16,-3 0 3 15,-5 2-7-15,-6 2-20 0,0 0-24 16,0 0-109-16,-4 0-110 16</inkml:trace>
  <inkml:trace contextRef="#ctx0" brushRef="#br0" timeOffset="-34773.54">23682 10479 577 0,'0'0'28'0,"0"0"31"0,0 0 12 16,0 0-4-16,0 0 0 16,0 0 26-16,0 0-33 0,0 0 5 15,0 0-22-15,0 0 0 16,0 0-37 0,0 0 12-16,0 0-15 15,0 2 9-15,0-2-12 0,0 4-4 16,0 6 4-1,0 8 0-15,0 11 40 0,0 7-35 16,0 12 11-16,0 0-14 16,0 0 4-16,0 4-6 15,-2-6 0-15,-7 2 0 16,-1-2-1-16,2-2-7 16,1-3 15-16,-1-3-18 15,4-4 19-15,0-6-16 16,4-6 0-16,0-4-3 15,0-8-5-15,0-8-6 16,0-2 7-16,0 0-15 0,0-30 19 16,0-9 11-16,0-9 11 15,0-5-11-15,4-3 11 16,8-3-10-16,-1-1 0 16,5-2-2-1,-3-2-4-15,5 2 1 0,-3-3-73 16,-3 11-20-16,1 8 22 0,-4 6 66 15,2 8 3 1,2 6 6-16,6 5 0 16,0 4 2-16,1 5-2 15,-1 6 3-15,-6 6-13 16,-5 0 4-16,4 10 6 16,-8 15 3-16,-4 12 5 15,0 4-8-15,-6 0-4 16,-17 1-3-16,-1 5-5 15,-5 1 0-15,-3-2-11 0,1 0 20 16,4-6 5-16,3 0-9 16,6-9 8-16,10-12-1 0,5-3 57 15,3-7 17 1,11-3-10-16,21-5-32 16,10 4 50-16,3-4-48 15,-3 5-1-15,-5 2-30 0,-8 4 10 16,-6 5-12-1,-6-2-1-15,-5 9 0 16,-6 2-3-16,-6 3 2 0,0-4-16 0,0-5 9 31,0-9-44-31,0-11-79 0,0 0-164 16,2-11-250-16</inkml:trace>
  <inkml:trace contextRef="#ctx0" brushRef="#br0" timeOffset="-34243.53">24103 10884 649 0,'0'0'47'0,"0"0"46"0,0 0 15 0,0 0-27 0,0 0-32 15,0 0-43-15,-22 50 10 16,13-30-8 0,-1-2 11-16,4 3 13 15,6-3-15-15,0-5 12 0,0 0-8 16,2-2 14-16,18 0-26 0,5-6 8 15,1-2-15 1,1-3-4-16,2 0 2 16,-4 0-3-16,-5 0-5 0,-5 0-27 15,3 0 28 1,-5-6-40-16,-3 4-1 16,-6-4-18-16,-4 0-75 15,0 0-15-15,0 2-50 0,0-2-274 16</inkml:trace>
  <inkml:trace contextRef="#ctx0" brushRef="#br0" timeOffset="-33988.17">24125 10934 991 0,'0'0'32'0,"0"0"-24"16,0 0 41-1,0 0-47-15,0 0 14 0,0 0-15 16,76 9 3-16,-67-18-3 16,-1-3 3-16,4-7-8 15,-6-3-68-15,-3-3-90 16,-3 1-137-16</inkml:trace>
  <inkml:trace contextRef="#ctx0" brushRef="#br0" timeOffset="-33823.57">24125 10934 1033 0,'64'-118'71'0,"-64"118"1"15,14 0-21-15,1 0-51 16,8 0-1-16,-3-6-40 15,-3-14-121-15,0-6-225 16</inkml:trace>
  <inkml:trace contextRef="#ctx0" brushRef="#br0" timeOffset="-30693.4">26139 5911 558 0,'0'0'114'0,"0"0"-73"15,0 0 70-15,0 0-18 0,0 0-38 16,113-56 14-16,-67 26-22 16,7-4 29-16,7-4-7 15,3-4-23-15,-3 6 4 16,-5 0-28-16,-6 3 1 16,-7 9-17-16,-3 2-12 15,-6 0 3-15,-4 6-3 16,-7 3-26-16,-6 2-16 15,-7 10-7-15,-9 1-52 0,-5 0-94 16,-30 12-167 0</inkml:trace>
  <inkml:trace contextRef="#ctx0" brushRef="#br0" timeOffset="-30093.54">26233 5703 329 0,'0'0'125'0,"0"0"-61"0,0 0-3 0,0 0-5 0,0 0-19 16,0 0 10-1,0 0 12-15,-20 76 23 0,4-42-22 16,-8 2-23 0,3 4-10-16,-3-4-27 0,2-4 15 15,2-1-6-15,5-9-6 16,3-7 0-16,8-5 5 15,4 1 12-15,0-5 8 0,8-4 17 16,19-2-5 0,11 0-2-16,7 0-19 15,1-4-1-15,-3-7-7 16,-12 1-16-16,-6 9 7 16,-10-2-4-16,-6 3-7 15,-5 0-27-15,-4 0 0 16,0 0-55-16,0 0 20 15,0 0-167-15,0 0-300 0</inkml:trace>
  <inkml:trace contextRef="#ctx0" brushRef="#br0" timeOffset="-29243.81">27320 4961 584 0,'0'0'252'0,"0"0"-153"0,0 0 7 0,0 0-36 16,0 0-38-16,0 0-10 15,-27 64-15-15,8-24 6 0,3 8-10 16,-3-2 22-16,4-2-14 16,-1 2-7-16,1-3-4 15,2-3 9-15,-1 0-19 16,6-6-2-16,1-6-10 16,2-6-86-16,3-4-50 15,0-6-72-15,-1-8 4 16,-1-4-137-16</inkml:trace>
  <inkml:trace contextRef="#ctx0" brushRef="#br0" timeOffset="-28931.99">26988 5440 1044 0,'0'0'69'16,"0"0"59"-16,0 0-86 15,0 0-18-15,0 0-24 0,122 46 0 16,-95-46-6-16,-2 0 4 15,-5-2-9-15,6-12-5 16,-3-3-4-16,-3-8-18 16,1-5-87-16,-9-4-132 15,-5-1-94-15</inkml:trace>
  <inkml:trace contextRef="#ctx0" brushRef="#br0" timeOffset="-28627.59">27079 4985 765 0,'0'0'110'0,"0"0"-53"0,0 0 4 16,0 0 41-16,0 0-17 15,0 0-35-15,147 0-43 16,-105 0-7-16,-1 0-24 16,-3 0-67-16,-9 0-187 15,-4 0-366-15</inkml:trace>
  <inkml:trace contextRef="#ctx0" brushRef="#br0" timeOffset="-27993.58">27534 5272 755 0,'0'0'18'0,"0"0"84"15,0 0-39-15,0 0-47 16,0 0-11-16,-15 100-2 16,5-80 12-16,2-2-2 15,-3-6 34-15,6-6-28 16,0-2 32-16,5-4-47 0,0 0 3 15,0-2-7-15,10-18-10 16,11-6 8-16,4 2 3 16,0 8-4-16,-8 4-2 15,-3 12 4-15,-10 0 1 16,-4 27 0-16,0 6 57 16,0 3-10-16,0-4-40 15,0-8 3-15,0-10-10 0,0-3-6 16,5-10 2-16,17-1-7 15,3 0 6 1,4 0 10-16,-2 0 7 16,-6 0 12-16,-2 16 1 0,-9 5-25 15,-5 0 3-15,2-1 6 16,2-4-9 0,2-7-18-16,7-9-68 0,-1 0-153 15,-1-9-611 1</inkml:trace>
  <inkml:trace contextRef="#ctx0" brushRef="#br0" timeOffset="-13407.85">21672 6292 227 0,'0'0'305'0,"0"0"-283"0,0 0-20 15,0 0-2-15,0 0 0 16,0 0 0-16,0 0 1 16,2 5 8-16,-2-5 68 0,0 0-13 15,0 0 7 1,0 0-55-16,0 0 11 0,0 0-15 15,0 0 14-15,0 0 12 16,0 0 2-16,0 0 10 16,0 3-29-16,0 1 16 15,0 1-36-15,0 8 38 16,0 1-25-16,0 3 2 0,0 2-16 16,0 1-2-1,0-2 1-15,0-1 1 16,0-3-8-16,13-1 26 15,1-2-6-15,10-4-8 0,-1 0 10 16,3-7-14-16,6 0-2 0,-1-4 2 16,4-21 2-1,-1-8-2-15,-1-7 13 16,-4-1-7-16,-11 2-4 16,-16 6-2-16,-2 7 9 15,0 2-16-15,-10 6 7 16,-15 6-16-16,-6 8 12 15,-3 4-10-15,-1 0 0 16,-2 14-7-16,2 12 15 16,8 7-12-16,-2 8 8 0,3-1-26 15,6 3-23-15,-1-3-110 16,4-7-176-16</inkml:trace>
  <inkml:trace contextRef="#ctx0" brushRef="#br0" timeOffset="-12690.36">22129 5598 301 0,'0'0'22'0,"0"0"27"0,0 0-41 0,0 0-4 15,0 0 51-15,0 0 16 0,-3 0-5 16,1 0 30 0,-5 0-43-16,3 2-2 0,-2 2-42 15,-1-2 24 1,5 6 2-16,-1-4-3 0,-1 5 5 16,-1 3-9-1,-3-1 13-15,-1 10-33 16,-1 5 41-16,4 4-38 15,-3 4 29-15,-3 6-31 16,2 4 12-16,3-3-20 16,1 2 6-16,0 0-1 0,-2 2-1 15,-1 2 23-15,-7-1-26 16,1 0 9-16,-3 2-4 16,3-2-11-16,1-8 10 15,5-4-7-15,9-9 1 16,-2-2-15-16,2-2 15 15,0-8-41-15,0-3-27 0,0-10-99 16,18 0-122 0</inkml:trace>
  <inkml:trace contextRef="#ctx0" brushRef="#br0" timeOffset="-11063.69">28760 7014 344 0,'0'0'166'0,"0"0"-62"0,0 0-17 16,0 0-7-16,0 0-9 15,0 0 18-15,-7 0-18 0,7 0-32 16,0 0 14 0,0 0-44-16,0 0 22 0,0 0-28 0,-2 0 31 15,2 0-29 1,-5 0 19-16,-2 0-3 15,1 0-3-15,-3 0 12 16,2 0-27-16,-2 4 6 16,7 4 8-16,-5 0-34 15,-1 5 23-15,0 4-13 16,4 3 10-16,-5 5-3 0,3 2 0 16,-2 1-2-1,6 0-7-15,2-3 18 16,0-7-18-16,0-4 6 15,14-2 2-15,7-4-25 16,10-6 19-16,2-2 6 0,0 0 2 16,-1-6-2-16,3-18 12 15,-4-2-15-15,-2-12 18 16,0-3-25-16,-4-9 19 16,-6-2-16-16,-7 2-6 15,-12 0 0-15,0 12 11 16,0 8-3-16,-20 10-5 15,-1 14 22-15,-8 4-13 0,-2 2 9 16,-4 2-14 0,1 19-6-16,3 12 9 0,-2 7-3 15,4 8-9-15,2 0 16 16,4-1 0 0,8-7-3-16,5-8 14 15,10-9-12-15,0-10 8 0,0-4-14 16,10-6 0-1,1-3-6-15,3 0 13 0,-1 0-16 16,1-15-51-16,-3-4-222 16,-7-2-358-16</inkml:trace>
  <inkml:trace contextRef="#ctx0" brushRef="#br0" timeOffset="-10408.51">29171 6176 562 0,'0'0'84'0,"0"0"39"16,0 0-62-16,0 0-34 0,0 0-4 16,0 0-5-1,-6-22 62-15,4 22-40 0,2 0 6 16,-2 0-28-16,2 0 29 15,0 0-29 1,0 22-16-16,0 13 33 0,0 14 0 16,6 5-19-16,-2 2-3 15,-4 5-10-15,0-1 6 0,0-3-10 16,-6 2 7 0,-12 0 2-16,3-3 2 15,-2 0 2-15,7 0-10 16,-1-4 2-16,1 0-8 15,-3-6-31-15,0-6 24 16,4-11-25-16,5-14 22 16,4-3-44-16,0-10-57 0,0 0-87 15,0-2 1 1,0 0-241-16</inkml:trace>
  <inkml:trace contextRef="#ctx0" brushRef="#br0" timeOffset="-9559.3">29504 5869 194 0,'0'0'75'0,"0"0"59"0,0 0-9 0,0 0-25 16,0 0-5-1,0 0-3-15,-7 0-1 16,7 0-8-16,0 0-35 0,0 0-31 16,0 0 20-16,11-8 4 15,5 2-3-15,3-2-35 16,2 2 12-16,-3 6-11 16,-5 0 1-16,-2 1-5 15,-2 18-2-15,-6 6-3 16,-3 6 3-16,0 1-14 15,0 4 14-15,-23 4-1 0,-2 2-5 16,-4 1 4-16,-2-3-3 16,6-4 7-16,6-5 0 15,3-8 1 1,12-2-2-16,4-6 12 0,0 0-9 16,4-6 2-1,18-5-2-15,5 1 2 0,0 0-3 16,2-5-1-16,-5 0 0 15,-6 0-4-15,-2 0-10 16,-7 0-53-16,-3 0-151 16,-4 0-203-16</inkml:trace>
  <inkml:trace contextRef="#ctx0" brushRef="#br0" timeOffset="-8793.67">29718 7131 531 0,'0'0'184'0,"0"0"-93"16,0 0 86-16,0 0-87 0,0 0 5 16,0 0-78-1,91-3 11-15,-74 7-24 0,4 2 3 16,-3-2-7-16,-5-2-5 0,5-2 3 15,-3 0-25 1,-1 0 8-16,-3 0-94 16,0-3-9-16,-2-10-86 15,-2 3-154-15</inkml:trace>
  <inkml:trace contextRef="#ctx0" brushRef="#br0" timeOffset="-8363.63">29724 6884 627 0,'0'0'115'0,"0"0"127"0,0 0-94 0,0 0-50 15,0 0-34-15,129 2-18 16,-100 2-46-16,-4 0-2 0,-1 0-26 16,-3-4-30-1,-6 8-16-15,-2-8-135 0,-6 0-128 16</inkml:trace>
  <inkml:trace contextRef="#ctx0" brushRef="#br0" timeOffset="-4613.68">30649 6534 485 0,'0'0'223'0,"0"0"-169"0,0 0-9 0,0 0-10 16,0 0-23-16,0 0 5 16,0 0 8-16,6-29 49 0,-6 27 24 15,0 0-17 1,0-1-7-16,0-1-63 0,0 4 16 16,0 0-18-1,0 0 11-15,0 0-18 0,0 0-2 16,0 0-1-1,0 0-13-15,0 13 12 0,-11 19 4 16,-4 8 21-16,-3 4-21 16,0 0 4-16,-2-2-4 15,-2 2-4-15,-1-4 2 16,-1-4-3-16,4-2-2 16,2-7 10-16,5-7-17 0,4-4 15 15,6-8-6 1,3-4-24-16,0-2 15 15,3-2 1-15,8 0 7 16,9 0 1-16,-7 0 6 0,10 0-1 16,-4 2 5-16,2 6-12 15,-3-4 15-15,4 3-15 16,-6 2 5-16,-1-7 0 0,-3-2 0 16,-2 0-5-1,-8 0 1-15,5 0 7 16,-5 0-14-16,0 0 22 15,4 0-11-15,-4-2 3 16,6-8-4-16,-1 0 1 0,-3-2 0 16,4 2-4-1,-4-2-2-15,5-1-2 16,-3 0 14-16,0 5-10 0,-2 4 8 16,-2 2-8-16,-2 2 3 15,0 0 1-15,0 0 3 16,0 0 1-16,0 8 0 15,-8 18 3-15,0 10-2 16,-3 6 5-16,1 2-14 16,-3 4 12-16,0-8-13 15,-1 4 5-15,-1-5 0 16,-1-7-2-16,8-6-4 16,1-6 1-16,2-9-30 15,5 4 3-15,0-9-122 16,0-6-114-16,14 0-240 15</inkml:trace>
  <inkml:trace contextRef="#ctx0" brushRef="#br0" timeOffset="-3773.72">31041 6256 33 0,'0'0'400'0,"0"0"-318"0,0 0 62 16,0 0-54-16,0 0-37 15,0 0-36-15,0 0 29 16,0 0-13-16,0 0 48 16,0 0-25-16,0-3 6 0,0 3-13 15,0 0-21 1,11-5-9-16,3 5-7 0,1 0 2 15,5 0-11-15,1 0 9 16,-6 0-2-16,1 5-18 16,-8 6 8-16,-5 5-17 0,-3 7-12 15,0 6 24 1,-19 6 2-16,-2 1 6 0,-8-3-13 16,11-4 16-1,-1-3-11-15,11-6 10 0,3-3-10 16,5-6 8-1,0 1-3-15,0-4 0 16,19-2 0-16,2 0-4 0,10 1 11 16,-2-1 1-16,0-4 3 15,-4 3-18-15,-7-1 7 16,-9 0-23-16,-3 0-88 16,-6 0-5-16,0 0-156 15</inkml:trace>
  <inkml:trace contextRef="#ctx0" brushRef="#br0" timeOffset="-931.58">31694 6729 492 0,'0'0'172'0,"0"0"-60"0,0 0 9 0,0 0-43 0,0 0-40 16,0 0-26-1,0 0-8-15,-47 32 44 0,36-8 3 16,0 2 3 0,7 6-30-16,-6 3-4 0,3 0-20 15,1 6 0 1,2-5 1-16,-1 0 1 0,1-2-4 15,-1-3 11-15,-2-5-22 0,7-7-4 16,-2-5-14 0,-2-4-109-16,2-10-153 15,-3 0-307-15</inkml:trace>
  <inkml:trace contextRef="#ctx0" brushRef="#br0" timeOffset="-573.71">31282 6974 845 0,'0'0'26'0,"0"0"140"0,0 0-13 16,0 0-98-16,0 0-35 15,146 70-20-15,-112-60-4 16,-2-3-6-1,-3 0-51-15,-8-7-21 0,4 0-108 16,-5 0-95-16,-7 0-204 0</inkml:trace>
  <inkml:trace contextRef="#ctx0" brushRef="#br0" timeOffset="297.22">32041 6846 272 0,'0'0'179'0,"0"0"-61"0,0 0 3 0,0 0-13 0,0 0-15 15,0 0 10 1,0-3-51-16,2 0 13 15,10-5-31-15,1-1 3 0,3-1-12 16,1 8 4 0,4 2-15-16,1 0-12 0,0 0-1 15,0 0 7-15,-6 11-16 16,-1 5 4-16,-6 5-4 16,-4 2-17-1,-5 5 20-15,0-4 5 0,0 3 1 16,0-4-1-16,5-4 5 15,5-2-20-15,4-3 24 16,1 1-18-16,2-4 15 0,-2 3-12 16,1 3 6-1,-1-2-4-15,-7 3 0 0,-5 2-38 16,-3 0 13 0,0 7 29-16,-22-3 5 0,-7 2 2 15,-9 7 36 1,-2-4-39-16,4-1-4 0,3-4-8 15,10-5-53-15,6-8-87 16,3-10-68 0,5-1 12-16</inkml:trace>
  <inkml:trace contextRef="#ctx0" brushRef="#br0" timeOffset="1006.45">32616 6316 617 0,'0'0'169'0,"0"0"-142"0,0 0 84 16,0 0-29-16,0 0-51 15,0 0 18-15,123 6-39 16,-99 0 22-16,1 7-26 0,-14 0-4 16,-9 7-2-16,-2 0-13 15,0 3 7-15,-25 1 12 16,-2 0-12-16,-2-3 14 15,6 6-7-15,4-6 13 16,7-4-19-16,4 1 10 16,8-6 10-16,0-2-8 15,8 2 0-15,15-4-3 0,8-4-1 16,1 4 11 0,2-3-8-16,-3 1-12 0,-7-5-22 15,3 3-93 1,-11-4-167-16,-12 0-223 0</inkml:trace>
  <inkml:trace contextRef="#ctx0" brushRef="#br0" timeOffset="2096.62">28735 8788 398 0,'0'0'101'0,"0"0"-68"0,0 0 64 0,0 0-78 15,0 0-12-15,0 0 0 0,0 0-5 16,2 5 35 0,-2 1 11-16,0 0 61 0,0 4-10 15,0-1-70 1,0-1-28-16,0 3 1 16,0-1 10-16,0 2-10 15,6-1 12-15,2 2-9 16,1-3 16-16,1-2-21 15,9-2 24-15,0-6-22 0,8 0 23 16,0 0 16-16,8-22-5 16,4-10-15-1,1-10-19-15,4-4 33 0,-3-8-29 16,-8-3-8 0,-14 3 6-16,-17-1-8 0,-2 11-12 15,-19 13-13-15,-26 12 17 16,-6 19-1-16,-7 0 12 15,0 27 0-15,2 23-4 16,7 9 10-16,7 2-10 16,9-2 4-16,14-9-80 0,13-10-133 15,6-12-70 1,0-6-170-16</inkml:trace>
  <inkml:trace contextRef="#ctx0" brushRef="#br0" timeOffset="2661.43">29317 7843 550 0,'0'0'147'0,"0"0"-129"0,0 0 3 0,0 0 17 16,0 0-32-16,0 0 20 15,18-15-1-15,-18 21 16 16,0 18 44-16,0 11 36 0,0 7-24 15,-6 4-77-15,2 5 7 16,-4 8-26-16,-1-5 29 16,-5 6-26-16,-5-2-2 15,-2 3 4-15,-1 3-7 16,-3-1 1-16,3 4 0 16,2-5-3-16,0-5-9 15,9-9 11-15,6-8-41 16,-1-8 14-16,1-10-93 15,-4-6-91-15,-2-8-86 16</inkml:trace>
  <inkml:trace contextRef="#ctx0" brushRef="#br0" timeOffset="3376.5">29695 7910 428 0,'0'0'238'0,"0"0"-123"0,0 0 16 16,0 0-78-16,0 0-42 15,0 0 54-15,20 0-48 16,-11 0-4-16,0 0-8 16,-2 12 5-16,-3-3 1 15,-1 9-10-15,-3 1-2 16,-5 7 2-16,-22 6-11 16,-8 5 10-16,-4-3-1 0,4 1 2 15,8-6-5 1,10-5 9-16,8-4-1 15,9-6 5-15,0-2-7 16,4 0 24-16,23-4-8 0,7-3 14 16,7-4-30-16,1 2 5 15,-3-3-7-15,-12 2-17 16,-1-1-43-16,-10 2-56 16,-5-1-105-16,-7-1-215 15</inkml:trace>
  <inkml:trace contextRef="#ctx0" brushRef="#br0" timeOffset="4161.06">29773 8891 160 0,'0'0'503'0,"0"0"-466"0,0 0 193 0,0 0-140 0,0 0-8 15,0 0-17-15,103-2-24 16,-79 8-7-16,3 0-32 0,-2-2 0 16,-4-2-2-1,2 0-1-15,-5-2-43 16,-1 0-20-16,-3 0-84 15,-3-4-80-15,-6-8-191 16</inkml:trace>
  <inkml:trace contextRef="#ctx0" brushRef="#br0" timeOffset="4559.12">29811 8676 965 0,'0'0'24'0,"0"0"121"0,0 0-60 0,0 0-42 15,0 0-39-15,136 37-1 16,-103-32 15-16,-2 2-36 15,0-6 18-15,4-1-31 16,-4 0-103-16,-2 0-130 16,-5 0-343-16</inkml:trace>
  <inkml:trace contextRef="#ctx0" brushRef="#br0" timeOffset="5226.17">30559 8979 550 0,'0'0'40'0,"0"0"47"0,0 0-35 15,0 0 8 1,0 0 1-16,0 0 25 0,14-22-7 15,-1-9-49-15,3-8 23 16,4-11-5-16,2-12 17 16,3-10-46-16,-2-7-4 15,-2 2-5-15,0 2-6 16,-11 10-4-16,2 14 5 0,-5 5-6 16,-1 10 10-1,1 7-17-15,0 13 9 16,-3 11-2-16,-4 3-7 0,0 2-31 15,0 0-28-15,0 16-16 16,0 9 76-16,-16 13 7 16,-1 4-9-16,-12 5-4 15,4 3-36-15,-2-2-64 16,0 2-32-16,3-4-143 16</inkml:trace>
  <inkml:trace contextRef="#ctx0" brushRef="#br0" timeOffset="5908.12">31155 8378 552 0,'0'0'144'0,"0"0"-5"0,0 0-55 0,0 0-66 0,0 0 25 16,0 0-15-16,0 0 14 0,-105 102-6 16,69-56 3-1,-1 4 16-15,5 0-50 16,1 0 6-16,4-4-7 15,9 3-8-15,3-7-5 16,1 0 5-16,8-2-4 16,3-6-6-16,3-4 3 15,0-6-28-15,11-6 36 0,14-3 1 16,6-10-8-16,5-5 20 16,-5 0 0-16,5-5-10 15,-10-18 0 1,-8-1 18-16,1-4-17 0,-9 5 42 15,-5 2-25-15,-3 3 11 16,-2 8-28-16,0 2 0 16,-15 6-1-16,-14 2-1 0,-14 0-9 15,-3 0-9 1,4 10 13-16,1 8-26 0,10-2 5 16,8 5-61-1,8-2 12-15,8 0-58 0,5 2-21 16,2-3-196-1</inkml:trace>
  <inkml:trace contextRef="#ctx0" brushRef="#br0" timeOffset="6409.26">31702 8506 590 0,'0'0'42'0,"0"0"17"0,0 0-4 0,0 0 14 15,0 0 32-15,0 0-7 16,45-6-80-16,-45 38 96 16,0 12-49-16,-14 4-17 15,2 0-41-15,-1-2-6 16,3-1-5-16,1-3-13 16,3-9 13-16,2 0-13 15,-2-3 14-15,4-6 1 0,2-2 0 16,0 0-98-1,0-6-50-15,0-4-219 16</inkml:trace>
  <inkml:trace contextRef="#ctx0" brushRef="#br0" timeOffset="6706.12">31523 8795 656 0,'0'0'203'0,"0"0"38"0,0 0-91 16,0 0-120-16,127 2-28 15,-104 4-2-15,8 0-37 16,-2 0-35-16,3-6-152 0,-3 0-116 16</inkml:trace>
  <inkml:trace contextRef="#ctx0" brushRef="#br0" timeOffset="7669.35">32309 8582 384 0,'0'0'279'0,"0"0"-200"0,0 0 23 0,0 0-14 15,0 0-63-15,0 0-23 16,2 0-2-16,0 0 0 16,0 0 43-16,6 0 12 15,-2 0 44-15,3 2-65 16,4 1 7-16,1-3-27 15,6 0-2-15,4 0-9 16,-2-9-3-16,5-7 5 0,0-3-4 16,-2-2-2-1,-12 0 7-15,3 4-5 0,-10-4 9 16,-4 8-7 0,-2-1-1-16,0 0 7 0,0-1-9 15,-11 0-5 1,-5 3-7-16,-2 4-26 0,-1 5 28 15,-4 3 9-15,1 0 0 0,2 13 2 16,6 4 10 0,4 4-8-16,1-1-3 15,6 3 0-15,1-2 4 16,2-4-11-16,0 2 14 16,0-5-10-16,7-1 14 15,8-4-3-15,6-1-5 16,-2-2 7-16,10-2-8 15,-4-4 1-15,-3 0-3 16,1 0 1-16,-12 0-13 0,2 0 24 16,-11-2-15-16,1 2 12 15,-3 0-7-15,0 0-1 16,0 0 1-16,0 0-2 16,0 0-2-16,2 0 2 15,2 2-4-15,1 15-9 16,1 0 25-16,3 6-20 15,-2 3 12-15,2 4-8 0,-7 1 0 16,-2 4-3 0,0 0-10-16,0 1 17 15,-2-3-9-15,-14-1 18 0,-8-2-18 16,1 0 18-16,-6 0-15 16,-6-3 10-1,-1-4-4-15,-2-1 0 0,-2-5-6 16,-2-2 2-16,-3-5-40 15,1 1-3-15,1-8-114 16,-1 2-112-16</inkml:trace>
  <inkml:trace contextRef="#ctx0" brushRef="#br0" timeOffset="8656.49">28681 10117 359 0,'0'0'105'16,"0"0"30"-16,0 0-57 0,0 0-21 0,-25 114-25 0,25-98 16 16,14-1-11-1,1-1 22-15,6 1 14 0,1-7-12 16,5-2-13 0,0-6-25-16,6 0 17 15,1-23-28-15,1-12 9 16,3-9-16-16,-3-6-3 0,-1-2-2 15,-12 8-4-15,-6 9-5 0,-11 1-36 16,-5 9 42 0,-5 2-39-16,-21 7 38 15,-8 5-24-15,1 10 8 16,-6 1-33-16,2 12 2 16,-3 23 41-16,4 10 10 15,5 8 4-15,9-2 2 16,11-5-12-16,8-7-197 15,3-11-359-15</inkml:trace>
  <inkml:trace contextRef="#ctx0" brushRef="#br0" timeOffset="9138.34">29236 9529 638 0,'0'0'140'0,"0"0"-50"0,-27 133 30 0,21-80-77 0,-7 3-17 0,1 9-13 16,-8-7-9-16,-2-2 15 15,-1-2 15 1,2 2 12-16,3-8-37 0,5 6-3 16,7-9-6-16,6-5-1 15,0-3-24-15,-2-10-65 16,-2-6-68-16,0-12-151 0</inkml:trace>
  <inkml:trace contextRef="#ctx0" brushRef="#br0" timeOffset="9769.63">29551 9490 527 0,'0'0'119'0,"0"0"-82"0,0 0 89 0,0 0-70 0,0 0 19 0,0 0-11 16,90-29-37-16,-78 29-27 15,1 4 5 1,-3 10 16-16,-4 1-19 16,-6 6 24-16,0 2-9 15,-2 4 25-15,-19 1-32 16,-3 5 4-16,-5 3-13 15,5-5 3-15,4-3-4 0,6-2 6 16,7-5-3 0,7-4 3-16,0-2-1 0,0-5-3 15,14 1 12-15,6-7-13 16,2 3 2-16,5-7-3 16,0 0-7-16,0 0-26 15,0 0-70-15,-8 0-87 16,-5 10-98-16,-5-1-118 15</inkml:trace>
  <inkml:trace contextRef="#ctx0" brushRef="#br0" timeOffset="10186.18">29915 10279 913 0,'0'0'181'0,"0"0"-106"0,0 0-9 16,0 0-48-16,0 0-6 15,0 0 1-15,108 0-5 16,-77 0-14-16,-2 0 6 15,-4-8-11-15,1-2-27 16,-6-7-40-16,0 2-64 16,-4-7-159-16</inkml:trace>
  <inkml:trace contextRef="#ctx0" brushRef="#br0" timeOffset="10366.1">30027 10051 976 0,'0'0'87'0,"0"0"-81"15,0 0 45 1,0 0-51-16,0 0-13 16,0 0-50-16,85 21-141 15,-63-21-52-15</inkml:trace>
  <inkml:trace contextRef="#ctx0" brushRef="#br0" timeOffset="10991.64">30709 9922 692 0,'0'0'191'15,"0"0"-145"-15,0 0 44 0,0 0-40 16,0 0-6 0,0 0-41-16,116-13 10 15,-99 13-4-15,-7 13-12 16,-10 9 8-16,0 8 13 0,0 8-5 15,-21 1-13 1,-10 10-37-16,-2-3 37 0,-7 1-15 16,7 0 31-16,2-5-16 0,4-3 2 15,6-9 28 1,8 0-19-16,4-8-3 16,9-6 6-16,0-4-9 15,0 0 12-15,22-6-14 16,9 4 10-16,15-1-9 15,0-3 14-15,3-1-16 16,-2 1 1-16,-8-4-2 0,0 0-1 16,-6-2-9-1,-8 0-41-15,-6 0-31 16,-5 0-213-16,-3 0-471 0</inkml:trace>
  <inkml:trace contextRef="#ctx0" brushRef="#br0" timeOffset="11786.21">31433 10010 164 0,'0'0'19'0,"0"0"-19"0,0 0-14 0,0 0 14 0,0 0 90 0,0 0 133 15,11-14-39 1,-11 14-15-16,0-2-34 0,0 2-57 16,0 0-28-1,-13 0-2-15,-5 0-25 0,-5 0-16 16,-1 0-9 0,0 10 16-16,-1 0-8 15,1 4-4-15,1 1 9 16,2-1 7-16,4 3 5 15,5-3-10-15,4-1-12 16,8-2-2-16,0-1 11 0,0-1-22 16,0 0 22-16,14-3-15 15,6 2 10-15,2 2-8 16,3 1 3-16,-1 1 0 16,5 1-3-16,3 2 6 15,-3 4-11-15,-3 1 8 16,-4 1-42-16,-6-2 16 15,-9-2 19-15,-3 3 0 0,-4 0 7 16,0 4 0 0,-4 6 2-16,-21 0-6 15,-4-2 12-15,-5 2-8 0,3-10 7 16,2 0 23 0,2-7-30-16,8-13 0 0,7 0-11 15,6-9-38 1,6-15-127-16,0-6-279 0</inkml:trace>
  <inkml:trace contextRef="#ctx0" brushRef="#br0" timeOffset="12016.38">31378 10114 491 0,'0'0'168'0,"0"0"-81"0,0 0 91 0,0 0-104 16,139-15-62-16,-83 3-12 16,4-1-12-16,-8 5-121 15,-8 2-69-15,-11 0-378 16</inkml:trace>
  <inkml:trace contextRef="#ctx0" brushRef="#br0" timeOffset="13418.02">28967 11368 449 0,'0'0'50'0,"0"0"50"0,0 0-53 0,0 0-24 16,0 0-22-16,0 0 10 15,0 0 24-15,-39 114 22 16,35-99-9-16,0 6 2 16,2-5 29-16,2-4-50 15,0 4 17-15,0-6-39 16,18-2 16 0,3-5-21-16,11-3 11 0,1 0-13 15,6 0 7 1,5-15 27-16,3-7-23 0,4-8 34 15,-2-10-43-15,-3-2 4 0,-3-9-6 16,-14 7-19 0,-9 5-46-16,-13 4 36 15,-7 11 15-15,0 12 14 16,-31 8 1-16,-14 4 9 0,-9 1-20 16,-6 24 14-1,-2 3-15-15,3 7-5 16,18-6-20-16,9 4-22 15,14-3-114-15,12-6-52 0,6-3-16 16</inkml:trace>
  <inkml:trace contextRef="#ctx0" brushRef="#br0" timeOffset="14036.41">29495 10793 406 0,'0'0'91'0,"0"0"36"0,0 0 38 0,0 0-103 16,0 0 55-16,0 0-72 0,0 67 87 15,0-19-82-15,0 11-13 16,0 0-6 0,0 2-19-16,0 1-12 15,0 3 15-15,-4 0-15 0,-17 6 6 16,3-7-9 0,1-8 8-16,5-8-8 0,8-6 3 15,4-8-12-15,0-6-14 16,0-2-55-16,0-7-107 15,0-10-269-15</inkml:trace>
  <inkml:trace contextRef="#ctx0" brushRef="#br0" timeOffset="14636.27">30002 11514 837 0,'0'0'262'0,"0"0"-218"0,0 0 28 16,0 0-52-16,0 0 0 16,137 6-18-16,-99-6 9 15,-3 0-11-15,-2 0-4 16,-4 0-23-16,-4-4-24 16,-5-4-34-16,-6 1-29 15,-6-1-124-15,-6-5-330 16</inkml:trace>
  <inkml:trace contextRef="#ctx0" brushRef="#br0" timeOffset="14850.34">30112 11364 430 0,'0'0'497'0,"0"0"-470"15,0 0 20-15,0 0-47 16,0 0-57-16,0 0-187 0</inkml:trace>
  <inkml:trace contextRef="#ctx0" brushRef="#br0" timeOffset="15976.38">30094 11292 559 0,'0'0'206'0,"0"0"-104"15,0 0-28-15,0 0-70 0,0 0 4 16,0 0 0-16,-2 14 17 15,2-6 47-15,4-3 31 16,6 5-27-16,3-2-40 0,9-2 3 16,2 4-17-1,5-4-16-15,2-6-6 0,3 0-43 16,0 0-13 0,-8 0-178-16,-4-2-456 15</inkml:trace>
  <inkml:trace contextRef="#ctx0" brushRef="#br0" timeOffset="16847.78">31145 11262 451 0,'0'0'158'0,"0"0"-79"0,0 0-33 15,0 0-29-15,0 0 23 16,0 0 8-16,-95-3 43 15,70 9-7-15,-1 4-17 0,-8 0 0 16,3 5-30 0,-3 0 0-16,3-1-27 0,4 8 27 15,3-4-37 1,11 3 15-16,6-3-12 0,3-3 6 16,4-1-8-16,0 0-1 15,2-1 0-15,18-3 3 16,9-2-8-16,7 3 11 15,4-7-7-15,2 7 15 16,-2-3-19-16,-2 2 9 0,-9 1-8 16,-2-2-28-1,-6 1 31-15,-4 0-2 0,-7 4 3 16,-2 2-10 0,-4 2 19-16,-4 5-17 0,0 0 10 15,0 1-4 1,-14 3 3-16,-7-4-1 0,-6 1 0 15,4 1-3-15,1-5 1 16,-3-8-21-16,1-1 16 16,0-9 14-16,1 3-14 15,0-5 5-15,6 0-31 16,1 0-40-16,3-12-111 16,5-8-140-16</inkml:trace>
  <inkml:trace contextRef="#ctx0" brushRef="#br0" timeOffset="17152.52">31132 11314 957 0,'0'0'129'0,"0"0"12"0,0 0-96 16,119-18-42-1,-86 15-3-15,0 3-19 0,-1-1-31 16,-10-2-98-1,-9-1-274-15</inkml:trace>
  <inkml:trace contextRef="#ctx0" brushRef="#br0" timeOffset="26156.1">27799 11512 258 0,'0'0'635'0,"0"0"-521"0,0 0-20 0,0 0-25 16,0 0-3-16,0 0-17 16,0 0 7-16,142 10-27 15,-99-6 18-15,-3-4-43 16,-2 0 13-16,-7 0-16 0,-2 0-2 16,-4 2-29-1,-5-2-13-15,-3 2 19 0,-5-2-35 0,-5 0-20 16,-7 0-125-16,0 0-188 15</inkml:trace>
  <inkml:trace contextRef="#ctx0" brushRef="#br0" timeOffset="26376.47">27955 11301 1209 0,'0'0'68'0,"0"0"-42"15,0 0-13 1,0 0-13-16,0 0-6 0,0 0-43 16,132 42-17-16,-103-42-174 15,-7 0-143-15</inkml:trace>
  <inkml:trace contextRef="#ctx0" brushRef="#br0" timeOffset="27275.81">26208 10818 698 0,'0'0'63'0,"0"0"-63"15,0 0 14-15,0 0 56 16,0 0 49-16,13 128-29 15,-13-71 27-15,0 4-65 16,-11 1-2-16,1 3-16 16,-4 3-26-16,-4-8 10 15,-2 3-18-15,0-5 7 0,-2-8-2 16,4-3-10 0,1-6 2-16,3-3-5 0,1-6-29 15,7-6-22-15,2-10-7 16,4-16-115-16,0 0-223 15</inkml:trace>
  <inkml:trace contextRef="#ctx0" brushRef="#br0" timeOffset="28106.29">26520 10949 727 0,'0'0'84'0,"0"0"-23"0,0 0-44 0,0 0-15 16,0 0 74-16,0 0-4 16,47 0 17-16,-25 0-16 15,-2 4-47-15,1 7-20 16,-4 1-6-16,-5 6 0 16,-6 0-1-16,-6 4-3 15,0 3-8-15,-2 3 22 16,-18 6-16-16,-5 2 12 15,-4-2-10-15,-2 6 5 16,0-2-2-16,2-4-11 16,5 2 10-16,6-7-9 15,5-5 20-15,10-10-20 16,3-4 19-16,0-3-8 16,7 0 1-16,8-3 10 0,1 2 1 15,4-2-12-15,0-1 15 16,5-3-9-16,2 0 1 15,-6 0-2-15,4 0-10 16,-3 0-11-16,-1-3-17 16,-4-1-13-16,1-2-20 15,-9 6 43-15,2 0-3 16,-6 0 11-16,-1 0-90 16,3 0 10-16,-5 3-177 15</inkml:trace>
  <inkml:trace contextRef="#ctx0" brushRef="#br0" timeOffset="28492.28">26491 11171 62 0,'0'0'873'0,"0"0"-778"0,0 0 77 16,0 0-113-16,0 0-29 15,0 0-12-15,129 20-18 16,-106-16-5-16,-3-4-15 16,2 0-33-16,0 0-95 15,-1 0-196-15</inkml:trace>
  <inkml:trace contextRef="#ctx0" brushRef="#br0" timeOffset="29142.6">26894 11648 626 0,'0'0'68'0,"0"0"-3"0,0 0-23 16,0 0-8-16,0 0 70 15,0 0-17-15,27-92-11 16,-18 58-18-16,-2 5 4 16,-2-6-43-16,-3 0 15 15,2 9-31-15,-4-2 8 16,2 9-4-16,-2 6-13 0,0 5 6 15,0 8-7-15,0 0-5 16,0 0-9 0,-6 13 19-16,-8 4-9 15,-4 7 6-15,2-1-33 0,-1-6-9 16,-1 0-14-16,5-6 7 16,1-4-64-1,6-3-44-15,1-4-26 0,5 0-278 16</inkml:trace>
  <inkml:trace contextRef="#ctx0" brushRef="#br0" timeOffset="29856.19">27369 10820 561 0,'0'0'113'0,"0"0"-37"0,0 0-66 0,0 0 14 16,0 0-23-16,0 0 12 15,0 8-6-15,0 13 94 0,0 8-2 16,-4 5-28-16,-3 7 5 16,0 3-64-16,3 0 18 15,-3 2-24-15,-2 4 10 16,-2 0-7-16,-2-2 17 15,1-4-9-15,1 2-6 16,3-3-8-16,-2-3 5 16,4-4-16-16,-1-6-2 0,1-7 3 15,-2-2-41 1,0-5-18-16,1-4-105 0,-3-7-81 16,-2-2-236-1</inkml:trace>
  <inkml:trace contextRef="#ctx0" brushRef="#br0" timeOffset="44826.57">12323 7519 423 0,'0'0'155'0,"0"0"-154"0,0 0 14 0,0 0-4 15,0 0-11-15,0 0 2 16,0 0 10-16,0 0 40 0,-17 0 36 15,13 0-38 1,2 0-6-16,2 0-38 0,0 0 28 16,0 0-4-1,0 0 15-15,0 0-3 0,0 0-15 16,-2 0 22-16,0 0-34 0,2 0 11 16,0 0-24-1,0 0 3-15,0 0-3 16,0 0-2-16,0 0 0 15,0 0 0-15,0 0 2 0,0 0 1 16,0 0-6-16,0-6 10 16,2 0-16-1,12-6 17-15,-1 5-8 0,1-3 1 16,-1 1 0 0,-2 1 7-16,5-1-4 15,2-4 13-15,1 3-14 16,2-2 4-16,1 2-1 15,0 0-9-15,3-1 8 16,1 6-3-16,8-2 11 0,-5-2-8 16,0 5-1-1,-4-2 4-15,-4 6-8 0,0 0 10 16,3 0-20-16,-1 0 14 0,0 0-5 16,2 0 1-1,4 0 0-15,2 8-4 0,-2 1 10 16,5-6-10-1,-5 3 15-15,4-1-20 16,0 4 17-16,3 1-16 0,3 2 7 0,0 0 0 16,1-2-3-1,3-2 8-15,-1-3-11 16,0-5 20-16,3 0-21 16,-3 0 21-16,-1 0-19 15,-1-5 14-15,0-7-13 16,3-6 5-16,3-6 0 15,5-6-1-15,0-8 5 16,-2 1-12-16,-9 2-27 16,-9 11 4-16,-12 8-30 15,-15 7-93-15,-4 9-161 16</inkml:trace>
  <inkml:trace contextRef="#ctx0" brushRef="#br0" timeOffset="45628.56">12526 7317 570 0,'0'0'19'0,"0"0"-16"0,0 0 53 0,0 0-26 16,-54 130-22-16,34-94 6 16,3-3 29-16,-2-3 20 15,6-9-13-15,4-2 44 16,2-8-41-16,3-2-14 16,2-4-35-16,2 0 13 15,0-3-14-15,0-1 4 16,0 2-4-16,4-1 1 15,14-2 22-15,4 0-7 0,5 0 20 16,4 0-27-16,-4 0 34 16,-7 0-45-16,-5 0-1 15,-3 0 2 1,1 4-4-16,-1 1 2 0,-4 0-30 16,-1-3-17-1,6-2-94-15,-3 0-152 16,0 0-250-16</inkml:trace>
  <inkml:trace contextRef="#ctx0" brushRef="#br0" timeOffset="46476.27">14415 6611 341 0,'0'0'167'0,"0"0"-48"0,0 0 31 16,0 0-52 0,0 0 10-16,0 0-59 15,31-52-1-15,-29 50-12 16,-2 2 1-16,0 0-22 16,0 0-15-16,0 27 0 15,0 12 4-15,-4 13 56 16,-9 1-53-16,-3 1-3 0,3 2 2 15,-1-4-12-15,3-4 2 16,3-14-4-16,8-9-9 16,0-12-44-16,0-7-10 15,0-4-33-15,0-2-25 16,0-8 31-16,8-20-73 16</inkml:trace>
  <inkml:trace contextRef="#ctx0" brushRef="#br0" timeOffset="46742.23">14295 6486 552 0,'0'0'333'0,"0"0"-271"16,0 0 62-16,0 0-65 15,138-36-59-15,-104 34-10 0,-1 1-38 16,-4-4-35-16,6 2-7 16,-1-4-31-1,-7 4-65-15</inkml:trace>
  <inkml:trace contextRef="#ctx0" brushRef="#br0" timeOffset="47176.18">14678 6756 340 0,'0'0'204'0,"0"0"-47"0,-9 103-48 16,9-74-70-1,0-4-23-15,18-4-16 16,9-2 0-16,0-6 33 16,4 1 26-16,2-6-10 0,-2-2-20 15,-4-6-14 1,-1 0-15-16,-5 0-7 0,-1-10-66 15,-5-13-94-15,-3 0-72 16,-10-5-199-16</inkml:trace>
  <inkml:trace contextRef="#ctx0" brushRef="#br0" timeOffset="47376.36">14704 6778 803 0,'0'0'50'0,"0"0"75"16,0 0-87-16,0 0-38 16,0 0-54-16,0 0-69 15,77 11-99-15,-96-11-302 16</inkml:trace>
  <inkml:trace contextRef="#ctx0" brushRef="#br0" timeOffset="47806.28">14704 6778 1048 0,'-23'-43'55'0,"46"43"-36"15,14 0 1 1,3-1-8-16,-1-11-12 15,-3 3-43-15,-7 3-86 0,-4 2-7 0,-7 4 75 16,-5 0-11 0,-5 0 31-16,0 0-10 0,-8 0 13 15,0 14 26 1,0 7 12-16,0 2 46 16,0 9 29-16,0-3-30 15,0-5 3-15,13 3 0 0,7-10-29 16,2-1 38-1,5-2-7-15,2-8 18 16,0-2-26-16,6-4 15 0,-6 0-16 16,10-14-19-16,-6-8 0 15,-4-5-14-15,-9-2-10 0,-4-3 10 16,-10-2-16 0,-6 1-4-16,0 5 0 15,-16 10-26-15,-22 10 5 16,-6 8-31-16,-7 1-2 15,4 26 57-15,7 2 9 0,8 1-14 16,17-9-156-16,6-1-120 16</inkml:trace>
  <inkml:trace contextRef="#ctx0" brushRef="#br0" timeOffset="48306.34">15253 6922 452 0,'0'0'119'0,"0"0"-112"0,0 0-7 0,0 0-6 0,0 0-3 0,0 0 18 0,-16 60 15 15,16-76 65 1,0-12-37-16,3-12-6 0,14-2 3 16,5-1-18-16,5 3-23 15,-2 5-4-15,4 8 9 16,-7 7-20-16,-4 10 22 16,-2 4-30-16,-5 6 6 15,4 0 0-15,-6 6-9 16,-2 12 17-16,-3 0-3 0,-4 0-10 15,0-4 10 1,0 6 8-16,0-1 4 0,0 3 19 16,-2 0 52-1,-2 0-30-15,4 0-22 0,0-8-6 16,0 2-17 0,24-5 8-16,3-2-8 0,11-1 24 15,-3 6-27 1,-3-2 2-16,-8 0-3 0,-9 6-7 15,-5-4-16-15,-3 2-34 0,-1-10-69 16,-2-6-140 0</inkml:trace>
  <inkml:trace contextRef="#ctx0" brushRef="#br0" timeOffset="48656.28">15817 6779 627 0,'0'0'36'0,"0"0"92"0,0 0-52 0,0 0-48 0,0 0-26 15,-25 109-2-15,36-99 6 0,9 1 20 16,3-7 32 0,1 0 9-16,3-1-17 0,-3-3 18 15,1 0-59 1,0 0-6-16,-2-17-6 0,0-2-44 16,-5-2-47-16,-5 0-33 15,-6-2 21-15,-7 6 4 16,0 0-30-16,0 4-268 15</inkml:trace>
  <inkml:trace contextRef="#ctx0" brushRef="#br0" timeOffset="48836.39">15830 6685 899 0,'0'0'69'0,"0"0"-6"16,0 0 25-16,0 0-62 16,0 0-26-16,0 0-93 15,78 10-87-15,-78-10-114 16</inkml:trace>
  <inkml:trace contextRef="#ctx0" brushRef="#br0" timeOffset="48986.4">15830 6685 244 0,'49'-104'844'0,"-38"107"-839"0,12-3 89 16,-2 0-85-16,4 0-9 16,-7 0-122-16,-7 0-184 15</inkml:trace>
  <inkml:trace contextRef="#ctx0" brushRef="#br0" timeOffset="49767.12">16240 6836 616 0,'0'0'29'15,"0"0"-27"-15,0 0-4 16,0 0-29-16,0 0 31 0,0 0 67 15,24-111 60-15,-8 91 18 16,-5 6-90 0,-4 8-9-16,-5 5-43 0,-2 1-6 15,0 0-2 1,0 9 5-16,0 11 46 16,0-4-43-16,0-2-3 15,0-8-21-15,14-2 11 0,1-4-16 16,5 0 23-16,5 0 5 0,-1-11-2 31,-2 3 0-31,1 3 0 0,-6 5 4 0,1 0 5 16,-5 5-18-1,1 10 17-15,-1 2-14 16,3-4 11-16,-3 1-10 16,3-1-25-16,-5-6-6 0,-5 2 34 15,0-6 2 1,-2 4-2-16,-4-5 6 0,4 0 10 15,-2-2-14-15,1 0 12 16,-1 0-12-16,2 0 0 16,3 0 4-16,2-2-3 15,6-19 37-15,4 0-21 16,2-10 13-16,2 8-29 16,6-2 45-16,-2 3-46 15,-5 6 8-15,-5 7-8 16,-3 2-28-16,-5 7 20 0,0 0-35 15,-5 7 43 1,8 16 13-16,-4 5 34 0,1 4-41 16,-2 4-6-1,2-4-26-15,-3-3 8 16,-3 1 18-16,-3-3-1 16,0-8-5-16,0-1-11 0,0-4 14 15,0-7-50 1,0-7-56-16,0 0-135 0</inkml:trace>
  <inkml:trace contextRef="#ctx0" brushRef="#br0" timeOffset="49990.56">16765 6756 913 0,'0'0'116'0,"0"0"-81"0,0 0 104 0,0 0-93 0,0 0-6 16,130 17-20-16,-101-17-20 0,-1 0-15 15,-5 0-31-15,0-4 1 0,-13-4-91 16,-5 3-89 0,-5-2-525-16</inkml:trace>
  <inkml:trace contextRef="#ctx0" brushRef="#br0" timeOffset="51357.99">14388 7674 544 0,'0'0'80'0,"0"0"76"15,0 0-52-15,0 0-11 16,0 0-71-16,0 0-1 16,0 36-12-16,-4-3-1 15,4 2 12-15,-2 7-17 16,2 2 50-16,-5-1-30 0,3 3 2 15,-4-2-24-15,0-3 10 16,2-3-9-16,-2-5 5 16,1-13-7-16,1-8 2 0,4-8-7 15,0-4 11 1,0 0 4-16,0-13-9 16,-4-18 8-16,-2-15-5 15,0-12 4-15,4-8-8 16,0-2-8-16,2-7-6 0,0 0 7 15,0 0 2-15,0 3 10 16,18 5 9-16,3 11-11 16,0 14-4-1,4 8 1-15,-3 12-3 16,-5 5-2-16,4 4-6 0,-4 7-9 16,1 2-28-16,5 2 38 15,1 2-3-15,2 0 6 16,-3 0-47-16,-9 12-34 15,-14 9 3-15,0 15 85 16,-12 9 70-16,-23 10-14 16,-7 8-15-16,-10-1-31 15,3-2 2-15,0-7-12 16,8-7-1-16,6-8-63 0,8-5-113 16,12-7-105-1</inkml:trace>
  <inkml:trace contextRef="#ctx0" brushRef="#br0" timeOffset="51722.44">14618 7938 219 0,'0'0'595'0,"0"0"-583"0,0 0-3 0,0 0-9 16,0 0-11-16,-9 103-36 15,4-93-52-15,1-6-20 0,-3-4-176 16</inkml:trace>
  <inkml:trace contextRef="#ctx0" brushRef="#br0" timeOffset="51886.46">14652 7710 750 0,'0'0'489'0,"0"0"-489"0,0 0-10 15,0 0-136-15,0 0-364 16</inkml:trace>
  <inkml:trace contextRef="#ctx0" brushRef="#br0" timeOffset="52221.58">14854 7808 803 0,'0'0'58'0,"0"0"-24"16,0 0 36-1,0 0-19-15,-22 136-4 16,10-83-42-16,6-5 11 15,-1 0-11-15,7-12-7 0,0-8 3 16,0-11-2-16,0-6-13 0,0-11-5 31,0 0-13-31,5-4-146 0,-5-26-72 0</inkml:trace>
  <inkml:trace contextRef="#ctx0" brushRef="#br0" timeOffset="52418.04">14754 7854 805 0,'0'0'152'0,"0"0"-102"16,0 0 9-16,0 0-27 15,145 13-29-15,-108-13-6 16,3 0-29-16,1 0 8 15,-5-7-38-15,-7 0-43 16,-3-3-54-16,-6 5-353 0</inkml:trace>
  <inkml:trace contextRef="#ctx0" brushRef="#br0" timeOffset="52716.25">15177 8074 968 0,'0'0'0'0,"0"0"9"15,0 0 17-15,25-106-24 16,-10 73 0-16,-1 2-2 16,-3 12-4-16,0 1-4 15,-2 14 4-15,-4 4-3 16,1 0-2-16,-4 4-22 15,-2 20 21-15,0 3 5 16,0 12-34-16,0-2 1 16,0 0-11-16,0-3 23 0,0-2-26 15,0 0-10 1,0-4-4-16,0-6-77 16</inkml:trace>
  <inkml:trace contextRef="#ctx0" brushRef="#br0" timeOffset="52889.43">15177 8074 1067 0</inkml:trace>
  <inkml:trace contextRef="#ctx0" brushRef="#br0" timeOffset="52935.97">15177 8074 1067 0,'56'-29'22'0,"-14"29"125"0,-4 0-138 0,-5 0-283 16,-10-14-85-1</inkml:trace>
  <inkml:trace contextRef="#ctx0" brushRef="#br0" timeOffset="53149.75">15338 7814 1201 0,'0'0'14'0,"0"0"68"0,0 0-82 16,0 0-20-16,100-101-86 15,-91 80-288-15</inkml:trace>
  <inkml:trace contextRef="#ctx0" brushRef="#br0" timeOffset="53736.25">15776 7782 566 0,'0'0'44'15,"0"0"61"-15,0 0-25 0,0 0-27 16,0 0 6 0,0 0 6-16,-127 100-42 15,114-68 11-15,4-3-32 16,9-5 10-16,0 0-10 15,0-4 2-15,0-2-1 0,0-2-3 16,12 0 7-16,-10-3 3 16,2-5-20-16,-4-2 1 15,0-1-2-15,0-5-14 16,0 0 21-16,2 0-7 16,-2 0-16-16,2-12 6 15,0 0 21-15,10 2 32 16,1 2-20-16,3 2 37 0,4 6-34 15,0 0-1-15,5 0-11 16,-2 0 9-16,-2 8-12 16,-3 4-5-16,-3-1 1 15,-3-2 8-15,-1-1-6 16,-3-4 2-16,-3 0-57 16,-3-2-170-16,-2-2-477 15</inkml:trace>
  <inkml:trace contextRef="#ctx0" brushRef="#br0" timeOffset="54036.21">15915 8105 793 0,'0'0'15'0,"0"0"33"0,0 0 46 16,0 0-36-16,0 0-8 0,0 0-11 15,120 17 26-15,-91-32-14 16,0-11-25-16,-7-4-19 0,0-2 10 16,-7-6-2-1,-7 10-9-15,-8 3-12 16,0 11-2-16,-10 7-4 16,-19 7-3-16,-6 0-5 0,-3 15-1 15,7 10-8 1,4-4 9-16,8 2-57 15,5-6-118-15,5 0-241 0</inkml:trace>
  <inkml:trace contextRef="#ctx0" brushRef="#br0" timeOffset="54852.35">16331 7943 379 0,'0'0'364'15,"0"0"-331"-15,0 0 34 0,0 0-11 16,0 0 3 0,0 0-4-16,4 62-51 15,-4-41 7-15,0-2-6 16,0-1-8-16,0-6 3 16,0-5 0-16,-2-1 21 15,-7-6-6-15,5 0 23 16,0-13-38-16,2-13-22 0,2-6 19 15,0-4-3-15,4 4 0 16,15-3 6-16,6-1-3 0,-2 12-4 16,1 4 7-1,-4 8-2-15,0 12-8 0,-9 0 2 16,3 0-2 0,-10 21-18-1,-4 8 0-15,0 2-42 0,0-3 14 16,0-6 56-16,0-4 13 15,0-3 39-15,0-2-30 16,0-1-6-16,0-4-9 16,7-2-4-16,2 0-3 0,-2-5-1 15,-1 8 1 1,3-1 0-16,1 0-3 16,-2 0 8-16,3 1-10 15,-1-7 15-15,-2 7-15 0,3-8 10 16,-2-1 22-16,-2 0-4 15,2 0-13 1,-3-10 11-16,3-3 8 0,-2-9 29 16,0-2-30-16,1-2 3 15,6-2-30-15,3-4 4 16,10 4-1-16,5-5-8 16,1 6-1-16,-4 6-5 0,-4 13 3 15,-8 4-13 1,-3 4 7-16,-1 4 2 0,-4 23 11 15,-4 6 20-15,-1 7-4 0,-4 4-16 16,0-3-24 0,0-8-57-16,0-2 2 15,0-9-77-15,-4-4-14 16,-8-6-24-16,-10-5-225 16</inkml:trace>
  <inkml:trace contextRef="#ctx0" brushRef="#br0" timeOffset="55036.37">16690 7950 1099 0,'0'0'98'0,"0"0"-97"0,0 0 27 0,0 0-28 16,118 8-18-16,-89-8-120 0,0 0-140 15,0-9-127-15</inkml:trace>
  <inkml:trace contextRef="#ctx0" brushRef="#br0" timeOffset="55446.16">17198 7820 250 0,'0'0'357'15,"0"0"-246"1,0 0 79-16,0 0-69 16,0 0-57-16,0 0-13 15,-51 2-43-15,33 10 19 16,0-3-20-16,0 2 27 16,3 2-16-16,1-2 1 15,6 5-17-15,5-3 4 16,3 5-6-16,0-2 1 15,0 1-3-15,20 0 8 0,2 1-16 16,10 2 20 0,1-1-5-16,0 6-5 0,-2-6-2 15,-2 2 0 1,-2 0 2-16,-6-4-2 16,-8 1 2-16,-9 1-3 15,-4-2 7-15,0 5 8 0,-15-4-6 16,-14-2-1-16,0-1-5 15,-5-7-7-15,5-4-13 16,0-2-27-16,3-1-31 16,-1-1-172-16,0 0-421 15</inkml:trace>
  <inkml:trace contextRef="#ctx0" brushRef="#br0" timeOffset="159396.2">31330 2302 528 0,'0'0'86'0,"0"0"-22"0,0 0 5 0,0 0 0 16,0 0-26-16,0 0 20 16,0 0 11-16,0-31-29 15,0 31 11-15,0-4 3 16,0 4-12-16,0 0-28 16,0 0-1-16,0 0-10 15,0 0-8-15,0 0 0 16,0 0 9-16,0 15 5 0,0 7-12 15,5 6 23-15,2 0-24 16,2 4 26-16,-1 0-26 16,2 1-1-16,-1-4 0 0,-1 1 8 15,1-2-16 1,0-3 19-16,0-2-27 16,-2-5 15-16,1-1 0 15,2-2-43-15,-4-5-6 16,3-10-53-16,-5 0-223 0</inkml:trace>
  <inkml:trace contextRef="#ctx0" brushRef="#br0" timeOffset="159956.24">31174 2452 556 0,'0'0'19'0,"0"0"44"0,0 0 48 0,0 0-45 15,0 0 8-15,0 0-23 16,10 0-5-16,1-6-1 0,2-2-2 15,-1-3 37-15,0 3-58 16,2-5-9 0,1-1-1-16,2-2-19 15,-5 0 11-15,-1 4-4 16,-5 0 3-16,2 2 0 0,-3 4 9 16,-3 5-11-16,-2 1 31 15,0 0-22-15,0 0-20 16,4 0 5-16,2 8 3 15,4 13 1-15,5 0 1 16,-1 2-5-16,-1-7-8 16,3-3 0-16,-5 2-37 15,-7-7-41-15,-4-8-187 0</inkml:trace>
  <inkml:trace contextRef="#ctx0" brushRef="#br0" timeOffset="160976.16">31484 3291 535 0,'0'0'201'0,"0"0"-148"0,0 0 28 16,0 0 7-16,-19 130-86 0,19-100 6 15,0-4-16 1,0-2 16-16,0-8 4 0,2-8 9 15,11-6-2 1,1-2 2-16,12-6 65 0,-2-26-44 16,5-9-35-16,-4-11-7 0,-5-7 7 15,0-9-11 1,0-5 4-16,5-2-4 16,-4 2 4-16,6 7 7 15,-4 17 3-15,-1 17 8 16,-2 10 10-16,2 12-4 15,5 4-16-15,4 6 2 16,11 0-17-16,6 0 17 16,8 13-20-16,-4 2 3 0,6 1-13 15,-10 0-10-15,-6-1 2 16,-11-8-35-16,-7 1-103 16,-11-5-147-16</inkml:trace>
  <inkml:trace contextRef="#ctx0" brushRef="#br0" timeOffset="161575.97">31754 3291 605 0,'0'0'87'0,"0"0"52"16,0 0 9-16,0 0-63 15,0 0-26-15,0 0-17 16,0 0-31-16,104 25 13 0,-86-18-19 15,-1-3-3-15,-5-3-2 16,-3 8-14-16,3-8-70 16,-6 6-38-1,-6-4-129-15,0 1-181 0</inkml:trace>
  <inkml:trace contextRef="#ctx0" brushRef="#br0" timeOffset="162106.37">32034 3635 302 0,'0'0'61'0,"0"0"92"0,0 0-80 0,0 0 10 16,0 0-1-16,0 0 0 16,34-12 21-16,-22-4-32 15,-2 0 12-15,3-10-27 16,3-1-12-16,3-6-42 16,-9 1 11-16,3 4-7 15,-3 4-6-15,-4 5 10 16,-1 8 5-16,-1 2-5 15,-2 4-3-15,-2 2-4 0,0 3 0 16,0 0-6 0,0 0-22-16,-6 4 6 0,-17 10-7 15,-8 1-39 1,-7-1-81-16,1-4-139 0,-1-4-127 16</inkml:trace>
  <inkml:trace contextRef="#ctx0" brushRef="#br0" timeOffset="165990.79">6854 7215 112 0,'0'0'55'0,"0"0"-49"16,0 0 26-16,0 0-18 16,0 0 29-16,0 0 11 15,0 0-5-15,6 0-25 16,-6 0 43-16,0 0 14 15,0 0-24-15,0 0 12 0,0 0-44 16,0 0 2 0,0 0-7-16,0 0 28 0,0 0-20 15,0 0 6 1,0 0-2-16,0 0-10 16,0 0-7-16,0 0-11 15,0 0 37-15,0 0-34 0,0-6 3 16,0-3-8-1,2-3-4-15,2-1 1 16,7-3 1-16,-1-1 3 16,1 3 0-16,-3 3 2 0,-1-2 0 15,4 3 7-15,0-4-10 16,3-2 4-16,6-1-2 16,2-6-5-16,3-1 1 15,2 2 0-15,0-2-2 16,-2 10 6-16,0 0-8 0,-2 4 12 15,-3 3-14-15,9-4 12 16,2 3-9 0,3-4 3-16,-1 0 0 0,5 0-1 15,-3 1 4-15,-1 4-8 16,-1 5 10-16,-8 2-6 16,1 0 3-1,-3 0-4-15,-4 12-2 0,4 1 3 16,-1 6 1-1,5-7 0-15,2 8 7 0,5-8-4 16,-1 4 5-16,-4-1 0 0,-7-2-14 16,-4 5 6-1,-9 2-2-15,-5 10-21 16,-4-4 1-16,0 2-71 16,0-6-53-16,0-5-11 0,2-12-209 15</inkml:trace>
  <inkml:trace contextRef="#ctx0" brushRef="#br0" timeOffset="167172.5">7737 7084 329 0,'0'0'50'0,"0"0"20"0,0 0-5 0,0 0-15 16,0 0-24-16,0 0 13 15,-2 7-20-15,2-4 61 16,0 3-33-16,0 3-13 16,0-5-16-16,4 1 1 15,1-3-4-15,0 2-2 16,-1 3 21-16,1-2 8 15,-1 1-6-15,-2 1-31 0,5-3 6 16,-3 0-11-16,1-1 0 16,0 0-1-16,1-3-4 15,1 0 2-15,-3 0 3 16,-2 0 5 0,-2 0 1-16,5 0 3 0,-3 0-5 15,3 0 19-15,-1 0-6 16,5-10 9-16,2-7-5 15,2-6-21-15,6-2 4 0,-6-7 6 16,3 2-5 0,-8 3-2-16,-1 0-4 0,-5 14 5 15,-2 0-4 1,2 7 2-16,-2 4-2 0,0 2 0 16,0 0 15-1,0 0-31-15,0 0 28 0,0 0-24 16,0 0 6-16,0 0-34 15,0 0-95-15,-2-4-106 16,0-4-439-16</inkml:trace>
  <inkml:trace contextRef="#ctx0" brushRef="#br0" timeOffset="167989.99">7704 7132 102 0,'0'0'125'0,"0"0"-57"0,0 0 3 0,0 0-53 16,0 0-2-16,0 0-12 15,-4 10 57-15,2-10-1 16,-1 2-10-16,3-2-14 15,-2 0 0-15,2 0 23 0,0 0-18 16,0 0 14 0,0 0-44-16,5-3 20 15,10-10 19-15,3-2 14 16,2-1-33-16,-2 1-19 16,2-1-6-16,-5 0 1 15,5-4-8-15,5-6 3 16,-4 4-4-16,-2-1-23 0,-3 4 12 15,-10 13 6-15,-1 2-11 16,-5 4-13 0,0 0-44-16,0 4 65 0,-5 4-19 15,-3 4-39-15,-4-5-91 16,3 4-107-16</inkml:trace>
  <inkml:trace contextRef="#ctx0" brushRef="#br0" timeOffset="168456.01">7798 7050 284 0,'0'0'1'0,"0"0"18"0,0 0 48 0,0 0-9 15,0 0 11-15,0 0-22 16,-3 18 24-16,3-6 6 16,0-1-8-16,0-2-31 15,0 1-16-15,5 0-16 16,4-3 14-16,-2-2 6 16,1 1-21-16,1-2 13 0,-2-2-8 15,2 3 9 1,-2-5-16-16,-1 0-6 0,-4 0-1 15,-2 0 4-15,6 0 1 16,-6 0 1-16,0 0 2 16,2 0 1-16,-2 0-10 0,6-11 10 15,1-7-12 1,-1-3 15-16,6-4-10 0,-6 1 2 16,1 0 0-1,-1 1-3-15,-4 2-9 16,6 5 9-16,-4 4-4 15,0 6-1-15,-4 0-1 16,3 4-21-16,-3 2-8 16,0 0-8-16,0 0-120 0,0 0-180 15</inkml:trace>
  <inkml:trace contextRef="#ctx0" brushRef="#br0" timeOffset="170336.54">6173 7488 713 0,'0'0'1'0,"0"0"7"0,0 0 42 0,0 0-24 15,0 0-8-15,0 0 49 16,0 0-7-16,12 55-1 0,-12-31-47 15,4 1-1-15,-4 1-10 16,2 2-2-16,-2 0-29 16,0 2-85-1,0 0-34-15,0-3-118 0</inkml:trace>
  <inkml:trace contextRef="#ctx0" brushRef="#br0" timeOffset="170686.3">6142 7816 431 0,'0'0'76'15,"0"0"-72"-15,0 0 57 0,0 0-50 16,0 0 13 0,0 0-21-16,3-6 12 15,10 2 42-15,7-3 19 16,0-6-20-16,7 1-22 0,-5-5-14 15,3 3 17-15,-6-5 6 16,-3-1-37-16,-5-2 7 16,-2-6-10-16,-2-2 3 15,-7-2-1-15,0 0-10 16,0 7 5-16,-2 6-5 16,-14 2 5-16,-4 11-18 15,-2 6-13-15,-3 0-15 0,-2 0 19 16,3 2-86-16,-1 2-6 15,3 0 7-15,6 6 92 16,3 1-213 0,2 0-19-16</inkml:trace>
  <inkml:trace contextRef="#ctx0" brushRef="#br0" timeOffset="170936.3">6316 7694 325 0,'0'0'222'0,"0"0"-196"0,0 0 71 15,0 0-66-15,0 0-26 16,23 112 7-16,-19-100-12 15,0-8 0-15,0-4-2 0,-1 0-24 16,-1 0-50-16,-2-6-44 0,5-20-97 16</inkml:trace>
  <inkml:trace contextRef="#ctx0" brushRef="#br0" timeOffset="171101.78">6397 7499 876 0,'0'0'19'15,"0"0"-11"-15,0 0-8 16,0 0-76-16,0 0-82 0,0 0-104 16</inkml:trace>
  <inkml:trace contextRef="#ctx0" brushRef="#br0" timeOffset="171536.49">6561 7459 475 0,'0'0'84'0,"0"0"-57"15,0 0 41-15,0 0-36 0,0 0-7 16,0 0-5 0,-51 51-17-16,40-33 23 15,0 1 9-15,4 1-23 16,4 1-4-16,3-3-8 0,0-5 13 16,0-2-5-1,16 1-8-15,7-4 13 16,1-1-23-16,7-3 20 0,-4 7-11 15,-5-1 4 1,-1 0 3-16,-8 1-6 0,-7-3 6 16,-2-1-3-16,-4 1-3 15,0-2 12 1,0 6 5-16,-8 0 27 0,-13 2-18 16,-4 4-19-16,0-3-7 15,4-4-24-15,6-3-38 16,6-8 1-16,9 0-28 15,0-6-182-15</inkml:trace>
  <inkml:trace contextRef="#ctx0" brushRef="#br0" timeOffset="171786.31">6813 7533 669 0,'0'0'13'0,"0"0"34"16,0 0 2-16,0 0-46 15,0 0 2-15,0 0 2 0,33 109-7 16,-25-95 5 0,-8 0-2-16,4 0-3 15,-2-4 0-15,-2-1-7 16,2-6-35-16,-2-3-12 15,0 0-38-15,0-3-133 16</inkml:trace>
  <inkml:trace contextRef="#ctx0" brushRef="#br0" timeOffset="172016.6">6813 7533 830 0,'-49'-22'79'0,"49"22"-68"0,0 2-5 16,9 1 4-16,4-3-8 0,5 0-2 16,2 0 7-1,0 0 10-15,2 0-1 16,-1-5-15-16,0-7-2 0,0 1-57 16,-1-5-62-16,-3-1-68 15,-5 1-363 1</inkml:trace>
  <inkml:trace contextRef="#ctx0" brushRef="#br0" timeOffset="172352.24">7029 7628 150 0,'0'0'241'16,"0"0"-163"-16,0 0 50 15,0 0-46-15,0 0-43 0,0 0 40 16,43-10-48-16,-32-12-19 16,-1-2-11-16,0-1 7 15,1 2-16-15,-3 2-17 0,4 1-9 32,-5 12-3-32,-5 5 8 15,2 3-2-15,-2 0 6 0,-2 7-15 16,2 16 40-16,-2 7 20 0,0-2-19 15,3 4 12-15,-3 2-10 16,4-4 0 0,1 0-3-16,2-6-36 0,1-2 25 15,-3-7-23 1,4-8-74-16,0-5-43 0,-3-2-78 16</inkml:trace>
  <inkml:trace contextRef="#ctx0" brushRef="#br0" timeOffset="172616.29">7066 7624 518 0,'0'0'328'0,"0"0"-288"0,0 0 4 0,0 0-18 16,0 0-26-16,0 0-80 16,104-14-67-16,-91 1-130 15</inkml:trace>
  <inkml:trace contextRef="#ctx0" brushRef="#br0" timeOffset="172916.12">7163 7261 530 0,'0'0'248'16,"0"0"-234"-16,0 0-6 15,0 0-5-15,0 0 3 16,0 0-12-16,80-8-3 15,-64 8-23-15,-5 0-34 16,2 0-112-16</inkml:trace>
  <inkml:trace contextRef="#ctx0" brushRef="#br0" timeOffset="173282.47">7315 7630 504 0,'0'0'233'16,"0"0"-220"0,0 0-8-16,0 0 38 15,0 0-10-15,0 0-11 16,52-98-3-16,-42 77-19 16,-6 5 4-16,1 14 0 15,-5 2-8-15,2 0-24 16,-2 2-13-16,4 16 39 0,3 1 2 15,-1-4 6 1,4 4-4-16,5-7 2 0,-1-2 2 16,1-1 11-16,1 1-17 15,-1-6 18-15,1-4-18 16,-3 0 0-16,-4 0 5 16,-2-15 13-16,-3-14-1 15,3 4-17-15,-5-6-14 16,0 3-75-16,-2 4-2 15,0 4-175-15</inkml:trace>
  <inkml:trace contextRef="#ctx0" brushRef="#br0" timeOffset="173648.5">7677 7447 341 0,'0'0'72'0,"0"0"76"15,0 0-68-15,0 0-1 0,0 0-13 16,0 0-27 0,-6 22-25-16,-9 2 0 0,-2 2-7 15,7 2 14-15,0-1-19 16,10-5-2-1,0-7 0-15,0 0 0 0,16-11 3 16,9-1 8-16,10-3-11 16,1 0 0-16,-3 0-25 15,5 0 16-15,-9 0 5 16,-7 0-5-16,-3 0-2 16,-6 0-5-16,-7 5-1 15,4 6 12-15,-6-6-6 16,0-5-29-16,-4 0-81 15,0 0-43-15</inkml:trace>
  <inkml:trace contextRef="#ctx0" brushRef="#br0" timeOffset="173816.41">7909 7313 923 0,'0'0'0'16,"0"0"-54"-16,0 0 47 16,0 0-136-16,0 0-190 0</inkml:trace>
  <inkml:trace contextRef="#ctx0" brushRef="#br0" timeOffset="174096.55">8005 7516 843 0,'0'0'0'16,"0"0"35"-16,0 0 16 15,0 0 13-15,0 0-53 16,0 0-5-16,52-77-5 16,-39 62-1-16,-3-2 0 15,0 9-16-15,-4 6 8 16,1 2-50-16,-5 0-27 15,0 6 3-15,-2 19 79 0,0 2 3 16,0 6 1-16,0-2-1 16,0-3-3-16,0 0-1 0,0-6-3 15,-2 0 5 1,-2-8-58-16,-1-3-116 16</inkml:trace>
  <inkml:trace contextRef="#ctx0" brushRef="#br0" timeOffset="174266.59">8005 7516 1098 0,'56'-81'0'16,"-50"89"0"-16,1 8 45 0,-1-3-45 15,2-4-58 1,-2-2-168-16,-4-6-205 0</inkml:trace>
  <inkml:trace contextRef="#ctx0" brushRef="#br0" timeOffset="174869">6904 8312 723 0,'0'0'4'0,"0"0"19"0,0 0 45 0,0 0-3 0,0 0 29 0,0 0 5 16,58-99-13 0,-42 65-58-16,-1 0-5 15,-1 2-20-15,1 0 4 16,-2 6-7-16,3 2-7 15,-1 6-14-15,-3 6 12 16,5 10-22-16,-5 2-39 16,1 2 1-16,-1 28 51 15,-1 4 6-15,0 10 8 0,-4 0-28 16,-5-4-85-16,2 0 23 16,-1-10-41-16,-3-4-20 15,0-8-32-15</inkml:trace>
  <inkml:trace contextRef="#ctx0" brushRef="#br0" timeOffset="175119.03">6929 8136 890 0,'0'0'6'15,"0"0"68"-15,0 0-24 0,0 0-27 16,0 0-23-16,116 9-35 16,-89-22-104-16,-1 3-48 15,-6-3-334-15</inkml:trace>
  <inkml:trace contextRef="#ctx0" brushRef="#br0" timeOffset="175416.07">7317 8065 592 0,'0'0'28'16,"0"0"27"-16,0 0 52 0,0 0-23 15,0 0-50 1,6 134-20-16,-6-102-13 16,0-6-1-16,0-4 1 15,0-4-2-15,0-3-14 0,0-8-7 16,0-2-41-1,-6-5-49-15,-8 0-122 16</inkml:trace>
  <inkml:trace contextRef="#ctx0" brushRef="#br0" timeOffset="175816.36">7255 7985 969 0,'0'0'10'16,"0"0"44"-16,0 0-6 15,0 0-43-15,0 0-3 16,0 0-2-16,100 70-9 16,-71-70-10-16,0 0-18 15,2 0 12-15,-2 0-9 0,-8-2-40 16,2 2-9 0,-12 0 27-16,-6 0-9 0,-5 0 11 15,0 12 54-15,0 8 7 16,0 0 11-16,-10 1-3 0,6-2 25 15,4-5-5 1,0-5-7-16,0-3-11 0,0-6 16 16,12 0-28-1,5 0 18-15,6 0 13 0,4-15-7 16,-1-9 3 0,-2-2-32-16,-8-1 21 15,-5 2-15-15,-9 4-12 16,-2 9 6-16,0-1-24 0,-21 7-33 15,-16 2-88-15,4 4-9 16,-3 0-38-16,3 20 91 16,2-3-96-16</inkml:trace>
  <inkml:trace contextRef="#ctx0" brushRef="#br0" timeOffset="176098.74">7617 7847 930 0,'0'0'81'0,"0"0"-69"0,0 0 41 0,116-4-10 15,-74-5-43-15,-13 2-23 16,-2-4-156-16,-13 5-188 0</inkml:trace>
  <inkml:trace contextRef="#ctx0" brushRef="#br0" timeOffset="176976.65">7548 8105 161 0,'0'0'37'0,"0"0"85"16,0 0-16-16,0 0 12 0,0 0-16 15,0 0-30-15,9-12-67 16,-7 4 11-16,-2 4 44 16,5 4 21-16,-5 0-1 15,0 0-5-15,0 0-22 16,0 10 0-16,0 14 2 15,0 6-28-15,0 1 1 0,0 2-25 16,0-7 1 0,-5-4 2-16,3-4-6 15,-3-4 0-15,3-3 4 16,2-5 1-16,0-5 0 16,0-1-10-16,0 0-3 15,2 0 6-15,19 0 2 16,4 0-3-16,1 0 7 15,10 0-8-15,-1 0 4 0,1-1-15 16,-3-4-3-16,-8 5-22 16,-3-1 0-16,-9-3-14 15,-2-3 9-15,-6 1-81 0,-5-2 19 16,0-4 6 0,0 0-155-16</inkml:trace>
  <inkml:trace contextRef="#ctx0" brushRef="#br0" timeOffset="177256.27">7564 8129 995 0,'0'0'4'0,"0"0"112"16,0 0-26-1,0 0-64-15,0 0-26 16,0 0-1-16,100 3-10 0,-89-3-30 16,-7 0-10-1,-4 0-57-15,0-3-80 16,0-17-276-16</inkml:trace>
  <inkml:trace contextRef="#ctx0" brushRef="#br0" timeOffset="177416.51">7564 8129 1108 0,'49'-108'24'16,"-38"119"0"-1,4 2-4-15,4-3-20 0,-4-8-29 16,1-2-99-16,-1 0-37 0,-1 0 15 15,-8-12-137 1</inkml:trace>
  <inkml:trace contextRef="#ctx0" brushRef="#br0" timeOffset="178407.68">7401 9003 411 0,'0'0'145'0,"0"0"18"0,0 0 24 0,0 0-81 16,0 0-23-16,0 0-56 16,0-6 2-1,0 8-17-15,0 6-9 0,9 1 6 16,4-1-5-16,6-4 9 15,2-4-11-15,10 0 15 0,8-16-13 16,1-17 43 0,0-9-21-16,-9-4 4 15,-11 0-26-15,-7 2-4 16,-13 6-3-16,0 13-11 16,-19 16 7-16,-20 9-28 15,-3 8 13-15,-2 22-4 0,3 2-1 16,10 0-54-16,9-4-101 15,9-2-52-15,8-6-57 16</inkml:trace>
  <inkml:trace contextRef="#ctx0" brushRef="#br0" timeOffset="178958.16">6782 9446 851 0,'0'0'0'0,"0"0"0"0,0 0 81 16,0 0 10-16,0 0 4 0,0 0-41 15,126-59-47-15,-110 59-7 16,-5 6-4-16,-9 22 0 16,-2 5 8-16,0 10 1 15,0 4 3-15,0-4-16 16,0-5 6-16,0-1-1 16,0-8 2-16,7-7-3 15,13-4 3-15,7-6-52 0,6-8 38 16,5-4 11-1,3 0-5-15,5 0-14 0,-3-10 11 16,-5-6-40-16,-7 8-36 16,-9-2-2-16,-11 2-18 15,-11 0-13 1,0-3-175-16</inkml:trace>
  <inkml:trace contextRef="#ctx0" brushRef="#br0" timeOffset="179346.43">6891 9574 841 0,'0'0'85'0,"0"0"-56"16,0 0 18-1,0 0 4-15,0 0-32 0,0 0-9 16,144 19-10-1,-109-19-5-15,-2-12-21 0,-4-4-24 16,-3 2 2-16,-6 4-11 16,-4 7 44-16,-3 3-1 15,-6 0 7-15,-3 6 9 0,1 15 8 16,-5-1 0 0,5 2-6-16,-3-4 14 15,4-2 3-15,1 0 10 16,11-5 3-16,1-3 10 0,6-2-41 15,4 1-1 1,0-7-1-16,-2 0-8 0,-2 0-17 16,-1-10-5-16,-8-6-22 15,-6-6-13 1,-10 0-56-16,0-4-174 16</inkml:trace>
  <inkml:trace contextRef="#ctx0" brushRef="#br0" timeOffset="179486.34">7194 9526 757 0,'0'0'0'16,"0"0"-22"-16,0 0-53 0,0 0-131 15</inkml:trace>
  <inkml:trace contextRef="#ctx0" brushRef="#br0" timeOffset="179996.16">7290 9337 67 0,'0'0'746'16,"0"0"-744"-16,0 0 36 16,0 0-13-16,0 0-20 15,0 0 0-15,138-3-4 16,-114 3 7-16,-1 0-2 15,6 0-6-15,-7 4 0 16,2 4-6-16,-3 4-10 16,-6 4 12-16,-1 6 3 0,-8 3 2 15,-4 0-1-15,-2 4 6 16,0-7 12-16,0 0-10 16,-10-3 16-16,-4-4-23 15,1-5 5-15,1-8 0 16,5-2-4-16,1 0 12 15,4-6-9-15,2-15-10 0,0-6 7 16,6-2-8 0,15 1 12-16,1 5 7 0,0 6-12 15,-6 11-1 1,-3 6-1-16,-1 0-17 16,-8 0 0-16,9 14 18 15,-1 8 17-15,1 2-9 0,2-2-6 16,1-1-2-16,-1-6 15 15,3 0 3-15,2-5-4 16,2 0 0-16,3-2-10 16,-3 2 13-16,3-1-15 15,-3 2-4-15,-2-1-8 16,-6 5-8-16,1-7-84 16,-6 5-35-16,2-7-39 15,-2-6-175-15</inkml:trace>
  <inkml:trace contextRef="#ctx0" brushRef="#br0" timeOffset="180228.08">8086 9593 589 0,'0'0'1'0,"0"0"45"0,0 0-18 0,0 0-8 16,0 0 0-16,113 16 97 15,-80-38-1-15,0-10-12 16,-6-4-56-16,-6-4-21 15,-13 1-16-15,-8 7-8 16,0 6-1-16,-27 12-2 16,-8 13-1-16,-5 1 1 15,2 5-3-15,7 17 3 0,6-2-72 16,9-3-201 0</inkml:trace>
  <inkml:trace contextRef="#ctx0" brushRef="#br0" timeOffset="181676.63">17224 5825 512 0,'0'0'347'0,"0"0"-346"15,-124 10 95-15,71-10-58 16,-13 0-37-16,-5-7 21 16,-9-8 7-16,-11 5 33 15,-7 4 1-15,-5 0 1 16,-6 6-33-16,-2 0 47 0,-12 0-76 16,-10 0 3-1,-12 0-10-15,-13 16 10 16,-10 8-14-16,-3 6 24 15,-7 14-15-15,8 12 5 0,3 8-6 16,11 13 1-16,7 7-1 16,9 6 0-16,8 6-6 15,19 4 1-15,16-1 0 16,22 11-4-16,15 9 20 16,10 3-14-16,21 10 4 15,14-5-6-15,13-3-13 16,2-1-12-16,7 1 24 15,22 0-10-15,6-3 14 16,12-4-34-16,6-5 29 16,7-6 2-16,10-5-16 15,5-6-13-15,10-10-12 16,5-4-18-16,1-7-2 16,-2-10 65-16,5-9-18 15,8-5-19-15,8-12 11 16,5-6 4-16,7-15-86 0,5-16 15 15,10-1 41-15,0-12 35 16,4-19 19-16,6-8 12 16,-3-17 30-16,6-11 1 15,-5-10 47-15,-5-9 19 16,5 1 27-16,-9-4-85 16,4-5-17-16,-9-7 5 0,-1-6-20 15,-7-10 9 1,2-9-27-16,-19-15 17 15,-17-4-14-15,-20-15-8 0,-21-5-12 16,-15 4-7 0,-14 12 20-16,-11 21-1 15,-8 18-3-15,-21 15 14 0,-39 2-3 16,-36 5 23-16,-35-5-27 16,-25 0-20-16,-24 5-33 15,-9 8-126-15,10 24 50 16,15 30 73-16,23 26 56 0,16 14 12 15,0 36-12 1,-4 16-209-16</inkml:trace>
  <inkml:trace contextRef="#ctx0" brushRef="#br0" timeOffset="-127654.2">2116 10958 66 0,'0'0'0'0,"145"-9"-22"0</inkml:trace>
  <inkml:trace contextRef="#ctx0" brushRef="#br0" timeOffset="-118163.97">9090 11503 185 0,'0'0'54'0,"0"0"-8"0,0 0-15 15,0 0 30-15,0 0-53 16,0 0-4-16,0 0 42 16,-15 25 17-16,13-25-23 15,2 2-30-15,0-2 14 16,0 0 3-16,0 0 1 15,0 0-10-15,0 0 12 16,0 0 2-16,0 0-12 16,0 3 4-16,0-3-9 15,0 0 14-15,0 0-13 0,0 0 51 16,0-11 6 0,0-29 2-16,0-14-22 15,4-21 5-15,9-9-16 16,-1-3-13-16,-4 0-9 15,-3 3-15-15,3 7-7 16,-6 9 8-16,3 8-12 0,0 10-36 16,1 10-23-16,3 23-72 15,-2 10-147-15,0 7-256 16</inkml:trace>
  <inkml:trace contextRef="#ctx0" brushRef="#br0" timeOffset="-116330.45">9632 11383 258 0,'0'0'433'0,"0"0"-416"0,0 0 17 16,0 0 5-16,0 0 24 16,0 0 49-16,-125-26-31 15,102 8-30-15,1-3 21 16,9-5-47-16,4-4-14 16,4-7-7-16,5-3-8 15,0 0 1-15,18 0-31 0,11-1 1 16,5 5-35-16,5 1-37 0,2 0-148 15,-3 2-100 1</inkml:trace>
  <inkml:trace contextRef="#ctx0" brushRef="#br0" timeOffset="-115650.2">9892 10943 491 0,'0'0'205'0,"0"0"-189"0,0 0 40 16,0 0-34-16,0 0 29 15,0 0-12-15,2 0 0 16,6 0-29-16,-2 0 14 15,-4 11-21-15,-2 11-1 0,0 13 0 16,0 2 4-16,0 6-12 16,-16-2 13-1,3-1-9-15,-1-3 8 16,3-7-11-16,1 0 10 0,10-7-1 16,0-9 1-16,0-1 5 15,0-4 2-15,10-8-6 16,11-1 10-16,4 0 11 15,-2 0 26-15,6 0-44 16,-4 0 5-16,0 0-14 0,-6-4-1 16,-3 2-14-16,-3 2-55 15,-3 0-49 1,-4 0-41-16,1 0-30 0,-3 0-117 16</inkml:trace>
  <inkml:trace contextRef="#ctx0" brushRef="#br0" timeOffset="-115240.43">10367 11004 357 0,'0'0'325'0,"0"0"-313"0,0 0 84 15,0 0-23 1,0 127-14-16,0-86-21 0,0-1-20 16,0-7-9-1,0 0 17-15,0-5-17 0,0 2 14 16,-2-7-17 0,2 1-12-16,-5-4-1 15,5-9-71-15,0-9-100 16,0-2-54-16,0-8-43 15</inkml:trace>
  <inkml:trace contextRef="#ctx0" brushRef="#br0" timeOffset="-114999.39">10228 11197 656 0,'0'0'203'0,"0"0"-187"0,0 0 66 16,0 0-25-16,119 4 14 16,-88-4-22-16,-2 0-33 15,-2 0-8-15,0 0-16 0,-4 0-16 16,-2-6-34 0,-5-7-60-16,-3 2-112 15,-2-1-218-15</inkml:trace>
  <inkml:trace contextRef="#ctx0" brushRef="#br0" timeOffset="-114714.16">10677 11135 72 0,'0'0'319'16,"0"0"-253"-16,0 0 50 15,0 129-65-15,0-93-30 0,0-7 0 16,6 1-21 0,5 1 16-16,3-9-16 15,-3-11 17-15,11 0-16 16,-5-11-1-16,8 0-11 15,2-2-33-15,-4-22-33 0,-8-6-136 16</inkml:trace>
  <inkml:trace contextRef="#ctx0" brushRef="#br0" timeOffset="-114435.25">10741 10925 647 0,'0'0'291'15,"0"0"-284"-15,0 0 2 0,0 0-9 0,0 0-13 16,0 0-79 0,7-8-35-16,-7 8-217 15</inkml:trace>
  <inkml:trace contextRef="#ctx0" brushRef="#br0" timeOffset="-114000.44">11057 10860 590 0,'0'0'79'0,"0"0"-21"16,0 0 43-1,145 44-7-15,-94-17-44 0,-6 0-39 16,-5 12 12-16,-15-2-16 16,-15 5 4-16,-10 8 21 15,0 9-26-15,-29 5-6 0,-10-1-11 16,-8-7-63 0,7-16-76-16,4-18-130 0</inkml:trace>
  <inkml:trace contextRef="#ctx0" brushRef="#br0" timeOffset="-113100.19">9883 11037 10 0,'0'0'572'0,"0"0"-542"0,0 0 28 15,0 0-31 1,0 0-20-16,0 0 34 0,11-40-8 16,-1 27 6-16,-4 5-33 15,1 4-6-15,-1 0-10 16,1 3-91-16,-2-4-134 15</inkml:trace>
  <inkml:trace contextRef="#ctx0" brushRef="#br0" timeOffset="-112165.82">11685 11122 605 0,'0'0'111'0,"0"0"-88"0,0 0 2 15,0 0-5-15,0 0 42 16,0 0 26-16,-2 0 4 15,2 0-37-15,0 0 9 16,0 0-36-16,0 0-5 16,0 0-14-16,0 0-18 15,0 0 7-15,0 0-4 16,0 0-14-16,0 0 14 16,0 0 4-16,0 0 4 0,0 0 16 15,0 0-17 1,0 0 12-16,0 0-12 0,0 0 1 15,0 0-2-15,0 0-27 0,0 0 3 16,0 0-14 0,0 0-40-16,0-1-174 0</inkml:trace>
  <inkml:trace contextRef="#ctx0" brushRef="#br0" timeOffset="-111470.24">12140 11319 348 0,'0'0'9'0,"0"0"31"0,0 0 80 16,0 0-23-16,0 0-6 15,0 0-19-15,2 6 60 16,-2-6-6-16,0-11 5 16,0-18-96-16,-11-7 4 15,1-8-15-15,0-4-7 0,4-4-10 16,6 0-2 0,0 2-10-16,0 1-19 0,18 3 19 15,15 4-44 1,7 0-35-16,9 2-88 15,-5 7-253-15</inkml:trace>
  <inkml:trace contextRef="#ctx0" brushRef="#br0" timeOffset="-110490.47">12456 10932 135 0,'0'0'239'0,"0"0"-193"0,0 0 52 16,0 0-52-16,0 0 26 15,0 0-8-15,0 2 24 16,0-2-23-16,0 0 23 16,0 0-40-16,0 0 1 15,0 0-24-15,0 0-16 0,3 0-9 16,8 0 2 0,4 0 0-16,6 0-2 0,3 0 13 15,-1 0-10 1,-6 0-6-16,-1 9-4 15,-5 6-1-15,0 5 4 0,-9-1-8 0,-2 8 3 16,0-3 3 0,0 1-2-1,-13-3 15-15,4-3-8 16,0-7 2-16,4-6-2 0,5-3-2 16,0-3-16-16,0 0-67 15,5 0 15-15,13 0 65 16,2 0 12-16,-2 0-5 15,-4 0-1-15,-6 0-3 16,-1 2-24-16,-7 18 24 16,0 2 3-16,0 4 15 0,-15 4 23 15,-14-3-15-15,-3-4 27 16,-5-5-3-16,0-6-10 16,6-8-34-16,9 2-3 15,4-6-83-15,7 0-85 16,4 0-400-16</inkml:trace>
  <inkml:trace contextRef="#ctx0" brushRef="#br0" timeOffset="-109986.29">12804 11137 492 0,'0'0'251'0,"0"0"-175"0,0 0 23 0,0 0-33 16,0 0-38-16,0 0 45 15,69 0-20-15,-35-6-35 16,-1 0-15-16,-2 2-3 16,-2 2-10-16,-4 1-62 15,-5 1-33-15,-7 0-178 16,-6-3-243-16</inkml:trace>
  <inkml:trace contextRef="#ctx0" brushRef="#br0" timeOffset="-109414.61">13254 10958 681 0,'0'0'63'0,"0"0"-46"15,0 0 62-15,0 0-3 0,0 0-33 16,0 0-11-16,81-41-19 16,-59 38 5-1,-5 3-18-15,-5 0 0 0,-8 14-16 16,-4 16 16-1,0 11 0-15,-8 4-22 16,-19 4-83-16,-2-3 85 0,-2-4 18 0,6-4 3 16,0-6-1-1,14-8 4-15,7-6 53 16,4-8-46-16,0-1 8 16,9-6-17-16,11-3 1 0,2 0 11 15,5 0-5 1,4 0 4-16,-2 0-8 0,-2 0 15 15,-3 8-17 1,-4 6 16-16,-4 0-16 16,-3-1-3-16,-1-4-25 15,-8 0-95-15,0-8-10 0,-4-1-127 16</inkml:trace>
  <inkml:trace contextRef="#ctx0" brushRef="#br0" timeOffset="-109056.97">13626 11169 570 0,'0'0'89'0,"0"0"-52"0,0 0 25 0,0 0-20 0,0 0 52 16,0 0-37-1,0 0-42-15,20 100-13 0,-18-77-2 16,1-9-9-1,-1-1-27-15,0-3 19 0,5-2-37 16,-2-3 12 0,-3-4 15-16,4-1 4 0,-4 0-137 15</inkml:trace>
  <inkml:trace contextRef="#ctx0" brushRef="#br0" timeOffset="-108790.13">13604 10893 685 0,'0'0'125'16,"0"0"-99"-1,0 0-8-15,0 0-13 16,0 0-5-16,0 0-83 0,36-33-134 16,-34 33-236-16</inkml:trace>
  <inkml:trace contextRef="#ctx0" brushRef="#br0" timeOffset="-108120.56">13889 10790 535 0,'0'0'201'0,"0"0"-148"0,0 0 11 0,0 0 48 15,0 0-24-15,0 0-19 0,100 84-2 16,-75-46-32 0,-5 3 2-16,-5-1-26 15,-3 1-6-15,-10 1-4 16,-2 13-2-16,-2 3-22 16,-27 4-29-16,-9 1-73 15,0-8-107-15,0-5-146 0</inkml:trace>
  <inkml:trace contextRef="#ctx0" brushRef="#br0" timeOffset="-106940.29">14384 10574 572 0,'0'0'178'0,"0"0"-148"0,0 0 25 15,0 0 6-15,0 0 25 16,0 0-19-16,6-3 24 16,-4 22-61-16,3 17 35 15,2 16-25-15,-2 10-7 16,-5 8-21-16,0 4 0 16,0 14 0-16,0-3-12 0,-5 3 4 15,-7-4-4 1,-3-4 0-16,1-6-3 0,2-4-16 15,-5-15-29-15,4-7-33 0,3-21-78 16,0-20-195 0</inkml:trace>
  <inkml:trace contextRef="#ctx0" brushRef="#br0" timeOffset="-94870.38">14924 11314 397 0,'0'0'51'0,"0"0"-35"0,0 0 24 16,0 0-3-16,0 0-8 15,0 0 27-15,0 0-8 16,-4 0 24-16,4 0-7 15,0 0 3-15,0 0 1 16,0 0-46-16,-2 0 5 16,-4 0-8-16,6 0 6 15,-7 0-18-15,3 0 24 0,0 0-24 16,-6 0 10 0,6 0-14-16,-1 0 9 15,3 0 31-15,-2 0-23 16,4 0 16-16,0 0-17 0,0 0 8 15,0 0-25-15,0 0-3 16,0 0-3-16,23 0-2 16,8 0 4-16,6 0 2 15,1-2-2-15,0-7 4 16,-5 7-11-16,0-3-8 16,-4-4-5-16,-4 0-61 15,-7-4-77-15,-9-1-163 0,-7 2-317 16</inkml:trace>
  <inkml:trace contextRef="#ctx0" brushRef="#br0" timeOffset="-94420.4">14858 11073 720 0,'0'0'102'0,"0"0"-56"0,0 0 55 16,0 0-75-16,0 0 38 15,0 0 11-15,112 0-26 16,-79 0-12-16,0 0-13 15,-1-2-4-15,-8-2-13 16,-1-2-14-16,-6 4-6 0,-3-4-26 16,-3 6-101-16,-9-2-236 15</inkml:trace>
  <inkml:trace contextRef="#ctx0" brushRef="#br0" timeOffset="-93586.47">15485 11474 42 0,'0'0'116'0,"0"0"26"0,0 0 4 0,0 0 0 0,0 0-56 16,0 0-26 0,0 0-21-16,-12 23 19 15,12-23 1-15,0 0 24 16,0 0-24-16,0 0 5 15,0 0-2-15,0-8-31 16,0-28 22-16,7-16-44 0,11-13 23 16,4-12-10-1,3-7 18-15,-3 2-13 16,-2 0-21-16,-6 5-7 0,-3 13-1 16,-3 6-4-16,-8 8-62 15,2 10 33-15,1 8-42 16,-1 14-47-16,5 9-68 15,-5 9-45-15,-2 0-192 16</inkml:trace>
  <inkml:trace contextRef="#ctx0" brushRef="#br0" timeOffset="-92500.47">15850 10976 126 0,'0'0'0'0,"0"0"-126"0,0 0 126 15,0 0 57-15,0 0 156 16,0 0-9-16,7 0-31 16,-7 0-58-16,0 0-42 15,0 0-49 1,0 0-24-16,0 0-8 16,0 0 8-16,0 0 9 0,0 2 24 15,0-2 73-15,0 3-41 16,0-3 0-16,0 0-27 15,0 0-15-15,0 0-21 16,0 0 9-16,0 0 16 16,2 0-9-16,-2 0 14 15,2 0-21-15,2 0 23 0,1-5-29 16,4-7 7 0,2 1-12-16,10 1-4 15,-6 1 3-15,5 3-4 16,-1 3 0-16,2 3-19 0,-1 0 11 15,-3 0-22-15,-5 14 7 0,-3 14-44 16,-9 2 4 0,0 10 34-16,-4 7 12 15,-21 0 19-15,-4 1 6 16,-2-5-8-16,2-1 11 0,2-10-7 16,9-9 2-1,2-6 10-15,14-10-10 16,2 0 9-16,0-6-7 15,2 1 2-15,27 1 13 0,13-3-11 16,10 0-7-16,6 0 44 16,7 0-2-16,-7 0-39 15,-9 0 3-15,-9 0-6 0,-13 3-9 16,-12 16-52 0,-11-3-79-16,-4 4-421 15</inkml:trace>
  <inkml:trace contextRef="#ctx0" brushRef="#br0" timeOffset="-91770.49">16507 11044 363 0,'0'0'467'0,"0"0"-441"0,0 0 108 16,0 0-71-16,0 0-43 0,19 125-17 15,-19-93-2-15,0 6 6 16,0-2-8-16,0 4 3 0,-4-2-4 16,-11-4-23-1,2-3-20-15,-3-9-53 16,5-11-86-16,0-9-259 16</inkml:trace>
  <inkml:trace contextRef="#ctx0" brushRef="#br0" timeOffset="-91510.52">16403 11201 612 0,'0'0'173'16,"0"0"-152"-16,0 0 73 0,0 0-46 15,0 0 24 1,0 0-37-16,111 24 2 0,-91-24-7 16,-5 0-2-16,1 0-22 15,5 0-6-15,-6 0-34 16,1 0-68-16,-7 0-165 16</inkml:trace>
  <inkml:trace contextRef="#ctx0" brushRef="#br0" timeOffset="-91154.57">16877 11164 758 0,'0'0'25'16,"0"0"61"-16,0 0 36 0,0 0-78 16,-42 105-30-1,35-78-4-15,7 5-7 16,0-7 9-16,0-2-12 0,0-5 12 15,9-4-9-15,11-3-6 0,0-7-13 16,5 3-17 0,-3-5 33-16,0-2 0 15,3 0 0-15,-5 0-41 16,-1-14-118-16,-2-7-115 16</inkml:trace>
  <inkml:trace contextRef="#ctx0" brushRef="#br0" timeOffset="-90820.31">16979 10914 576 0,'0'0'428'0,"0"0"-378"15,0 0 12-15,0 0-6 0,0 0-36 16,0 0 21-1,0-6-36-15,0 6-5 0,0 0-9 16,0 0-79-16,-4 0-192 0</inkml:trace>
  <inkml:trace contextRef="#ctx0" brushRef="#br0" timeOffset="-90270.52">17274 10568 528 0,'0'0'33'0,"0"0"18"16,0 0 51-16,0 0 43 15,0 0 31-15,31 112-59 16,-25-49-56-16,-3 10-16 15,-3 5-26-15,0 0 8 0,0 11-20 16,-9 1 7-16,-7-2-14 16,-6-4-33-16,4-13 17 15,-7-9 7-15,8-10-44 16,-3-10-72-16,7-14-169 16</inkml:trace>
  <inkml:trace contextRef="#ctx0" brushRef="#br0" timeOffset="-89390.24">17754 11241 821 0,'0'0'429'0,"0"0"-420"0,0 0 32 0,0 0-36 15,0 0-10-15,0 0-16 0,29 4-21 16,-21-4-73 0,-6 0-70-16,-2 0-367 15</inkml:trace>
  <inkml:trace contextRef="#ctx0" brushRef="#br0" timeOffset="-88820.57">18176 11572 399 0,'0'0'408'0,"0"0"-326"0,0 0 43 0,6-114-26 0,15 39-16 15,8-7-56 1,0-10 30-16,2 5-15 16,-8 8 8-16,0 8-49 15,-7 16-1-15,-1 8-4 16,-1 9-27-16,-3 12-14 15,1 10-43-15,-6 6-172 16,-1 10-531-16</inkml:trace>
  <inkml:trace contextRef="#ctx0" brushRef="#br0" timeOffset="-87510.57">18615 11076 530 0,'0'0'141'0,"0"0"-39"0,0 0 6 0,0 0-2 16,0 0-42-1,0 0-35-15,20-12 45 16,5 1-42-16,-1 1 13 16,0 1-32-16,3 6 1 0,0 3-12 15,-2 0-4 1,-9 0-1-16,-6 20-8 0,-5 5-7 15,-5 6-13 1,0 1 16-16,0-2-32 16,0-2 32-16,-7-3-9 15,3-2 18-15,4-6-2 0,0-4-6 16,0-5-12-16,19-4-27 16,8-2 27-16,2 2-22 15,-2-1 14-15,-4 10-24 0,-10 6 42 16,-9 4 3-16,-4 9 12 15,0 3 1 1,-17-2 12-16,-14 2 44 0,-8-7-12 16,-10-2 12-1,-2-4-40-15,-9 0-12 0,2-5-4 16,7 2-8 0,12-13-80-16,11-1-94 0</inkml:trace>
  <inkml:trace contextRef="#ctx0" brushRef="#br0" timeOffset="-87129.29">19040 11423 1067 0,'0'0'42'0,"0"0"72"0,123 0-78 0,-72-5-31 16,-2-7-10-16,-6 0-26 16,-10 0-51-16,-4-2-140 15,-12 2-175-15</inkml:trace>
  <inkml:trace contextRef="#ctx0" brushRef="#br0" timeOffset="-86580.39">19560 11191 903 0,'0'0'27'16,"0"0"-10"-16,0 0-5 15,0 0-11-15,0 0-1 0,0 0 2 16,129-26-4 0,-125 29-53-16,-4 20 55 15,0 5 0-15,-7 9-31 0,-19 3-69 16,-6 0 8-16,-1 3 71 15,0-3 21-15,4-1 49 0,0-4 16 16,14-10 2 0,3-4-60-16,10-6-3 15,2-7 9-15,0 2-10 16,16-10 9-16,13 4-8 16,6-4 18-16,3 0-3 15,5 0 19-15,-1 0 6 0,-5-4-27 16,-3 4 7-1,-9 0-24-15,-7 0-8 0,-7 15-108 16,-9-1-41-16,-2 7-188 0</inkml:trace>
  <inkml:trace contextRef="#ctx0" brushRef="#br0" timeOffset="-86205.96">19938 11667 612 0,'0'0'34'0,"0"0"33"0,0 0-62 0,0 0-5 0,-15 116-14 15,24-105 4 1,7-4-108-16,3-5 96 0,-3-2-35 15,1 0-88-15</inkml:trace>
  <inkml:trace contextRef="#ctx0" brushRef="#br0" timeOffset="-85940.45">19979 11342 535 0,'0'0'455'0,"0"0"-401"15,0 0 39-15,0 0-93 0,0 0-22 16,0 0-117-16,4 0-295 16</inkml:trace>
  <inkml:trace contextRef="#ctx0" brushRef="#br0" timeOffset="-82180.43">20401 10906 325 0,'0'0'273'0,"0"0"-187"0,0 0-21 16,0 0-38-16,0 0 2 16,0 0 19-16,-4 2 23 15,4-2 8-15,0 0-36 16,0 0 20-16,0 0-10 15,0 0-14-15,0 0-26 16,0 0-4-16,0 0 1 16,0 0-6-16,0 4-8 15,0 6 16-15,0 12-12 0,10 10 1 16,-2 9 16 0,-1 13-11-16,-1 7 12 0,-4 14 0 15,6 3-5 1,-2 5-13-16,-1 5 9 15,-5-4-20-15,0-4 16 0,0-6-10 16,0-7-31-16,0-13 11 16,0-12-37-16,0-10-75 0,0-10-160 15</inkml:trace>
  <inkml:trace contextRef="#ctx0" brushRef="#br0" timeOffset="-27188.36">2393 15298 283 0,'0'0'33'0,"0"0"-28"0,0 0-5 16,0 0 15-16,0 0 35 15,0 0 23-15,0 0 3 16,0 0-12-16,0 0 0 0,0 0-49 16,0 0-4-16,0 0-8 15,0 0 8-15,0 0-2 16,0 0 46-16,0 0-7 15,0 0-4-15,0 0-3 16,0 0-35-16,0 0 2 16,0 0-3-16,0 0 3 15,0 0-2-15,0 0 22 16,0 0-6-16,0 0 24 0,0 0-17 16,0 4-8-1,0 0-17-15,-2 6 4 0,2-2-13 16,-6-2 17-1,4 5-18-15,0-6 12 16,-4 5-5-16,3-10 0 0,3 4 14 0,0-4 7 16,0 0-1-1,0 0 16 1,0-36-28-16,0-26 26 0,0-28-3 16,5-21 10-16,9 1-38 15,-6 0-1-15,1 9-3 16,-5 5-22-16,-2 5 9 15,-2 14-39-15,0 6 5 16,0 21-50-16,0 11-216 16,0 25-89-16</inkml:trace>
  <inkml:trace contextRef="#ctx0" brushRef="#br0" timeOffset="-25710.41">2813 14634 142 0,'0'0'306'0,"0"0"-284"0,0 0 3 0,0 0 45 16,0 0-10 0,0 0-28-16,-2 5-17 15,2 6-12-15,0-1-3 16,0 2 38-16,0 6-4 0,0 4 36 16,0-1-28-1,0-2-2-15,0-5-31 0,0-3 8 16,0-8-14-16,0-3 14 0,0 0 12 31,0 0 8-31,0 0-5 0,0 0-24 0,0 0 10 16,0-3-11-1,2-8-1-15,2-3-5 0,2-2 8 16,-6 7-9 0,4-6 1-16,-2 11-2 15,-2 4 2-15,0-6 0 16,0 6 3-16,0 0 4 15,0-2-3-15,0-2-10 16,0-2 1-16,0-5 4 0,0 4 0 16,0-3 1-16,0 6 12 15,2 2-10-15,-2 0 15 16,0 2-17-16,0 0 13 0,0 0-11 16,0 0-2-1,0 0 2-15,3 0-3 16,-3 0 0-16,0 0-9 15,2 25 9-15,2 17 2 16,3 9 14-16,2 7-11 0,-2-1-5 16,3-5 5-1,0-6-5-15,3-6 0 0,0-10 0 16,-1-8-3-16,-2-8 6 16,-3-12-10-16,9-2 15 15,-1-6-8-15,1-23 3 16,-3-4 21-16,5-3-21 15,-7-2 7-15,-3 9-10 16,-2 12 6-16,-6 11-15 16,4 6 3-16,1 0-4 0,1 6-2 15,6 16 6 1,1 6 12-16,5 6-7 0,-3-2 1 16,8-4 0-1,-4-4-1-15,2 0 3 0,3-8-1 16,3 0 6-1,0-4-11-15,6-7 14 0,-1-5-20 16,5-9 10 0,-3-26 0-16,-5-13 0 15,-5-9 4-15,-7 1 25 16,-3 3-28-16,-5 6 16 0,-2 13-10 16,-5-1-14-16,1 11 2 0,-3-3 2 15,0 4-32 1,0 4-24-16,0 2 9 15,0 5-58-15,0 6-65 0,0 6-78 16</inkml:trace>
  <inkml:trace contextRef="#ctx0" brushRef="#br0" timeOffset="-25144.3">3823 15396 745 0,'0'0'46'0,"0"0"24"0,0 0 70 0,0 0-15 16,27-200-13-16,-3 73-37 0,1-7-25 15,-6 0-7-15,-2 12-37 16,-7 22 0-16,-8 10-12 16,-2 9-12-16,0 10-8 0,0 9-49 15,0 8 17 1,0 16-86-16,0 8-132 16,0 18-111-16</inkml:trace>
  <inkml:trace contextRef="#ctx0" brushRef="#br0" timeOffset="-24480.23">4398 15052 822 0,'0'0'23'0,"0"0"56"16,0 0 68-16,156-43-100 0,-108 33-31 16,-5 4-10-16,-7-2-3 15,-7 4-3 1,-9 0-8-16,-3 2-15 16,-8-1-30-16,-9-1-26 0,0-2-139 15,-6-7-227-15</inkml:trace>
  <inkml:trace contextRef="#ctx0" brushRef="#br0" timeOffset="-24328.31">4549 14708 1018 0,'0'0'4'16,"0"0"48"-16,0 0-4 0,154 50-48 15,-110-50-15-15,-4-15-42 16,-6-16-140-16,-10-4-94 0</inkml:trace>
  <inkml:trace contextRef="#ctx0" brushRef="#br0" timeOffset="-22350.57">5530 15480 450 0,'0'0'61'0,"0"0"-54"0,0 0-1 0,0 0 17 16,0 0 15-16,0 0-6 15,9-12 42-15,-9 10 50 16,2 0 14-16,-2 0-26 0,2-12-43 15,7-5-3-15,0-23-37 16,6-29 15-16,4-33-27 16,2-29 11-16,4-15 6 0,-5-3-27 15,-7 10 5 1,-6 20-1-16,-7 11-17 16,0 17 6-16,0 19-23 15,0 24-17-15,0 20-18 16,-9 22-57-16,-2 8-147 15,-5 28-144-15</inkml:trace>
  <inkml:trace contextRef="#ctx0" brushRef="#br0" timeOffset="-20830.71">6289 14955 554 0,'0'0'341'0,"-15"-108"-321"0,15 50-26 16,0 5 6-16,2 1-51 15,21 2-29-15,5 5-155 16,1 2-170-16</inkml:trace>
  <inkml:trace contextRef="#ctx0" brushRef="#br0" timeOffset="-19898.47">6447 14591 452 0,'0'0'67'0,"0"0"-64"15,-55 127-3-15,39-74 61 16,1 0 3-16,5 0 5 15,2 5 28-15,6 0-16 0,2 7-3 16,0 0-39-16,4-11-30 16,14 3-9-16,4-7-7 15,0-14-57-15,3-6-44 16,0-16-55-16,-4-8-193 16</inkml:trace>
  <inkml:trace contextRef="#ctx0" brushRef="#br0" timeOffset="-19010.33">6817 14702 420 0,'0'0'172'0,"0"0"-117"0,0 0 67 16,0 0-61-1,0 0-41-15,0 0 20 16,-4 0 8-16,4 0 1 16,0-6-11-16,11 0 3 0,2-1-39 15,0 1 0 1,3 1 2-16,3 5-8 0,-6 0-4 15,0 2-24-15,-2 20-3 0,-4 3 14 16,-1-3 16 0,-4 6 4-16,3-9 0 0,-3-2-6 15,1-8-5 1,1-1-87-16,1-3 93 16,3-5-59-16,1 0 44 15,5 1 18-15,1 3 6 16,-1 9-14-16,-1 1 11 15,-4 6-3-15,-4 8 6 0,-5 4-4 16,0 6 1-16,-10 4 0 16,-14-2 6-16,-2 4 15 15,-3-8 20-15,-1-4-3 16,1-6-38-16,5-16-10 16,-1-7-78-16,12-3-137 15</inkml:trace>
  <inkml:trace contextRef="#ctx0" brushRef="#br0" timeOffset="-18494.14">7394 14716 338 0,'0'0'56'0,"0"0"80"0,0 0-6 0,0 0-55 16,0 0 14-16,0 0-24 15,0 5 18-15,0 14-49 16,0 7-2-16,0 15-7 16,0 3 10-16,0 0-30 15,0 10 5-15,0 1-9 0,0-1-2 16,0-7-19 0,0-5 6-16,0-12-12 0,0-8-77 15,0-12-106-15,0-10-216 16</inkml:trace>
  <inkml:trace contextRef="#ctx0" brushRef="#br0" timeOffset="-18230.47">7283 14951 913 0,'0'0'2'0,"0"0"73"16,0 0-33-1,0 0-5 1,145 4-35-16,-118-4 1 0,4 0-3 16,-7 0-16-16,1 0-55 15,-8 0-88-15,-3-6-160 16</inkml:trace>
  <inkml:trace contextRef="#ctx0" brushRef="#br0" timeOffset="-17270.41">7951 14427 682 0,'0'0'103'0,"0"0"-87"0,0 0 53 0,0 0 9 16,0 0-42-16,0 0-3 16,-6 72-30-16,-10-24 8 15,-2 9-9-15,2-3 10 0,-1 0-8 16,-1-9 0 0,7-5-4-16,-1-7 2 15,6-8-4-15,4-6 8 0,2-6-13 16,0-5 9-16,0-4-4 0,8 2-5 15,4-6 3 1,1 8 4-16,5-3 0 16,0 4 0-16,0-7-3 15,-2 0-18-15,3 0-37 16,-5-2 13-16,-3 0 27 16,-2 0 12-16,-3 0 6 15,-1 0-2-15,0 0 0 16,-1 0 1-16,-2 0-3 0,2 0-32 15,1 0 14-15,-5-6-19 16,0-3 32-16,0 2-3 16,0 1 12-16,0 0 4 15,0 2-1 1,4 4 11-16,-4-2-10 16,2 2 3-16,1 0-3 15,-3 0 12-15,0 0-2 0,0 12 20 16,0 18 23-16,0 16 0 15,-3 16-31-15,-8 3-3 16,3 4-6-16,1-3-9 16,5-18 0-16,2-9-8 15,0-9-9-15,0-16-35 16,0-5-77-16,0-8-32 16,0-1-228-16</inkml:trace>
  <inkml:trace contextRef="#ctx0" brushRef="#br0" timeOffset="-16750.62">8390 14888 537 0,'0'0'59'16,"0"0"16"-16,0 0 40 15,0 0-12-15,0 0-68 0,0 0 28 16,-26 124-30-1,21-82 1-15,3-7-30 0,2-1 4 16,0-2-8-16,0-5 0 16,11-10 0-16,7-4-21 15,0-3-12-15,-1-6-4 16,4-4-67-16,-5 0-32 16,-3 0 10-16,3-14-55 15,-12-5-101-15</inkml:trace>
  <inkml:trace contextRef="#ctx0" brushRef="#br0" timeOffset="-16447.17">8388 14679 858 0,'0'0'132'16,"0"0"-81"-16,0 0 41 0,0 0-43 15,0 0-11 1,0 0-36-16,0 29-2 0,0-21-61 15,0 3-87 1,0-11-225-16</inkml:trace>
  <inkml:trace contextRef="#ctx0" brushRef="#br0" timeOffset="-15969.16">8701 14453 704 0,'0'0'97'0,"0"0"-54"0,0 0 96 0,0 0-107 16,133 100-15-16,-98-56-8 0,-8 9 1 16,-6 9 5-16,-8 9 1 15,-13 14 40-15,0 13-41 16,0 9 19-16,-13-4-31 16,-3-13 0-16,5-19-3 0,1-18-39 15,6-20-46 1,2-16-81-16,0-17-125 0</inkml:trace>
  <inkml:trace contextRef="#ctx0" brushRef="#br0" timeOffset="-15220.43">9050 14249 569 0,'0'0'290'0,"0"0"-289"0,0 0 53 0,0 0-3 0,0 0 25 0,0 0-50 15,100-8-6 1,-77 8-15-16,-4 0 21 16,-3 11-3-16,-5 16-12 15,-9 9-3-15,-2 4 2 0,0 7-20 16,0-8 3-16,0-4-8 15,0-8 0-15,0-6 12 16,0-4 3-16,0-6 2 16,0-5 16-16,10-4-17 15,3-2-1-15,5 0 2 16,-3 0-8-16,5 0-2 16,-5-2-6-16,4 0-46 15,-1 2 17-15,3 0 26 16,0 0 1-16,-1 0-16 15,0 0-71-15,-2 6-62 16</inkml:trace>
  <inkml:trace contextRef="#ctx0" brushRef="#br0" timeOffset="-14420.59">9649 15508 88 0,'0'0'238'0,"0"0"-219"16,0 0 93-16,0 0-18 0,0 0-17 16,0 0 11-1,0 30 27-15,0-30-5 16,0 0-19-16,0-4-55 0,0-22 41 15,7-5-35-15,6-19 13 16,2-21-12 0,8-23 4-16,0-22-10 15,1-18-1-15,-2-7 1 0,-2 6-29 0,-4 9 5 16,-1 15-4 0,-1 21-18-16,-1 13 7 0,2 11 0 15,1 14-26 1,1 4-12-16,0 9 16 15,-1 13-15-15,-5-1 14 16,-3 18-25-16,-3 9 2 0,-3 0-94 16,-2 7-55-1,0 18-167-15</inkml:trace>
  <inkml:trace contextRef="#ctx0" brushRef="#br0" timeOffset="-9540.36">10270 14968 204 0,'0'0'99'0,"0"0"18"16,0 0-23-16,0 0-45 16,0 0 0-16,0 0 16 0,0 0-20 15,0 0 13-15,0 0-21 16,0 0 27-16,0 0-11 15,0 0 24-15,0 0-19 16,0 0 1-16,0 4-19 16,0-4-15-16,0 3-7 15,0-1-15-15,0 6 10 16,4-4-9-16,2 4 6 16,7 3-10-16,3-7 16 15,1 5-14-15,2-5 6 16,-4-2-8-16,5 0 3 15,-4-2-7-15,4 2-10 16,-4-2 5-16,-1 0-20 16,-1 0-62-16,-8 0-118 15,-6-6-157-15</inkml:trace>
  <inkml:trace contextRef="#ctx0" brushRef="#br0" timeOffset="-8960.26">10360 14716 127 0,'0'0'194'0,"0"0"-66"0,0 0 6 0,0 0-47 16,0 0-8-16,0 0-10 16,0 0 7-16,0 0-26 15,0 0 17-15,9 0-26 0,2 0 16 16,5 0-1 0,1 5-26-16,2 1-30 0,0 0-1 15,6-3-10 1,-3 1-70-16,1-4 1 0,1 0-115 15,-8 0-75-15</inkml:trace>
  <inkml:trace contextRef="#ctx0" brushRef="#br0" timeOffset="-7830.46">10864 15387 167 0,'0'0'143'0,"0"0"-120"0,0 0 18 16,0 0 28-16,0 0-28 16,0 0 12-16,0 21-31 15,4-11-5-15,-4-5-2 16,0-4 10-16,0-1 11 0,0 0 5 16,0 3 27-16,0-1-8 15,0 2-6 1,0-1-1-16,0-3 3 0,0 4-22 15,0-4-22-15,0 0 8 16,0 0 11-16,2-22 15 16,5-17 1-16,1-28 11 0,8-19-19 15,0-17-5 1,2-12-25-16,0-5 12 0,-5 9-15 16,3 13-6-1,-1 8 1-15,-4 21 1 0,5 21-4 16,-10 17-26-1,-3 20-3-15,1 7-68 16,-4 4-140-16,0 0-563 0</inkml:trace>
  <inkml:trace contextRef="#ctx0" brushRef="#br0" timeOffset="-4850.2">11414 15240 551 0,'0'0'132'0,"0"0"-132"16,0 0 71-16,-36-143 21 16,36 89-24-16,0-4-12 0,0 0 18 15,16-1-11 1,4 6-23-16,4-4-3 16,3 7-16-16,-2-2-21 15,1 6-8-15,1 6-55 16,0 9 23-16,0 4-98 15,-5 8-126-15,0 6-393 16</inkml:trace>
  <inkml:trace contextRef="#ctx0" brushRef="#br0" timeOffset="-4080.23">11955 14662 649 0,'0'0'158'0,"0"0"-158"0,0 0-4 16,0 0-8-1,0 0 12-15,0 0 30 16,0 0-6-16,7 0 3 15,7 0 16-15,-4 6-20 0,6 0-3 16,-3 6-19-16,-1 2-2 16,-5 7-13-1,-1-2 2-15,-4 7 6 0,-2-3 6 16,4-5-8 0,-1-1 16-16,-3-7-12 15,2-3 9-15,2-1-10 16,1-6-22-16,2 0 0 15,2 0 4-15,7 0 9 0,-3 0 11 0,3 0 2 16,-1 4-4 0,-7 10 10-16,0-2-5 15,-6 4 6-15,-2 6 4 0,0 2-3 16,-7 5 15 0,-9 11-15-16,-8 1 22 15,-3 1-11-15,-2-6-16 0,2-8 4 16,5-10-6-1,4-14-11-15,10-4-70 0,5-9-79 16,3-22-435-16</inkml:trace>
  <inkml:trace contextRef="#ctx0" brushRef="#br0" timeOffset="-3460.49">12477 14748 242 0,'0'0'321'0,"0"0"-235"0,0 0-1 0,0 0-28 15,0 0 11-15,0 0-32 16,0 49 12-16,0-22-35 16,0 8 26-16,0 5-17 0,0 6 13 15,0 13-15-15,-11-5-8 16,1 1-10 0,4 0 6-16,-1-11-16 15,7-4 5-15,0-8-9 0,0-18-73 16,0-8-74-16,0-6-12 15,0 0-59-15,0-14-59 16</inkml:trace>
  <inkml:trace contextRef="#ctx0" brushRef="#br0" timeOffset="-3196.44">12331 15021 834 0,'0'0'36'0,"0"0"-5"16,0 0 83-16,0 0-89 16,0 0 16-16,114 0-31 0,-87 0-6 15,-2 0-2 1,0 0-2-16,-6 0-5 15,1 0-42-15,-4-9-70 0,-5 5-77 16,-2-7-196 0</inkml:trace>
  <inkml:trace contextRef="#ctx0" brushRef="#br0" timeOffset="-2450.15">12826 14597 448 0,'0'0'122'0,"0"0"-121"0,0 0 35 0,0 0-11 0,0 0 7 16,0 0-4 0,7 17 19-16,-7 13 7 15,0 9-25-15,-2 0-24 16,-9 0-5-16,0-3-2 0,-3-4 2 16,5-2 8-1,3-2-4-15,1-10 8 16,3-5-11-16,2 0 15 0,0-7-16 15,0-2-3-15,0 0 1 16,13 0 2-16,3-2-1 16,2 1 6-16,-2-2-8 15,3-1 6-15,-1 4-6 16,-5-4 7-16,1 0-8 0,-5 0 4 16,-3 0-9-1,6 0-10-15,-3-8 6 0,-1 2 2 16,4-4 12-1,-3 2-2-15,1-1-32 0,0 7 32 16,-6 2 1-16,-1 0-3 16,-3 0-2-16,0 0-1 15,0 0 3-15,0 19 6 16,0 8 4-16,0 10-3 16,0 13 30-16,-7 6-8 15,-3 2 4-15,0-3-12 16,1-11-16-16,2 0-2 0,2-13 0 15,5-8-22-15,0-4-32 16,0-15-34-16,0-4-259 16</inkml:trace>
  <inkml:trace contextRef="#ctx0" brushRef="#br0" timeOffset="-2042.18">13189 14999 522 0,'0'0'83'0,"0"0"4"0,0 0 10 16,0 0-58-16,0 0 17 16,0 124 7-16,0-95-26 15,0 5-22-15,0-11 0 16,0 4 1-16,12-5-7 15,-1-4-9-15,5-8 4 16,1-5-12-16,4-3-28 0,-2-2-165 16,1 0 171-1,-1-17-144-15,-4-16-146 0</inkml:trace>
  <inkml:trace contextRef="#ctx0" brushRef="#br0" timeOffset="-1730.43">13230 14771 1004 0,'0'0'46'16,"0"0"-7"-16,0 0-22 16,0 0-17-16,0 0-23 15,0 0-69-15,0-5-92 16,0 5-96-16</inkml:trace>
  <inkml:trace contextRef="#ctx0" brushRef="#br0" timeOffset="-1280.62">13475 14522 374 0,'0'0'482'0,"0"0"-459"16,0 0 15-16,0 0 52 16,49 140-39-16,-25-94-17 15,-3 3-22-15,-4 9 10 16,-5 14 23-16,-12 9-37 15,0 16 50-15,-8-3-38 16,-15-13-5-16,0-19-15 0,3-21-7 16,7-20-55-1,3-11-53-15,2-10-136 0,3-12-237 16</inkml:trace>
  <inkml:trace contextRef="#ctx0" brushRef="#br0" timeOffset="-768.56">13983 14966 772 0,'0'0'0'0,"0"0"-34"0,0 0-14 15,0 0-70-15,0 0 87 16,0 0 31-16,0-4 41 0,-2 4 34 16,-3 0 28-1,3 0-24-15,0 0-79 16,0-3-7-16,0-2-137 16,2-4-257-16</inkml:trace>
  <inkml:trace contextRef="#ctx0" brushRef="#br0" timeOffset="-250.45">14284 15226 849 0,'0'0'97'0,"0"0"16"0,-54-121-23 15,45 53-43-15,5-1 6 16,4 6-31-16,0 10 1 0,0 8-17 16,0 0 5-1,13 10-11-15,5 2-19 16,-3 7-21-16,10 8-93 16,-2 1-114-16,-2-2-225 15</inkml:trace>
  <inkml:trace contextRef="#ctx0" brushRef="#br0" timeOffset="569.75">14620 14694 478 0,'0'0'508'0,"0"0"-498"15,0 0 49-15,0 0-55 16,0 0-3-1,0 0-1-15,27 18 0 0,-10-18-3 16,-3 4 4-16,-5 1-8 0,2 1 14 16,-5 3-1-1,-6 3-5-15,0 6 15 16,0 5-15-16,0-5 3 0,0 4-4 16,0-10-2-1,0 2 1-15,-2-4-6 0,2-7-4 16,0-3 5-16,0 3 5 15,5 0-6 1,11 2 4-16,2 4 3 0,1 4-2 16,-3 1-63-16,2 4 65 15,-7 3 6-15,-4 4 2 16,-3 5 3-16,-4 8-3 16,0 6 31-16,-22-3-12 15,-4-1 5-15,-7-8-14 16,0-10 22-16,4-8-40 15,3-2-8-15,6-6 2 16,4-2-39-16,5-4-42 16,4 0-216-16</inkml:trace>
  <inkml:trace contextRef="#ctx0" brushRef="#br0" timeOffset="1053.17">15242 14722 167 0,'0'0'621'0,"0"0"-572"0,0 0 24 16,0 0 28-16,0 0-63 16,0 0 27-16,0 68 5 15,0-20-32-15,0 2-1 0,0 3-13 16,0-1-17 0,0 2 2-16,0-4-12 0,-5 0 3 15,-1-11-24 1,-1-7 17-16,0-10-35 15,5-10-39-15,2-2-48 0,-2-10-116 16,-3 0-295-16</inkml:trace>
  <inkml:trace contextRef="#ctx0" brushRef="#br0" timeOffset="1284.65">15010 15065 174 0,'0'0'731'15,"0"0"-729"-15,0 0 59 0,111-7 14 16,-66 1-68 0,-5-3 0-16,-4-1-2 15,-1-2-9-15,-6 0 4 16,3 0-20-16,-8 0-108 15,-4-1-96-15,-4 3-207 0</inkml:trace>
  <inkml:trace contextRef="#ctx0" brushRef="#br0" timeOffset="2051.49">15668 14539 590 0,'0'0'67'16,"0"0"71"-16,0 0-27 0,0 0-16 16,0 0-45-16,0 0 32 15,15-31-50-15,-15 57-4 16,0 4-1-16,-9 16-19 15,-14 0-6-15,4 0 7 16,-8 4-9-16,0-5 5 16,3-1-1-16,1 2 2 15,8-15-6-15,6 2 0 16,6-16-3-16,3-6-28 16,0-9 30-16,0-2-6 0,18 0 4 15,5 0-5 1,-1 0 15-16,2 0-14 0,1-6 7 15,0-1-15-15,-3 5-44 16,-7-9 0-16,-1 7 29 16,-7-2-17-16,-3 6 0 0,0-4 15 15,-4 2 27 1,3 2 10-16,-3 0 11 0,4-6-16 16,0-5 0-1,6 0 0-15,-6-5 9 0,5 2-12 16,-5 7 9-1,-4 4-3-15,4 3 0 0,-4 0 2 16,0 0 12-16,0 0-1 16,2 8-7-16,-2 18 20 15,0 14 14-15,0 6-31 16,0 10 13-16,-8-1-21 16,-3-2 3-16,5-3 35 15,-4-6-27-15,1-3-15 16,5-15-2-16,2-1-18 0,2-16-59 15,0-7-104 1,-2-2-303-16</inkml:trace>
  <inkml:trace contextRef="#ctx0" brushRef="#br0" timeOffset="2414.9">15940 15047 562 0,'0'0'121'0,"0"0"-7"0,-23 112 1 0,21-85-76 0,2-4-24 16,0-6-15-16,0-3-20 0,4-6-55 16,7-4 9-1,1-4 39-15,-2 0-24 16,3 0 5-16,1-6-33 15,1-10-48-15,-3-5-212 16</inkml:trace>
  <inkml:trace contextRef="#ctx0" brushRef="#br0" timeOffset="2702.33">16031 14829 954 0,'0'0'83'16,"0"0"-40"-16,0 0-4 15,0 0-12-15,0 0-18 16,0 0-9-16,0 0-33 16,0 0-25-16,4-5-141 15,5-4-112-15</inkml:trace>
  <inkml:trace contextRef="#ctx0" brushRef="#br0" timeOffset="3209.41">16264 14493 648 0,'0'0'144'0,"0"0"-115"0,0 0-9 15,0 0 24-15,0 0 50 16,0 0-36-16,34 0-32 16,-10 15 25-16,3 11-18 15,-2 10-17 1,-10 4-16-16,-1 12 16 0,-12 4-16 0,-2 9 0 16,0 3 13-1,-2 8-12-15,-14 5 12 16,1-6-10-16,-8 1-2 15,-2-5-2-15,1-11-25 16,-3-9-28-16,1-13-40 16,-3-15-141-16,2-21-398 15</inkml:trace>
  <inkml:trace contextRef="#ctx0" brushRef="#br0" timeOffset="9015.48">16944 14426 713 0,'0'0'108'0,"0"0"-61"0,0 0-12 0,0 0-30 16,0 0 20 0,0 0-13-16,0 0 51 15,0 0-8-15,0 0 34 16,0 0-24-16,0 0-28 0,0 0-26 16,0 0-8-1,-2 0 7-15,2 4-6 16,-3 6 2-16,-1 8-4 0,4 4 1 0,0 14 3 15,0 12-1 1,0 15 11-16,-2 12-1 16,-7 7-14-16,-7 11 8 15,1 2-6-15,-7 6 4 16,6 2-14-16,-2-9 6 16,0-8-1-16,3-18-16 15,1-9-23-15,8-19-23 16,-1-20-107-16,1-15-145 15</inkml:trace>
  <inkml:trace contextRef="#ctx0" brushRef="#br0" timeOffset="48112.08">9990 16772 662 0,'0'0'23'0,"0"0"-12"0,0 0-9 16,0 0 18-16,0 0-11 15,0 0 13-15,0 0 21 16,5 8 6-16,-5-8 28 16,0 0-28-16,0 0-13 15,0 0-11-15,0 0 6 0,0 0-5 16,0 4 18 0,0-4-19-16,2 0-6 15,0 6-4-15,3-6-2 16,1 8 9-16,3-4-18 0,3 2 25 15,7-2-21 1,1 4 0-16,5-2 0 0,0-2-6 16,-1-4-2-16,-2 0 0 0,-2 0-2 15,-2 0-14 1,-2 0-8-16,-1-10-58 0,-1-6-95 16,-10-4-202-1</inkml:trace>
  <inkml:trace contextRef="#ctx0" brushRef="#br0" timeOffset="48559.92">10019 16529 364 0,'0'0'195'0,"0"0"-141"0,0 0 39 0,0 0-21 15,0 0-13-15,0 0 61 16,31 0-15-16,-4 0-1 16,4 0-74-16,-4 0 2 15,6 0-27-15,-4 0-3 16,-2 0-2-16,-2-4-2 15,-6 4-15-15,2-4-49 0,-5 0-52 16,-5-1-161-16,-7 5-474 16</inkml:trace>
  <inkml:trace contextRef="#ctx0" brushRef="#br0" timeOffset="49341.81">10729 16936 377 0,'0'0'148'0,"0"0"-114"16,0 0 52-16,0 0-19 0,0 0-4 15,0 0 29-15,0 28 37 16,0-28-54-16,0-14 33 16,6-26-57-16,0-22 16 15,3-28-37-15,-1-9 30 16,-3-4-47-16,0 6-12 15,-1 6-1-15,-1 17-16 16,1 10 15-16,0 11-27 16,1 7 3-16,-1 21-26 0,1 11 5 15,-3 14-68-15,-2 0-182 16,0 24-240-16</inkml:trace>
  <inkml:trace contextRef="#ctx0" brushRef="#br0" timeOffset="50319.7">11120 16231 550 0,'0'0'22'0,"0"0"2"16,0 0 28-16,0 0 33 0,0 0-17 16,0 0-9-16,0 3 9 15,0-3-7-15,0 0-17 16,0 0-12-16,0 0-1 16,0 0-21-16,4 0-1 15,0 0-4-15,10 0 0 16,1-4 11-16,6-3-4 0,1-2-6 15,0 5-2 1,-2 4-8-16,3 0 11 0,-4 0-7 16,2 8 1-16,-3 10-2 0,-7 8 1 15,-3-4-3 1,0 5 2 0,-4-4 1-16,0-1 0 0,-4-7 5 15,3-3-11-15,-1-8 17 16,0-3-22-16,0-1 5 15,9 0-22-15,5 5 3 0,9 3 22 16,-1 0 3-16,0-2-53 16,1 8 43-1,-5 2 10-15,0 6-5 16,-7 6 15-16,-2 2-14 16,-9 6 4-16,-2 4 0 0,0 5 9 15,-10-8 0 1,-17 3 18-16,-7-5-9 0,-3-7 0 15,-6-2-18-15,1-8-23 0,6-5-36 16,5-4-76 0,11-9-87-16,11 0-245 0</inkml:trace>
  <inkml:trace contextRef="#ctx0" brushRef="#br0" timeOffset="50793.65">11815 16365 306 0,'0'0'114'0,"0"0"36"0,0 0-54 0,0 0-23 0,0 0 6 16,0 0 13-16,15 23-41 0,-15 4-7 16,0 3-14-1,3 6-7-15,-1 4-4 16,0 4-13-16,-2 2 15 16,0 6-16-16,0-6-10 0,2-6-7 15,-2-3-29 1,2-7-72-16,-2-12-24 0,0-4 6 15,0-6-81-15,0-4-111 16</inkml:trace>
  <inkml:trace contextRef="#ctx0" brushRef="#br0" timeOffset="51069.51">11751 16642 791 0,'0'0'61'16,"0"0"-59"0,0 0 40-16,0 0 60 0,0 0-37 15,0 0-5 1,59 0-21-16,-39 0-28 0,5 0 5 15,-2 0-11-15,0 0-10 0,-2-9-24 16,-1-1-58 0,-5 2-120-16,-1-2-101 0</inkml:trace>
  <inkml:trace contextRef="#ctx0" brushRef="#br0" timeOffset="51839.68">12209 16230 561 0,'0'0'67'0,"0"0"8"0,0 0 7 0,0 0-32 16,0 0-6 0,0 0-11-16,16 0 10 0,-14 14 1 15,2 13 0-15,-4 8-6 16,0 2-37-16,0 7 11 16,-4-4-9-16,-5 0-5 0,-4-8 3 15,4 0-2 1,0-7 0-16,7-10 1 0,2-3-1 15,0-6-1-15,0 3-1 16,0-6-26-16,0 1 25 16,7-3 3-16,6-1 1 15,0 0 0-15,3 0-2 16,0 0 1-16,1 0 0 16,-3 0-1-16,-3 0-8 15,5 0 2-15,-8 0 1 16,1 0 3-16,-3 0-8 15,6-1 11-15,-3-3-10 16,-5-4-10-16,8-2-4 16,-8 6 25-16,1 0-6 15,-3 4 13-15,-2 0-7 0,0 0 6 16,0 0 9 0,0 4-8-16,0 15-7 0,0 10 15 15,0 7-10 1,0 5 24-16,0 4-23 0,0 4 43 15,-7-4-46 1,5-4 7-16,-2-7-10 0,1-10-2 16,0-8-28-16,3-14-32 0,0-2-61 15,0 0-130 1</inkml:trace>
  <inkml:trace contextRef="#ctx0" brushRef="#br0" timeOffset="52244.41">12574 16585 268 0,'0'0'51'0,"0"0"108"0,0 0-21 16,0 0-15-16,0 0-30 15,0 0 15-15,10 128-35 0,-8-98-35 16,0-1-8-16,0-3-29 0,3-8 6 15,-3 0-4 1,7-10-6 0,-5-2-32-16,8-6-12 0,-4 0-1 15,3 0 15-15,-1 0 5 16,-4 0-11-16,1-11-20 16,-3 0-107-16,-2-7-185 0</inkml:trace>
  <inkml:trace contextRef="#ctx0" brushRef="#br0" timeOffset="52559.68">12626 16423 727 0,'0'0'134'0,"0"0"-29"0,0 0-26 15,0 0 2 1,0 0-2-16,0 0-51 0,0 4-19 15,0-4-9-15,0 0-25 0,2 0-79 16,0 0-90 0,0 0-242-16</inkml:trace>
  <inkml:trace contextRef="#ctx0" brushRef="#br0" timeOffset="53139.55">12975 16092 563 0,'0'0'104'0,"0"0"-57"0,0 0 5 0,0 0-15 0,0 0 3 0,0 138 32 15,0-88 17-15,0 4-19 16,0 13 4-16,0-1-37 16,0 6-36-16,0 8 26 15,-10 5-23-15,3-5-8 16,1-8 4-16,0-14-17 16,6-14 3-16,0-21-56 15,0-6 8-15,0-17-155 16,0 0-153-16</inkml:trace>
  <inkml:trace contextRef="#ctx0" brushRef="#br0" timeOffset="53989.53">13515 16629 1117 0,'0'0'115'0,"0"0"-99"16,0 0 7-16,0 0-16 0,0 0-7 16,0 0-12-1,2 4-25-15,-2-4 4 0,0 0-55 16,2 0 2 0,-2 0-189-16,0 0-447 15</inkml:trace>
  <inkml:trace contextRef="#ctx0" brushRef="#br0" timeOffset="54909.86">13943 16998 101 0,'0'0'559'0,"0"0"-441"0,0 0 10 0,0 0 21 16,22-136-18-16,-8 58-60 15,-6-10-14-15,4-3-29 16,-6 11-5-16,1 14-17 16,-3 4 3-16,0 12-5 15,3-3-8-15,3 3-20 0,2 6-40 16,2 0-34-1,-1 12-208-15,-10 6-387 0</inkml:trace>
  <inkml:trace contextRef="#ctx0" brushRef="#br0" timeOffset="55905.38">14369 16441 228 0,'0'0'475'0,"0"0"-403"16,0 0-16-16,0 0-9 16,0 0 36-16,0 0-16 0,6 0-23 15,-6 0 9 1,2 0 9-16,1 0-45 16,1 0-2-16,9 0-14 15,-1-4 3-15,7-4-3 16,1 6-1-16,-4-2 0 0,-3 4-2 15,-4 0 2-15,-2 0-3 16,-2 6-7-16,-1 20 19 16,-4 4-17-16,0-3 8 15,0-4-5 1,0-4-3-16,0-8-5 0,0-11-14 16,2 0-38-16,5 0 31 15,1 0 27-15,2 0-2 16,1 0 8-16,0 0 0 0,-2 6-3 15,-2 8 4-15,-5 6 2 16,-2 0-1 0,0 10 16-16,0 2-5 0,-5 4 27 15,-13 3-33 1,-1-8 10-16,-2-2 28 0,1-8-20 16,3-2-19-1,1-7 5-15,3-5-10 16,-1-1-54-16,1-6-53 15,4 0-108-15,5 0-79 0</inkml:trace>
  <inkml:trace contextRef="#ctx0" brushRef="#br0" timeOffset="56419.81">14878 16445 474 0,'0'0'118'0,"0"0"-91"0,0 0 92 0,0 0 22 15,0 0-9-15,0 0-81 16,5 126-16-16,-5-82-35 16,0 4 16-16,0 2-6 15,-11 0-8-15,7-5-2 0,-1-10-5 16,3-8-2-1,2-10-9-15,0-12-21 0,0-5-126 16,-3 0-129-16</inkml:trace>
  <inkml:trace contextRef="#ctx0" brushRef="#br0" timeOffset="56701.35">14735 16709 549 0,'0'0'467'0,"0"0"-433"15,0 0 96-15,0 0-71 0,0 0-50 16,121 0 3-1,-99 0-8-15,1 0-8 0,-8 0-1 16,1-5-26-16,-1 0-60 16,1-7-50-16,-3 2-157 15,3-4-259-15</inkml:trace>
  <inkml:trace contextRef="#ctx0" brushRef="#br0" timeOffset="57479.71">15262 16415 598 0,'0'0'91'15,"0"0"-41"1,0 0 57-16,0 0 19 0,0 0-35 15,0 0-24-15,17-18-8 16,-17 18-41-16,0 0 3 16,0 4-14-16,0 13-6 15,0 10-2-15,-4 5-3 16,-12 8-1-16,-1-1-1 16,1 3 1-16,1-7 5 15,1-9 0-15,3-4 2 0,7-7 1 16,-1-7-3-1,5-3-3-15,0-1 1 0,0 1-4 16,5-5-1-16,5 0 10 16,6 0-12-1,0 0 9-15,-5 0 0 0,0 0-13 16,-2 0-3-16,-2 0 12 16,-2 0 1-16,3 0-6 15,-4 0 12-15,5-5-8 16,-4 5 6-16,4-4-3 15,-5 0-33-15,1-2-2 0,-1-1 19 16,0-4 13 0,-2 7-3-16,-2 0 16 0,8 4-12 15,-6 0 11 1,-2 0-12-16,0 0 12 0,0 8-5 16,0 10 9-1,0 14 10-15,0 5 2 0,0 7-1 16,0 0 16-1,0-4-28-15,0 4 8 0,0-8-16 16,0-4-4-16,0-10 1 16,0-4-8-16,0-4-10 15,0-6-51-15,0-4 7 0,0-4-126 16,0 0-38 0,0 0-253-16</inkml:trace>
  <inkml:trace contextRef="#ctx0" brushRef="#br0" timeOffset="57919.67">15531 16870 404 0,'0'0'196'0,"0"0"-57"0,0 0 5 0,0 0-8 16,10 111-89-16,-6-88-27 0,2-4-14 15,3-8-6 1,1-1-10-16,-4-6-23 0,1 0 32 16,-3-4-10-1,7 0 4-15,-4 0-17 16,0 0-16-16,3-4-51 15,-5-14-61-15,4 0-238 0</inkml:trace>
  <inkml:trace contextRef="#ctx0" brushRef="#br0" timeOffset="58199.77">15601 16598 716 0,'0'0'400'0,"0"0"-312"0,0 0-39 16,0 0-16-16,0 0-23 0,0 0-10 31,0 3-3-31,11-3-9 16,-5 0-38-16,-2 0-89 0,-1 0-169 15</inkml:trace>
  <inkml:trace contextRef="#ctx0" brushRef="#br0" timeOffset="58835.6">15940 16324 272 0,'0'0'124'0,"0"0"-91"0,0 0 33 15,0 0 1-15,0 0 18 16,0 0 17-16,0 0-42 16,48 41 95-16,-42-19-77 15,2 9-20-15,1 10-8 16,-5 9-24-16,0 12 1 16,-2 13-23-16,-2 6 3 15,0 4 2-15,0-1-4 16,0 0 0-16,0-12 21 15,-2 0-16-15,-2-9-3 16,4-15-7-16,-4-12-28 16,1-22-42-16,-3-14-222 15,-6-14-402-15</inkml:trace>
  <inkml:trace contextRef="#ctx0" brushRef="#br0" timeOffset="61749.78">13580 16692 217 0,'0'0'125'0,"0"0"-86"0,0 0-20 0,0 0 38 15,0 0-15-15,0 0-10 16,0 0 7-16,0 0 32 16,0 0 16-16,0 0-48 0,0 0 2 15,0 0 2 1,0 0 28-16,0 0-16 16,0 0-8-16,0 0-14 15,0 0 1-15,0 0 0 0,0 0-1 16,0 0-11-1,0 0-7-15,0 0 15 0,0 0-14 16,0 0 15 0,0 0-27-16,0 0 11 0,0 0-12 15,0 0 11-15,0 0-11 16,0 0-3-16,0 0-14 16,4 0-49-16,5-15-167 15,0-7-275-15</inkml:trace>
  <inkml:trace contextRef="#ctx0" brushRef="#br0" timeOffset="70539.42">10085 17901 465 0,'0'0'236'0,"0"0"-236"16,0 0 0-16,0 0 0 15,0 0 11-15,0 0-1 16,0 0 26-16,-10 10 14 16,10-10 22-16,0 3 18 0,-5 6-16 15,5-3-31-15,0 2-3 16,0-4-1-16,0 0-30 16,0-2 17-1,0-2-25-15,0 0 21 0,0 0-7 16,0 0 14-16,0 4-11 0,0 0 4 15,7 0-9 1,11 2 0-16,11-3 8 16,2 2-19-16,7-5 8 15,0 0-7-15,1 0 1 16,0 0-1-16,-1 0-6 16,-7-8 1-16,-4-2-22 15,-5 2-31-15,-4-6-18 16,-10-5-82-16,0-3-196 0,-8 0-343 15</inkml:trace>
  <inkml:trace contextRef="#ctx0" brushRef="#br0" timeOffset="70874.92">10120 17679 793 0,'0'0'33'0,"0"0"4"0,0 0 54 0,0 0-15 16,0 0-14-16,0 0 1 16,0 0 5-16,66 31-64 0,-46-31 5 15,2 0-7 1,1 0-2-16,4 0-27 0,4 0-64 16,-4 0-115-1,2 0-158-15</inkml:trace>
  <inkml:trace contextRef="#ctx0" brushRef="#br0" timeOffset="72059.45">11412 17584 593 0,'0'0'10'0,"0"0"36"0,0 0 32 0,0 0-17 16,0 0-17-1,0 0-17-15,0 0 39 0,0 0-3 16,0 0 1-16,0 0-19 15,0 0 11-15,0 0-21 16,-5 0-23-16,-8 8-9 16,-3 2 2-16,1 0 0 15,-1-2-5-15,1 1 25 0,-4 4-19 16,4-3 30 0,7 8-32-16,-9-2 7 15,11-2-9-15,-3 4-2 16,6-5 0-16,1-4 2 0,2 1-9 15,0-6 3-15,0 4 3 16,20-2 0-16,3 2-5 16,6 0 11-1,4-2-5-15,1 2 1 16,3-4-1-16,1 2 0 16,-1 3-13-16,-6 1 0 15,-3-3-12-15,-8 6 18 0,-2 1 11 16,-5-1-8-16,-4 5 3 0,1 4 1 15,-6-3 2 1,-2 3 1-16,-2 0 9 16,0 0-2-16,0 4 13 15,-14-2-17-15,-3 2 16 0,-8 0-20 16,0-2-4 0,-1-6-5-16,4-6-15 15,2-5-1-15,1-7-22 16,0 0-10-16,-4-14-14 15,1-9 4-15,5-4-96 16,0-4-41-16,2 3-305 0</inkml:trace>
  <inkml:trace contextRef="#ctx0" brushRef="#br0" timeOffset="72289.73">11363 17744 689 0,'0'0'12'0,"0"0"53"15,0 0 4-15,0 0 6 0,0 0 17 16,114-48-50 0,-93 48 40-16,2 0-52 0,4 0-19 15,-3 0-11-15,1 0-20 16,-3 0-63-16,-4 0-71 15,-7 0-51-15,-5 0-80 0</inkml:trace>
  <inkml:trace contextRef="#ctx0" brushRef="#br0" timeOffset="73654.45">12532 17852 590 0,'0'0'167'0,"0"0"-160"0,0 0 75 0,0 0-23 16,0 0-21 0,0 0 12-16,0 4-8 15,0-4 20-15,0 0-8 16,0 0-26-16,0 0-25 0,3 0 0 15,-3 0-3-15,2 0 0 0,0 0 1 16,-2-4 7 0,0 0-13-16,0 4 10 15,0 0 8-15,0 0-7 16,0 0-4-16,0 0 2 16,0 4-8-16,0-4-5 15,0 0-13-15,0 0-82 0,2-10-116 16,8-12-108-16</inkml:trace>
  <inkml:trace contextRef="#ctx0" brushRef="#br0" timeOffset="76499.66">13415 17679 568 0,'0'0'50'0,"0"0"-43"16,0 0-7-16,0 0 24 16,0 0 19-16,0 0 40 15,0 0 11-15,0 2 28 16,0-2-57-16,0 0-3 15,0 5-17-15,-5 1-23 0,-6 6-17 16,0 2 0 0,-5-1-10-16,1 6 11 0,-7-1-7 15,3-2 7-15,-2 2-9 16,2 4 10-16,2 1-4 16,3 0 5-16,3 4 2 15,5-6-10-15,6 2 2 16,0-9-4-16,0-1 4 0,17 0-4 15,8-7 1-15,8 2-2 16,5-4 5 0,3 1-2-16,-1-4 0 0,-3 3 2 0,-1 4-4 15,-9-2 6 1,-3 2-8-16,-3 0 11 16,-6 7-14-16,-2-2 5 15,-4 5 2-15,-4 1-3 16,-5 2 6-16,0 2-1 15,0-2 1-15,-19-3-3 16,-4 4 6-16,-8-4-12 16,-2 0 4-16,0-3-9 15,2-8-25-15,7 2-27 0,4-4 1 16,4-5 37 0,5 0-96-16,2-5-64 0,5-17 56 15,-1-12-161 1</inkml:trace>
  <inkml:trace contextRef="#ctx0" brushRef="#br0" timeOffset="76782.64">13415 17788 655 0,'0'0'140'16,"0"0"-65"-16,0 0 77 0,0 0-71 0,0 0-17 15,127-26-55-15,-100 26-4 16,2 0-5-16,2 0-74 15,0 0-128-15,-5-4-262 0</inkml:trace>
  <inkml:trace contextRef="#ctx0" brushRef="#br0" timeOffset="77349.5">14268 18063 1049 0,'0'0'18'0,"0"0"50"0,0 0 8 0,0 0-39 0,129 0-15 0,-88-9-15 0,-6 0-6 16,1-1 3 0,-10 2-8-16,-1 2-17 0,-8-3-41 15,-3 6-142 1,-3-1-193-16</inkml:trace>
  <inkml:trace contextRef="#ctx0" brushRef="#br0" timeOffset="77629.82">14433 17820 867 0,'0'0'214'15,"0"0"-196"-15,0 0 38 16,0 0-50-16,0 0-6 16,134-8-68-16,-108 2-44 15,-3-2-101-15,-10 8 10 0,-4 0-319 16</inkml:trace>
  <inkml:trace contextRef="#ctx0" brushRef="#br0" timeOffset="78349.45">15003 17730 502 0,'0'0'480'0,"0"0"-450"0,0 0-6 16,0 0 33-16,0 0-28 0,0 0 3 15,102-38-25 1,-77 36 16-16,-5-2-23 0,-1 4 0 16,-6 0-5-1,-7 18-5-15,-6 18-6 0,0 4-48 16,0 10 4-1,-19-1-72-15,-6 1 80 0,-2 2 14 16,2-8 38 0,3-4 29-16,7-7 52 0,1-9 35 15,7-9-47 1,7-4 10-16,0-8-66 0,0 1 9 16,0 3-15-16,14-6 7 15,8 1 8-15,5 2 9 16,-3 4 10-16,-1-2-16 15,2 6 7-15,-2-2-30 16,2 2 1-16,0-2-3 16,0 5-5-16,-4-8-34 15,-3 4-1-15,3-11-6 16,-6 0-59-16,-3 0-137 0,-6 0-95 16</inkml:trace>
  <inkml:trace contextRef="#ctx0" brushRef="#br0" timeOffset="79235.86">15587 17762 372 0,'0'0'136'0,"0"0"-15"0,0 0 12 15,0 0 20-15,0 0-20 0,0 0-62 16,0-8-20-1,-15 16-46-15,-3 3 10 16,-1 6-12-16,2 1 16 16,3-2 19-16,1-2-11 15,7 4 5-15,-4 0-26 16,2 0 10-16,3 1-11 0,5-5-10 16,0-6 10-1,0 0-10-15,0-2 1 0,5-2 4 16,11 4 4-16,3 1-1 15,4 0 9-15,3 1-7 0,-5-2-10 16,0 2 0 0,-2-3-29-16,-4 4 34 15,-1 1 0-15,1-2-3 16,-3 8 2-16,-6-2-1 16,-2 9 2-16,-4 0-4 15,0 5 0-15,0 3 0 0,-4-2 4 16,-12 8-1-1,-3-8-9-15,-4-4-6 0,0-10 9 16,2-11-26-16,0-1 3 16,-1-5-4-16,0 0-18 15,6 0-1-15,5-9-9 16,2-12 29-16,2-8-277 16,3 2-158-16</inkml:trace>
  <inkml:trace contextRef="#ctx0" brushRef="#br0" timeOffset="79783.37">15567 17794 730 0,'0'0'215'0,"0"0"-92"0,0 0-37 0,0 0-6 0,0 0 0 15,0 0-46-15,0 0 12 16,132-50-36-16,-105 46 0 16,-4 0-9-1,0-2-2-15,2 2-32 0,-5 1-35 16,-5-6-8-16,-1-1-124 15,-8 6-340-15</inkml:trace>
  <inkml:trace contextRef="#ctx0" brushRef="#br0" timeOffset="86579.66">16470 18333 93 0,'0'0'299'15,"0"0"-229"-15,0 0-18 0,0 0-39 0,0 0 17 16,0 0-10-16,0 0-13 16,0 0 0-16,15-120 65 15,-15 102 7-15,0-4 7 16,0 4-39-16,-2 6-39 15,-1 2-8-15,1 6-13 0,2 4-1 16,0 0-3 0,-2-4 14-16,2 1 6 0,0-8 19 31,-2 4 0-31,2-4-8 0,-4 3 22 16,4 6 14-16,0 2 18 15,0 0-22-15,0 0 25 0,0 0-48 16,0 0-8-1,0 0-13-15,0 0-2 0,0 18 0 16,0 6 2-16,0 6 3 16,0 7 3-16,0-2-6 15,6 5 8-15,-4 5-15 16,0-14 12-16,3-12-5 16,1-11-2-16,8-8-1 15,17-22 0-15,13-37 1 16,21-21 21-16,24-14-17 15,5-12-8-15,7 3-5 16,-6 5-21-16,3 8-29 16,-2 18-74-16,-11 19-356 15,-12 26 303-15</inkml:trace>
  <inkml:trace contextRef="#ctx0" brushRef="#br0" timeOffset="143245.91">1601 16704 9 0,'0'0'83'0,"0"0"-32"0,0 0-51 15,0 0-1-15,0 0-10 16,0 0 11-16,0 0 6 16,0 0 49-16,21 23-3 15,-21-19-37-15,2-4-15 16,-2 0-2-16,4 0-25 15,-4 0 4-15,0 0 23 16,0 0 44-16,0 0 27 16,0 0-4-16,0 0-15 15,5 5-34-15,-5-5 1 16,2 0-19-16,-2 0-21 16,0 0 1-16,2 0 20 0,-2 0 41 15,0 0 31 1,0 0-16-16,0 0-24 0,0 0-7 15,0 0-20-15,0 0-5 0,0 0-7 16,0 0-7 0,0 0 8-1,0 0 6-15,0 0 2 0,0 0 16 16,0 0-1-16,0 0-13 16,0 0-4-16,0 0 1 15,0 0 10-15,0 0-6 16,0 0 21-16,0 0-8 0,0 0 0 15,0 0 7 1,0 0-20-16,0 0 9 16,0 0-5-16,0 0 14 0,0 0-18 15,0 0 29-15,0 0-26 16,0 0 8-16,0 0 13 16,0 0-12-16,0 4 14 15,0-4-30-15,0 3 11 16,0 3-7-16,0-1-4 15,0-1 7-15,0 0-7 0,0-3 7 16,0 4 4 0,0-1 3-16,0 0-12 0,0 0 2 15,0-4-2 1,0 4 11-16,0-4-7 16,0 0 34-16,0 0-11 15,0 0-3-15,0-4-21 0,0-14-1 16,12-13 27-16,9-8-7 15,0-5-5 1,1-3-14-16,-5 2-12 16,4 6 9-16,-6 3-8 0,-1 10-7 15,-5 0-27-15,-1 12-20 0,-6 4-36 16,0 6-62 0,-2-4-8-16,0 3-49 0,0 4-138 15</inkml:trace>
  <inkml:trace contextRef="#ctx0" brushRef="#br0" timeOffset="143529.46">1614 16348 621 0,'0'0'69'0,"0"0"30"0,110 143 9 0,-70-91-60 16,-7 3-1 0,4-2-36-16,-4-5-10 0,-4 2-1 15,-1-6-13 1,-3-7 13-16,-5-5-94 0,-7-7-105 15,-3-12-355 1</inkml:trace>
  <inkml:trace contextRef="#ctx0" brushRef="#br0" timeOffset="144179.56">2198 16651 801 0,'0'0'178'0,"0"0"-173"0,0 0 25 16,0 0-16-16,130 62-7 0,-94-53-3 15,1-9-8-15,-5 0-8 16,-8 0 9-16,-1 1-34 15,-6-1-39-15,-1 3-227 16,-7-3 106-16</inkml:trace>
  <inkml:trace contextRef="#ctx0" brushRef="#br0" timeOffset="144395.79">2243 16495 937 0,'0'0'109'15,"0"0"-91"1,0 0-16-16,0 0 3 0,134 36 10 16,-99-36-9-1,-4 0-12-15,-6 0 1 16,0-6-17-16,-3-10-96 15,-2 2-130-15</inkml:trace>
  <inkml:trace contextRef="#ctx0" brushRef="#br0" timeOffset="145461.88">3016 16343 746 0,'0'0'11'0,"0"0"57"0,0 0-13 0,0 0-19 16,0 0 9-16,0 0 20 16,32-19 20-16,-12 6-31 15,4 0-22-15,-4 8-18 16,3 5-9-16,-8 0-5 16,1 1-5-16,-5 26 2 15,-5 0-17-15,-4 13 5 16,-2 9-26-16,0-1 27 15,-15 10-2-15,-7 0 15 16,-1 0 2-16,4-4 13 16,5-5-4-16,7-13 5 15,3-14 9-15,4-8-16 16,0-6 1-16,11-8-2 0,16 0-5 16,10 0-1-1,8-20 26-15,5 2-23 16,-4 4 23-16,-6 8-19 0,-4 6-5 0,-8 0 0 15,3 0 0 1,-6 9-2-16,-4 6-1 0,-3 3-13 16,-7-2-57-1,-5 2-75-15,-6-4-224 16</inkml:trace>
  <inkml:trace contextRef="#ctx0" brushRef="#br0" timeOffset="160379.75">3976 16441 353 0,'0'0'25'0,"0"0"20"0,0 0 50 15,0 0-48-15,0 0-10 16,0 0 11-16,0 0 28 16,0 0-33-16,11 44-3 15,-8-44-16-15,-3 0-8 16,0 2 7-16,0 0-6 16,0 0 31-16,0 2-36 15,0 0 18-15,0 3-8 16,0 4-3-16,0 3-12 15,0 4 7-15,0 8-1 16,0 0-13-16,0 10 3 16,0 0 3-16,0 0-12 15,5-9 5-15,-3-9-17 16,4-14-64-16,1-4-73 16,-3-22-47-16,-2-18-229 15</inkml:trace>
  <inkml:trace contextRef="#ctx0" brushRef="#br0" timeOffset="160715.75">3968 16499 590 0,'0'0'240'0,"0"0"-222"0,0 0-15 16,0 0 36-16,0 0 35 15,0 0-47-15,64 18 5 16,-51-18-24-16,-1 0 12 15,1 0-19-15,1 0-1 0,1 0 0 16,1 0-11 0,1 0-29-16,-1 0-94 15,-5-11-3-15,2 4-123 16</inkml:trace>
  <inkml:trace contextRef="#ctx0" brushRef="#br0" timeOffset="161479.41">3970 16527 505 0,'0'0'31'0,"0"0"2"0,0 0-11 16,0 0 14 0,0 0 29-16,0 0-18 0,0 0 44 15,0 0-14-15,0 2 15 16,0-2-48-16,0 0-14 15,0 0-17-15,9 0 19 0,5 0 2 16,1 0-33-16,3 0 4 16,3 0 1-1,4 0-12-15,0 0-28 0,2-8-16 16,0-7-119 0,2 4-118-16,-6-3-331 0</inkml:trace>
  <inkml:trace contextRef="#ctx0" brushRef="#br0" timeOffset="162114.21">4574 16397 37 0,'0'0'501'0,"0"0"-490"0,0 0 19 0,0 0-13 16,0 0 14-16,0 0 41 15,-5 44-25-15,3-26 16 16,0 4-2-16,2 1-17 16,0 0-29-16,0-1 5 15,2 0-12-15,12-6-3 0,-1-5 5 16,1-4-1-16,1-6 0 15,1-1-1 1,-1 0 17-16,5 0-6 0,-5-1 17 16,6-21-13-16,-3-7-13 15,-3-8 19-15,-2-3-15 0,-3-8-14 16,-4 2 13 0,-6 1-18-16,0 5 5 0,0 0-12 15,-16 12-11 1,-3 2 12-16,-4 8 4 0,-2 9-20 15,6 6 21 1,-2 3 9-16,1 7-8 0,-1 20-11 16,0 9 14-16,3 0-26 15,9 5 4 1,5-1-11-16,4-4-39 0,0 4 5 0,0 0-107 16,0 0-232-1</inkml:trace>
  <inkml:trace contextRef="#ctx0" brushRef="#br0" timeOffset="162709.53">5075 16397 415 0,'0'0'67'0,"0"0"16"0,0 0 18 0,0 0 1 16,0 0-40-16,0 0-17 16,7 90-10-16,-3-60-1 15,5 1-18-15,0-4-12 16,2-1 8-16,0-4-10 0,3 1 11 15,-1-10-11-15,7-3 0 16,3-10-2-16,0 0-18 16,4-14-126-16,-2-18 46 15,-7-8-41-15,-9-8-196 0</inkml:trace>
  <inkml:trace contextRef="#ctx0" brushRef="#br0" timeOffset="163209.77">5080 16194 478 0,'0'0'250'0,"0"0"-225"0,0 0 16 0,0 0 16 15,0 0-2-15,0 0-29 16,2-4-22-16,-2 0 0 15,0 4 35-15,0 0-12 0,0 0-9 16,2 0-18-16,0 0-4 16,4 0-49-16,0 0-48 15,-2 0-186-15</inkml:trace>
  <inkml:trace contextRef="#ctx0" brushRef="#br0" timeOffset="-213427.1">17104 13796 616 0,'0'0'20'0,"0"0"-15"0,0 0 3 0,0 0 19 16,0 0 25-16,0 0 17 15,0 0 52-15,0 0-1 16,-13 14 21-16,11-18-56 0,0-19-38 16,-3-13-30-1,1-12 21-15,-1-11-10 0,5-8-21 16,0-7 10 0,0 2-4-16,0 9 1 15,0 1-8-15,0 13-12 16,0 4 5-16,0 5-23 0,7 6-30 15,4 4-10-15,0 6-9 0,1 10-56 16,-4 12-66 0,-6 2-171-16</inkml:trace>
  <inkml:trace contextRef="#ctx0" brushRef="#br0" timeOffset="-212847.07">17211 13230 700 0,'0'0'118'0,"0"0"-13"0,0 0-12 16,0 0-41-16,0 0-21 0,0 0 15 16,13 0-33-1,3-14 19-15,2-2 3 0,-2 0-8 16,9 4-26-1,-2 4 12-15,-5 8-4 0,1 0-8 16,-4 0-1 0,-7 13 2-16,4 10-12 15,-12 13-6-15,0 6-7 0,0 8-12 16,-8 5 17-16,-11-3 11 16,-5 0 0-16,3-4-5 15,0-4 12-15,5-5 1 16,9-7 16-16,7-6 20 15,0-8-28-15,0-3 7 16,16-8-10-16,12-7 16 16,9 0-3-16,3-7 3 15,-1-8 11-15,-3 5-20 16,-9 3 0-16,-9 6-12 16,-5 1-2-16,-3 0-24 0,-2 0-24 15,-4 0-40-15,3 0-58 0,-5-7-98 31,-2 0-99-31</inkml:trace>
  <inkml:trace contextRef="#ctx0" brushRef="#br0" timeOffset="-212277.09">17590 12823 652 0,'0'0'32'0,"0"0"-19"0,0 0 11 0,0 0 22 0,0 0-6 15,0 0 19-15,54 45 41 16,-44-19-36-16,0 3 17 16,-1 7-17-16,1 11-24 15,4 7-16-15,-3 6 7 16,0 4-6-16,1 0-16 0,-1 0-6 16,-1 1 2-1,-2-1-1-15,-4 0-1 16,3-5-5-16,-1 0 10 0,0-9-16 15,4-5-6-15,-3-11-23 16,-3-10 35-16,2-9-42 16,-1-4-5-16,-5-7-77 15,0-4-104-15,0-4-192 16</inkml:trace>
  <inkml:trace contextRef="#ctx0" brushRef="#br0" timeOffset="-211747.06">17997 13375 824 0,'0'0'132'0,"0"0"-44"0,0 0 46 15,0 0-52-15,0 0-54 16,119-9-5-16,-90 2-23 16,-2-1 0-16,-1-2 3 15,-5 2-2-15,-8 2-2 16,-2 0-27-16,-4 6-4 0,-5-2-142 16,-2-5 101-1,0 4-214-15</inkml:trace>
  <inkml:trace contextRef="#ctx0" brushRef="#br0" timeOffset="-211515.57">18024 13130 1023 0,'0'0'72'16,"0"0"-8"-16,0 0-12 16,0 0-49-16,116 4-6 0,-87-4-27 15,-2 0-64-15,-4 0-74 16,-10-10-83-16,3 2-417 16</inkml:trace>
  <inkml:trace contextRef="#ctx0" brushRef="#br0" timeOffset="-210811.15">18446 12869 712 0,'0'0'93'0,"0"0"34"0,0 0-22 0,0 0 1 15,0 0-59-15,0 0-8 16,73-33-25-16,-46 29-2 16,0 4-7-1,-5 0-2-15,-5 0-3 0,-3 5 3 16,-5 19-13 0,-3 6-9-16,-6 5 7 15,0 9-34-15,0 2-31 16,-15 4 40-16,-7-2 12 0,1-2 22 15,2-3 3-15,3-3 2 16,3-11-2-16,11 1 27 16,2-11-27-16,6-6 10 15,28-8 15-15,11-5-13 16,7 0 22-16,9-17-22 16,1-4-2-16,0-3 5 15,-6 4-5-15,-8 6-4 0,-11 11-11 16,-12 3 5-16,-12 0-21 15,-7 14-61-15,-6 4 14 16,0 7-117-16,0-3-21 16,-6-4-25-16</inkml:trace>
  <inkml:trace contextRef="#ctx0" brushRef="#br0" timeOffset="-196357.42">2620 17852 323 0,'0'0'99'0,"0"0"-98"16,0 0 47-16,0 0 9 15,0 0 8 1,0 0 3-16,0 0 7 0,0 0 5 16,-3-4 0-16,3 4-20 15,-2 0 10-15,2 0-63 16,0 0 25-16,0 0-14 16,0 0 3-16,0 0-9 15,0 0 9-15,0 0 12 16,0 0-31-16,0 0 27 15,0 0-28-15,0 0 8 16,7 0-5-16,15 0 4 0,7 0-7 16,0-6 2-16,5-2-3 0,-5-2 0 15,-2 3-3 1,-4-2-11-16,-4 3 9 16,-6-2-63-16,-4 4-41 15,-5-2-93-15,-4 2-40 16</inkml:trace>
  <inkml:trace contextRef="#ctx0" brushRef="#br0" timeOffset="-195947.26">2665 17652 569 0,'0'0'181'0,"0"0"-172"16,0 0 22-16,0 0 22 0,0 0-1 16,0 0 33-16,59 0-51 15,-39 0-5-15,-4 0-29 16,4 0 7-16,-2 0-7 15,-1 0-14-15,-1 4-67 0,0-4-110 16,-5 0-176 0</inkml:trace>
  <inkml:trace contextRef="#ctx0" brushRef="#br0" timeOffset="-194893.77">1882 18177 264 0,'0'0'142'0,"0"0"-110"15,0 0 68-15,0 0-36 16,0 0 12-16,0 0-9 0,-2 0 1 0,2 0-18 15,0 0 33 1,0 0-16 0,0-12-16-16,0-2 9 0,6-4-30 15,6-9 2-15,1 0-16 16,0-7 11-16,5 1-21 16,3 2 15-16,-2-5-20 0,4 2 1 15,-1 2-2 1,-2 1 0-16,-2 7-10 15,0-2-2-15,-5 8 8 0,-4 0-58 16,0 6-11-16,-4 2-65 16,-3 0-48-16,2-2 5 15,-4 4-64-15</inkml:trace>
  <inkml:trace contextRef="#ctx0" brushRef="#br0" timeOffset="-194597.11">1915 17670 429 0,'0'0'125'0,"0"0"-124"0,0 0 86 0,0 0-11 0,0 0-17 16,112 138-19 0,-76-94-26-16,-3 1 8 0,-4-9-5 15,-4-7-4 1,-6-4-12-16,-5-3-2 16,-5-6-28-16,3-10-42 15,-12-6-83-15,0 0-224 0</inkml:trace>
  <inkml:trace contextRef="#ctx0" brushRef="#br0" timeOffset="-193897.11">2109 17499 558 0,'0'0'3'0,"0"0"41"16,0 0-9-16,0 0 26 15,0 0-33-15,0 0-22 16,54-26-2-16,-40 26 10 15,-1 0 21-15,-3 4-26 16,0 8-9-16,-4 7 9 16,1 9-6-16,-3-2 2 15,-4 5-3-15,2 0 5 16,-2-3-6-16,0-6 5 16,0-10 16-16,3-2 23 0,4-6-26 15,-1-4 14 1,10 0-31-16,4 0 27 15,3-8 4-15,3-5 35 0,-4-2-46 16,1 1-19-16,-3 1-3 16,-7 5-38-16,-1-1-10 15,-6 9-74-15,1 0 43 16,-3 0-49-16,-4 0-82 0</inkml:trace>
  <inkml:trace contextRef="#ctx0" brushRef="#br0" timeOffset="-192177.11">3464 17629 573 0,'0'0'32'0,"0"0"1"15,0 0 36-15,0 0-18 0,0 0-12 32,0 0-12-32,0 0-11 0,47-36 16 0,-31 30-29 15,-5 6 2 1,0 0-5-16,-5 0-6 16,-1 19-10-16,-5 12 11 15,0 11-20-15,0 5-2 0,0 3 17 16,-11 3-1-16,-5 1 5 0,0-4 12 15,8-10 8 1,1-8 0-16,7-12 9 16,0-14-23-16,0-6-4 15,2 0 3-15,18-6 1 16,2-15 71-16,3-2 7 16,0 9-16-16,0 2-28 15,-6 8-22-15,1 0-8 16,-2 4-8-16,0 0 3 15,0 0-16-15,-3 0 3 16,1 0-10-16,-3 0-12 16,-4 0-167-16,-5 0-67 15</inkml:trace>
  <inkml:trace contextRef="#ctx0" brushRef="#br0" timeOffset="-191346.8">3698 17375 465 0,'0'0'105'0,"0"0"-103"0,0 0 86 15,0 0-26-15,0 0 21 16,0 0-42-16,18-46 14 16,-9 38-1-16,-1 4 1 15,2 4-55-15,-1 0-5 16,-1 8-16-16,-1 15 21 16,0-2-14-16,-2 3-6 15,1-2-7-15,-4 0 17 16,-2-4 10-16,0 0 3 15,0-5 6-15,0-4 10 16,0-5-14-16,5 1 12 0,1-5-17 16,4 0 21-1,0 0-12-15,11 0 8 16,-6-5-15-16,1-5 7 16,-1-2-9-16,-3 8-1 15,1-2-15-15,-2 6-61 0,3 0-22 16,1-4-50-16,1 0-107 0</inkml:trace>
  <inkml:trace contextRef="#ctx0" brushRef="#br0" timeOffset="-190736.95">4423 17504 236 0,'0'0'427'0,"0"0"-416"0,0 0 67 0,0 0-11 15,0 0-26-15,0 0 19 16,-14 0-23-16,14 0-16 15,0 26 25-15,0 2-30 16,0 12 8-16,0-1-22 16,0 3-4-16,0-3-10 0,6-7-1 15,-1-2-9 1,2-2 1-16,-5-6 3 0,5-4-62 16,-3-2 28-16,-2-6-45 15,-2-5-26-15,0-5-103 16,0 0-88-16</inkml:trace>
  <inkml:trace contextRef="#ctx0" brushRef="#br0" timeOffset="-190496.93">4264 17736 437 0,'0'0'285'0,"0"0"-276"0,0 0 10 16,0 0 13-16,0 0 4 16,0 0 7-16,101 0-3 15,-70 0-19-15,0 0-19 0,-10-10-2 16,9 2-2 0,-10-6-44-16,-2 2-84 0,-5-6-218 15</inkml:trace>
  <inkml:trace contextRef="#ctx0" brushRef="#br0" timeOffset="-189947.02">4774 17700 295 0,'0'0'109'0,"0"0"8"16,0 0-32-16,0 0-24 16,0 0-17-16,0 0 4 15,79 90-14-15,-64-86-12 16,-1 4 9-16,1-4 1 16,1-2 26-16,-3-2 7 15,2 0-37-15,-1 0-11 16,1 0 9-16,-1-18-12 15,-1-14 26-15,1-8-4 0,-8 1-11 16,-4-3-12-16,-2 3-6 16,0 3-7-16,-13 4-6 15,-3 10-10-15,-2 3 3 16,-1 11 7-16,0 4-9 16,0 4 11-16,-1 0-11 15,-1 27 11-15,2 8-10 16,3 6-5-16,3-1-30 15,5-4-16-15,6-6-114 0,2-8-201 16</inkml:trace>
  <inkml:trace contextRef="#ctx0" brushRef="#br0" timeOffset="-189287.11">5090 17217 561 0,'0'0'12'0,"0"0"7"0,0 0 16 0,0 0-14 16,0 0 17-16,0 0 40 15,41-5-64-15,-30 5-11 16,-2 0 5-16,2 5-16 0,-6 9 3 15,1 9 2-15,-6-2-29 16,0-1 1-16,0 6-2 16,0 1 32-16,0-6 1 15,0-3 18-15,0 0 29 16,0-8-16-16,0-2-4 16,0-4-16-16,7-4 0 15,4 0-6-15,2 0 8 16,6-4 31-16,-4-10-12 0,1 6-31 15,-1-1-1 1,-1-4-4-16,-4 7-46 0,1-2-60 16,-1-1-125-16</inkml:trace>
  <inkml:trace contextRef="#ctx0" brushRef="#br0" timeOffset="-188736.87">5657 17696 780 0,'0'0'41'0,"0"0"-1"0,0 0 71 16,0 0-107-1,0 0 11-15,0 0-11 16,98-32-8-16,-87 32 3 16,-5-4-17-16,1 0-40 15,0-2-39-15,-5-2-72 16,-2 3-171-16</inkml:trace>
  <inkml:trace contextRef="#ctx0" brushRef="#br0" timeOffset="-188535.25">5616 17495 1030 0,'0'0'6'15,"0"0"-2"-15,0 0 23 16,0 0-23-16,0 0-8 16,116 13-17-16,-102-8-135 15,-7-5-110-15</inkml:trace>
  <inkml:trace contextRef="#ctx0" brushRef="#br0" timeOffset="-186317.15">6356 17205 264 0,'0'0'40'0,"0"0"10"15,0 0 55-15,0 0-19 16,0 0-2-16,0 0-27 0,0-10-25 15,0 6-8-15,0 4 56 16,0 0-33-16,0 0 8 16,0 0-7-16,0 0-7 15,0-4 0-15,0 4-18 0,0 0 26 16,0 0-15 0,0 0-15-16,0 4-13 0,0 14-6 15,0 14-10 1,0 8 8-16,0 8-23 15,-7-2-6-15,-1 2 27 16,-1-4-3-16,-1-3 2 16,2-6 10-16,4-6-10 15,-1-8 4-15,5-8-10 16,0-9 1-16,0-4-38 0,9 0 29 16,9-4 19-16,1-15 4 15,2 4 0-15,-4 1 13 16,-3 4-16-16,-1-2-2 15,1 6 0-15,-3 2-7 16,-1 0-2-16,0-1-10 16,-1 1 20-16,-3 3-2 0,-1-7-6 15,0 3-2 1,-3-5-8-16,0 7-2 16,-2-6 20-16,0 5 0 0,0-2-15 15,0-2-3 1,0 4-5-16,0-2 20 0,0 6 3 15,0 0 3-15,0 0-1 16,0 0-3-16,0 0 7 16,0 0-2-16,0 10 29 15,0 8-23-15,0 13 14 16,0 9-22-16,0-4 11 16,0 9-9-16,0-10 4 15,0 1-8-15,0-5 0 16,0-8-3-16,0-1-4 15,0-4-32-15,0-4-65 16,0-2-48-16,0-12-251 0</inkml:trace>
  <inkml:trace contextRef="#ctx0" brushRef="#br0" timeOffset="-184502.38">6844 17281 259 0,'0'0'104'0,"0"0"71"15,0 0-43-15,0 0-30 0,0 0-46 16,0 0-19-16,0 0-27 16,2 0 34-1,-2 0-3-15,4 0-18 16,0 12 9-16,-4 10-6 15,6 6 12-15,-4 4-25 0,2 2-3 16,1 2-6-16,-3 5-7 0,4-5 3 16,-3 0-11-1,2-10-17-15,-3-8-35 16,0-8-47-16,-2-10-61 16,0 0 9-16,0-6-138 0</inkml:trace>
  <inkml:trace contextRef="#ctx0" brushRef="#br0" timeOffset="-184232.72">6752 17486 376 0,'0'0'321'16,"0"0"-313"-16,0 0 119 16,0 0-33-16,0 0-51 15,114 0-13-15,-95-5-24 16,-2 1 3-16,-1-1-9 16,-3-4-6-16,-2 1-74 15,1 8-47-15,-2 0-83 16,-1 0-245-16</inkml:trace>
  <inkml:trace contextRef="#ctx0" brushRef="#br0" timeOffset="-183636.91">7232 17467 538 0,'0'0'72'0,"0"0"-61"0,0 0-4 16,0 0-6-16,0 0 5 15,0 0-6-15,0 0 48 16,0 64 21-1,6-59-5-15,5-2-32 0,3 1 21 16,11 1-25-16,-1-5 2 16,5 0-6-16,-3 0-24 15,1-17 49-15,-2-6-41 16,-5-12 21-16,-4-7-21 16,-6-10 23-16,-2-2-25 0,-8 6-3 15,0 2-1 1,0 2-4-16,-18 12 1 0,-14 1-14 15,-3 18 15-15,-3 4-31 16,-3 9 29-16,6 13-13 16,2 27 4-16,6 6-8 15,5 7 14-15,8-3 2 16,8-3-132-16,1-11-152 16</inkml:trace>
  <inkml:trace contextRef="#ctx0" brushRef="#br0" timeOffset="-181707.51">7851 17459 758 0,'0'0'9'0,"0"0"19"16,0 0 54-16,0 0-5 15,0 0-41 1,0 0 9-16,129 0-22 0,-108 0-2 16,-6 0 8-16,5 0-15 15,-7 0-14-15,-1 0-6 16,-3 0-31-16,-5 0-143 15,-4-5-148-15</inkml:trace>
  <inkml:trace contextRef="#ctx0" brushRef="#br0" timeOffset="-181337.13">7818 17351 698 0,'0'0'82'0,"0"0"16"0,0 0 28 0,0 0-105 0,0 0-18 15,133 0-1-15,-108 0-4 0,-5-3-28 16,0-2-31-1,-6 1-139-15,-8 4-362 16</inkml:trace>
  <inkml:trace contextRef="#ctx0" brushRef="#br0" timeOffset="-180371.29">8419 16826 488 0,'0'0'26'0,"0"0"-3"0,0 0 2 16,0 0-23-16,0 0 18 15,0 0 38-15,2 34 41 0,1-13-14 16,-3 8-18-16,0 1 0 0,0 3-46 31,0 6 10-31,0 1-24 0,0 6 10 16,-5-2-16-16,-1-7 13 15,-3-4 0-15,5-4-5 0,-1-11 8 16,5-6-16 0,0-2-1-16,0-6 8 0,0 0-19 15,0-4 13 1,13 0-9-16,5 0 14 0,4 0-6 15,1 0 1-15,-3 0-1 0,-1 0-2 16,6-4 6 0,-9 0-11-16,4 0 13 0,-2-2-14 15,-5 2 2 1,1-1 4-16,-8-3-79 0,3-1 74 16,-9-5-8-1,4-5 8-15,-4 8 6 16,0-3-40-16,0 4 35 15,0 1 4-15,0 6-4 16,0 3 0-16,0 0 4 0,0 0 1 16,0 0 2-1,0 0 9-15,-4 0-10 16,4 12 15-16,0 12-12 16,-2 2 15-16,2 9-16 15,0 9 29-15,0 6-26 16,0 7 16-16,0-7-13 0,0 0-7 15,0-1 14-15,0-9-14 16,0 0 2-16,0-12 3 16,2-6-8-16,-2-6 5 0,4-10-8 15,4-2-22 1,-4-4-104-16,0 0-19 16,0 0-56-16,1-8-87 15</inkml:trace>
  <inkml:trace contextRef="#ctx0" brushRef="#br0" timeOffset="-174943.53">8271 17570 507 0,'0'0'185'0,"0"0"-141"0,0 0 60 16,0 0-19-1,0 0-60-15,0 0-16 0,0 0-6 16,28 23-3-16,-25-18 9 16,1 3 13-16,-2-2 27 15,3 6-27 1,-3-6 9-16,0-2-31 15,-2-1 4-15,2-3-3 0,-2 0-1 16,0 0 4-16,0 0-2 16,0-7 19-16,0-11-11 15,-4-14 14-15,-12-5-19 16,-2-7-10-16,-4-6 2 0,-3-6-6 16,3-4-5-1,-2-6 8-15,6-4 2 0,5 6 8 16,8 1 5-1,3 10-9-15,2 0 16 0,0 7-16 16,0 2 7-16,7 4-7 16,6 8 1-1,-2 2-1-15,4 4 5 16,1 3 17-16,4 4-13 0,9-4 17 16,6-3-15-16,11-6 9 15,12-8-17-15,-3 0 3 16,-4 3-6-16,-10 12-1 15,-13 11-28-15,-8 14-63 16,-4 0-17-16,-16 18-183 16,0 18-282-16</inkml:trace>
  <inkml:trace contextRef="#ctx0" brushRef="#br0" timeOffset="-174192.83">8130 18473 727 0,'0'0'88'0,"0"0"-38"0,0 0 109 16,0 0-123-16,0 0-13 0,122-81-22 15,-99 72 8 1,-6 2-9-16,-1 1-6 15,-3-2-10-15,1 2-59 16,-7-2-80-16,-7-7-106 16</inkml:trace>
  <inkml:trace contextRef="#ctx0" brushRef="#br0" timeOffset="-173997.29">8141 18177 858 0,'0'0'10'15,"0"0"30"-15,0 0 57 0,0 0-61 16,0 0-27 0,0 0-9-16,107-12-55 15,-94 12-109-15,1 0-138 16</inkml:trace>
  <inkml:trace contextRef="#ctx0" brushRef="#br0" timeOffset="-173293.96">8651 18023 332 0,'0'0'285'0,"0"0"-242"0,0 0 40 0,0 0-18 0,0 0 32 0,0 0-20 16,65-32-33-16,-45 18-17 15,4 4-11-15,-8-2 2 16,2 8-17-16,-5 4-2 16,-4 0-10-16,0 11 3 0,-4 18-20 31,-5 11 15-31,0 4-25 0,0 3 16 15,0 0 19-15,-10 7 3 16,6-1 29-16,-1-3 16 16,5 0 8-16,0-16 0 15,0-4-25-15,5-14-25 16,19-14 2-16,12-2-2 0,9-12 6 16,8-15 24-16,5-12-22 15,2 2 36-15,-2 16-35 16,-11 3-12-16,-13 12 4 15,-15 6-4-15,-3 0-8 16,-9 14-17-16,-7 13-30 16,0 13-99-16,0-9-157 15</inkml:trace>
  <inkml:trace contextRef="#ctx0" brushRef="#br0" timeOffset="198272.72">1414 10618 358 0,'0'0'33'0,"0"0"40"0,0 0-13 0,0 0-23 16,0 0-7-1,0 0 22-15,0 0-52 16,0 0 6-16,0 0-15 16,0 0 19-16,0 0-21 0,-87-43 10 15,85 43-23 1,-2 0 21-16,2 0 1 0,0 0 4 15,-3-1-1-15,3 1-1 0,-1 0 10 16,1 0-11 0,2 0 8-16,0 0-1 0,0-3 7 15,-2 3 21 1,-1 0-32-16,3 0-1 0,-4 0-1 16,2 0 8-1,-2 0-4-15,2 0-3 0,-1 0 17 16,3 0-14-1,0 0 2-15,0 0-3 0,0 0-5 16,0 0 2-16,0 0 0 16,0 0 10-16,-2 0 5 15,0 0 25 1,0 0-39-16,-1 0 21 0,1 0-20 16,-3 0-4-1,5 0-4-15,0 11 6 0,0 4-2 16,0 3 7-16,0 3-10 0,0 0 12 15,0 8-5-15,0 5-1 16,0 2 24-16,0 4-24 16,0-6 8-1,10-6-9-15,-1-4 6 0,-3-3-12 16,3-2 12-16,-2 2-9 16,2-6 10-16,-5 8-9 15,0-7 4-15,3-2-4 16,-3 1 2-16,4 2 0 15,-4-1 4 1,0 1-1-16,-2 0-4 0,0-3 13 16,3 0-24-16,-3 2 18 15,0-2-10-15,3 3 4 0,0-4 0 16,1 1-6 0,1-2 2-16,7 0 0 15,-4-2 8-15,3 0-12 16,1-4 11-16,1 0-7 15,4-1 8-15,-6-2 4 16,5 2-6-16,-5 2 13 0,5 1-7 16,-1 5-3-16,6-2 21 15,-3 0-17-15,5-6 10 16,-1 4-16-16,2-9-1 16,1 0 6-16,-2 0-10 15,-5 0 2-15,-2 0 0 16,-2 0-1-16,-1 0 4 15,5 1-6-15,-2 3 8 16,2 2 15-16,2-3-19 16,3-2 3-16,1 3-4 15,3-1-2-15,-2-3 1 0,0 0 2 16,4 0-2-16,-2 0 7 16,2 0-13-16,0 0 17 15,1 0-16 1,7 0 12-16,4 0-9 0,9 0 3 15,-4 0 0-15,2 0-4 0,-6 0 8 16,-6 0-14 0,0 0 23-16,0 0-13 15,-1 0 3-15,-1 0-1 16,5 0-2-16,3 0-2 0,0 0 0 16,3 0 4-1,3-7-4-15,-6 0 15 16,0 0-23-16,-3 1 21 15,1 2-18-15,3 4 14 0,-3-1-11 16,2-3 4-16,-1-4 0 16,1 5-2-1,10-4 7-15,-5 4-10 0,2 2 14 16,-4 1-9-16,-3 0 5 16,-1 0-6-16,-1 0 1 15,-2 0 0-15,-3 4-5 16,0-4 13-16,1 4-19 15,-1-3 24-15,1 1-17 16,5 4 15-16,-1 3-19 16,9 1 10-16,0-1-3 0,3 5 1 15,-3-1 0 1,-2-4-4-16,-4 1 16 16,-5-1-24-16,-1-4 25 0,2-1-20 15,-3-2 15-15,-1 1-13 16,6-3 6-1,2 0-1-15,4 2 0 0,2 6 5 16,0-2-10-16,3 0 10 16,-8-2-8-16,8 1 14 15,-3 0-15-15,-4 0 5 0,0 1-2 16,-7-1 0 0,0-5 1-16,-1 4-4 0,0-4 8 15,3 0-13 1,0 0 25-16,1 0-21 15,3 0 14-15,-1-4-15 0,-3-1 6 16,3 2 0-16,-7-3 0 16,0 2 9-16,-3-4-18 15,-6-1 23-15,0 4-21 16,-8-5 10-16,6 2-6 0,-8 0 5 16,1-2-4-1,3 1 2-15,1 1 0 16,2-1-3-16,13 0 8 15,-3 1-8-15,-3-2 14 16,-2 4-14-16,-6 1 12 16,-6 1-14-16,2-1 7 15,-6 5-2-15,3-3 0 16,-2 3-2-16,-1 0-7 16,6 0 18-16,0-3-15 0,2 1 15 15,1-3-17 1,-3-2 16-16,2-3-12 0,-2 2 4 15,-1 1-3-15,0-1 2 0,2 3 2 16,-1 1-6 0,6-2 14-16,-8 4-15 15,3 2 15-15,-6-4-15 16,0-2 9-16,-6-2-3 16,0-1 1-16,-3-2 1 15,-3 5 6-15,2 0-4 0,1-2 7 16,0-1 1-1,2 1-19-15,-1-5 14 0,1 3-10 16,-1-6 3-16,-2-2 0 16,1-2-5-16,-3-6 7 15,-2 2-4-15,-2-1 4 16,0 2 9-16,0-4-9 16,0 4 17-16,0-8-19 15,0 1 8-15,0-5-8 16,0-2 0-16,-6 1-4 15,-7 2 12-15,-4-1-7 16,2 6 6-16,-1-1-11 16,1 1 8-16,1 8-8 15,1-2 4-15,-1 4 0 16,4 0 0-16,-1 0 2 0,-1-4-11 16,-1 5-4-16,-3 2 12 15,3 0-11 1,-5 2 7-16,3 4 8 0,-6 4-3 15,2-4 0 1,-1 2 2-16,-1-1-9 0,0 6 14 16,-4-1-21-16,0 4 28 15,-8 0-23-15,2 0 16 16,-5 0-14-16,0 0 7 16,-8 0 0-16,-1 0-1 15,-2 0-5-15,-7 0 1 16,8 0 1-16,-8 0-9 15,3 0 19-15,-6 0-12 16,-7 4 10-16,0-2-12 0,-1 6 7 16,3 2 1-16,2 0 14 15,2 0-8-15,3-4 4 16,1 1-1-16,-2-4-18 16,3 1 9-16,-2 0-7 15,-1-4-9-15,-4 4 16 16,-1-2-2-16,-1 8 2 15,-3 0-5-15,1 0 10 16,-4 0-6-16,-1 4 7 16,3-4-10-16,1 1 9 15,-6 0-5-15,-1-3 0 0,1-1-1 16,0-6 0 0,-1-1 2-16,10 0-5 0,4 0 16 15,-4 0-10 1,1 0-2-16,-1 2 1 0,3-2-1 15,-1 0-2-15,6 0-2 0,4 0-10 16,2 0 13 0,3 0 1-16,3 0-8 0,4 0 18 15,0 0-8 1,-2 0 2-16,0 0 0 16,5-2-4-16,-2-3 3 15,2-4-10-15,-3 1 15 16,5 0-18-16,1-1 18 15,-1 0-14-15,4 1 9 0,0 0-5 16,2 4 2-16,2-3 0 16,2 5-4-16,0-3 0 15,-2 4 1-15,-1-4 2 0,1 5-9 16,1 0 20 0,10 0-20-16,-1 0 17 15,1 0-10-15,-5 0 3 16,3 0-1-16,-5 0-4 15,-2 0 7-15,2 0-12 0,-3 0 14 16,1 0-10 0,1 0 9-16,-4 6-10 0,-4-1 7 15,-5-5-4-15,0 7-5 16,3-3 9-16,5 0-9 16,3 4 18-16,1-6-22 15,1 8 24-15,0-6-19 16,2 4 16-16,-3-4-2 0,2-4-6 31,0 3 2-31,1-3 4 0,5 0-4 16,-1 0 6-16,0 0-2 15,-2 0-12-15,1 0 13 0,5 0-14 16,1 0 7 0,1 0-9-16,-2 0-17 0,3 0-54 15,1 0-20 1,2-3-13-16,4-9-167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15T23:15:17.2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23229 1891 326 0,'0'0'99'0,"0"0"-32"0,0 0 24 16,0 0-40-16,0 0 26 16,0 0-52-16,0 0 15 15,0 0-2 1,0 0 6-16,0 0-8 0,0 0-14 16,0 0-1-1,0 0-1-15,0 0 15 16,0 0-13-16,0 0 22 0,0 0-11 0,0 0 16 15,0 0-33 1,0 0 9-16,0 0-12 16,0 0-3-16,0 0 0 15,0-8-10-15,10-2 23 16,7-3-23-16,10 4 14 16,4-4-11-16,4 3 22 15,1 5-21-15,3-4-4 16,-8 5-5-16,-7 4-11 15,-2 0 6-15,-11 0-28 0,-11 13 14 16,0 10-44-16,-2 5 63 16,-20 6-11-16,-5 4 7 15,0 4-24-15,-2 1-20 16,5 1 12-16,6-4 15 16,9-7 17-16,7-10 18 15,2-3-1-15,0-5-6 16,24-5 14-16,5-5-13 15,5-5 4-15,-1 0-7 16,3 0 1-16,-3 0 1 16,-2 0 1-16,-2-5 6 15,-6-2-9-15,-5 0-4 0,-5 4-68 16,-5-1-56-16,-5 3-39 16,-3-4 30-16,0 4 13 15</inkml:trace>
  <inkml:trace contextRef="#ctx0" brushRef="#br0" timeOffset="783.15">23316 2135 56 0,'0'0'486'0,"0"0"-423"0,0 0 0 16,0 0-19-16,0 0-36 0,0 0-1 15,0 0 0 1,0 0 48-16,0 0 45 0,0 0-40 16,0 0 26-1,0-2-51-15,0-1 20 16,7-4-32-16,13-3 0 16,3 4-5-16,-4-2-18 0,1 0-5 15,1 5-56-15,-2-6-35 16,2 3-94-16,-3 2-31 0,-5-2-395 15</inkml:trace>
  <inkml:trace contextRef="#ctx0" brushRef="#br0" timeOffset="1430.18">23927 2404 353 0,'0'0'216'0,"0"0"-149"0,0 0 81 15,0 0-49-15,0 0-28 16,0 0-32-16,0 0 9 15,0-56-1-15,0 28-33 0,0 0 29 16,0-2-42 0,0-3 14-16,0 3-13 0,0 8 9 15,-4 2-7-15,-6 12 1 16,1 4 6-16,1 0-11 16,5 4 0-16,3 0 11 15,0 0-25-15,0 0 5 0,-4 0-24 16,-3 12-33-1,0 8 10-15,-4 5-77 0,3-3-109 16</inkml:trace>
  <inkml:trace contextRef="#ctx0" brushRef="#br0" timeOffset="2114.06">24290 2235 750 0,'0'0'63'0,"0"0"56"0,0 0-15 0,0 0-68 15,0 0-29-15,0 0-14 16,115-41-23-16,-101 36-10 16,-7 4-38-16,1-4 8 15,-2 4 16-15,-4-4 20 16,-2-1-17-16,0-3-108 16</inkml:trace>
  <inkml:trace contextRef="#ctx0" brushRef="#br0" timeOffset="2330.3">24197 1996 866 0,'0'0'82'0,"0"0"38"16,0 0 0-16,0 0-54 15,0 0-56-15,137-39-10 0,-108 33-18 16,-6 4-57 0,-8-1-107-16,-5 1-95 15,-8-1-352-15</inkml:trace>
  <inkml:trace contextRef="#ctx0" brushRef="#br0" timeOffset="3574.25">25110 1764 652 0,'0'0'54'0,"0"0"47"0,0 0 2 16,0 0-72-1,0 0 17-15,0 0-8 16,22-22 50-16,-9 13-48 0,10 0 0 16,-5 1-25-1,1 2 2-15,-5 6-19 0,-10 0-22 16,1 11-12-16,-5 20-24 0,-5 9 47 15,-24 6-81 1,-6 7 21-16,-7-3 0 0,5 4 18 16,0 0 25-1,3-4 28-15,8-5 22 16,6-12 26-16,11-7 5 16,6-8-25-16,3-6 5 15,5-6-18-15,24-1 30 16,6-1-20-16,8 0 42 15,-1 0-48-15,-2 0-13 0,1 2-6 16,-10-1-32 0,-8 6-46-16,-15 1-133 0,-8-2-157 15</inkml:trace>
  <inkml:trace contextRef="#ctx0" brushRef="#br0" timeOffset="4129.85">25787 1808 785 0,'0'0'50'0,"0"0"94"0,0 0-83 15,0 0-49-15,0 0 53 16,0 0-54-16,-9 117 23 15,5-77-32-15,2 4 7 0,-3-1-3 16,1 0-6 0,-1-5 0-16,-4 0 0 0,1-3-3 15,1-6-3-15,2-4-9 16,-2-9-76-16,5-9 39 16,-2-7-100-16,0 0-4 15,-5 0-110-15</inkml:trace>
  <inkml:trace contextRef="#ctx0" brushRef="#br0" timeOffset="4364.14">25513 2069 527 0,'0'0'313'15,"0"0"-245"-15,0 0 118 0,0 0-79 16,149 22-68 0,-89-22-38-16,1 0-2 15,-8 0-9-15,-11-2-23 16,-8-4-116-16,-14 0-81 16,-2 0-205-16</inkml:trace>
  <inkml:trace contextRef="#ctx0" brushRef="#br0" timeOffset="5144.04">26244 1748 584 0,'0'0'150'0,"0"0"-3"0,0 0-36 0,0 0-61 15,0 0-37-15,0 0 35 16,29 3-15-16,-11 3 4 16,4 0-37-16,-4 1 10 15,-3 1-5-15,-5 6-10 16,-6 8-13-16,-4 2 15 15,0 2-3-15,-2 4 12 16,-12-5-12-16,3-3-2 16,11-5-11-16,0 0-18 0,0-1 18 0,9 0-18 31,11 2 20-31,13-2 16 16,-1 0 1-16,1 2-7 15,-4-2-5-15,-9 4-201 16,-7 2 203-16,-13 2 20 0,0 10-10 15,0 2 30-15,-13 3-6 16,-16-1 60-16,-2-10 8 16,-4-8-49-16,3-3 2 15,10-10-33-15,-5 1 2 16,9-4-14-16,-4-2 0 16,0-2-38-16,-1 0-27 15,4 0-73-15,3 0-88 16,11 0-381-16</inkml:trace>
  <inkml:trace contextRef="#ctx0" brushRef="#br0" timeOffset="5624.05">26830 2045 541 0,'0'0'120'0,"0"0"-19"0,0 0 26 15,-23 103-98-15,17-75-3 0,6 3-20 16,0-5-8 0,0 3 5-16,0-5-3 0,0-8 5 15,6 2 6 1,12-5-4-16,7-2 1 0,8-3-16 16,9-8 3-16,4 0-70 15,-2 0-100-15</inkml:trace>
  <inkml:trace contextRef="#ctx0" brushRef="#br0" timeOffset="6009.91">26848 1784 932 0,'0'0'101'0,"0"0"30"0,0 0-92 0,0 0-37 0,0 0-3 15,0 0 1 1,29 0-22-16,-23 0 3 16,1 0-61-16,-1 0 10 0,0-6-127 15,-2 4-138 1</inkml:trace>
  <inkml:trace contextRef="#ctx0" brushRef="#br0" timeOffset="7724.27">23318 3251 446 0,'0'0'44'0,"0"0"32"0,0 0-26 0,0 0-5 15,0 0-9-15,0 0 16 16,-19 6 26-16,19-6-17 15,0 0-11-15,0 0-27 16,0 0 31-16,0 0-41 0,0 0 0 16,17 0-10-16,8 0 62 15,2 0 1-15,0 0-51 16,-6 0 2 0,0 0-16-16,-5 0-2 15,-6 9-6-15,1 3 3 16,-1 8-8-16,-6-2-1 0,-2 4-5 15,-2 4-6-15,0 2 15 0,-14 7 3 16,-7 1 5 0,-14 2-17-16,4 2 16 15,0 1-25-15,5-6 24 16,6 3-4-16,4-8 4 0,5 1 5 16,7-8-2-1,4-5 13-15,0 1-7 16,0-3-1-16,4-6 5 15,21-2-20-15,8-4 17 16,7-4-9-16,5 0 2 0,-3 0-12 16,-2-2 10-16,-4-8-39 15,-5-3-53-15,-7 1-90 16,-6 1 10-16,-9-3-154 16</inkml:trace>
  <inkml:trace contextRef="#ctx0" brushRef="#br0" timeOffset="8403.83">23256 3582 572 0,'0'0'27'0,"0"0"152"15,0 0-59-15,0 0-25 16,0 0-70-16,116 0-10 16,-93 0-12-16,-4 0-6 15,1 0-16-15,1 0-13 0,-2 0-20 16,-1 0-37-16,-5 0 1 15,-3 0-161-15</inkml:trace>
  <inkml:trace contextRef="#ctx0" brushRef="#br0" timeOffset="9253.9">23856 3894 189 0,'0'0'208'0,"0"0"-120"0,0 0 43 0,0 0-26 16,0 0-24-16,0 0-31 15,-8 4-9-15,8-10-9 16,0-10-20-16,0-4-4 16,0-8 26-16,0-4-11 15,10-2-11-15,-4 1-7 0,-3 6-4 16,-1 4 7-1,-2 7-16-15,0 4 12 16,0 6-13-16,0 0 18 0,0 6-7 0,-11 0-2 16,-5 2-6-1,3 14 6-15,-1-2-25 16,10 0-20-16,2 3-60 16,-1-3-46-16,3-3-305 15</inkml:trace>
  <inkml:trace contextRef="#ctx0" brushRef="#br0" timeOffset="10689.85">23268 2971 377 0,'0'0'146'0,"0"0"-40"0,0 0-39 16,0 0-1-16,0 0-2 0,0 0-5 15,0 0-7 1,-3 0-15-16,3 0 18 0,-3 0-28 15,3 0 17-15,0 0-32 16,0 0 11-16,0 0-20 16,0 0 15-16,0 0-7 15,0 0 5-15,0 0-13 16,0 0 4-16,0 0-12 16,0 0 15-16,0 0-20 15,0 0 13-15,0 0-7 16,12 5 8-16,1-4 7 0,8-1 2 15,-4 0-13-15,3 5 4 16,3-5 4-16,-4 0 3 16,4 6-3-1,-1-6 0-15,1 4-1 0,-2-2-2 16,0-2-4-16,3 0 3 16,1 0 3-16,-3 0-6 15,-2 0 6 1,1 0 2-16,0 0-17 0,2 0 19 15,1 0-13-15,1 0 5 16,-3 0-3-16,-2 0 6 16,-2 0-1-16,-5 0-10 15,2 0 16-15,-1 0-12 16,-1 0 14-16,3 0-22 16,-7 0 17-16,-3 0-15 15,2 0 7-15,-6 0-1 0,2 0-5 16,-4 0-4-16,0 0 8 15,5 0-31 1,-3 0 5-16,2 0-69 0,-2 0-91 16,-2-6-216-16</inkml:trace>
  <inkml:trace contextRef="#ctx0" brushRef="#br0" timeOffset="11523.91">24286 3623 315 0,'0'0'223'0,"0"0"-118"0,0 0 27 0,0 0-30 16,0 0-46-16,0 0-34 15,127 0-22-15,-108 0-25 16,-1 0-19-16,-2 0-33 16,-7 0 34-16,0 0-25 15,-5 0-17-15,-4 0-41 16,0 0-73-16,0 0 35 0</inkml:trace>
  <inkml:trace contextRef="#ctx0" brushRef="#br0" timeOffset="11793.87">24234 3467 814 0,'0'0'91'16,"0"0"76"-16,0 0-158 0,0 0-9 15,140-6-102 1,-109 2-241-16</inkml:trace>
  <inkml:trace contextRef="#ctx0" brushRef="#br0" timeOffset="12671.99">24896 3323 537 0,'0'0'46'0,"0"0"43"16,0 0-42-16,0 0 45 15,0 0-29-15,0 0 18 16,58 0-32-16,-49 0 2 0,0 0-22 16,2 0-1-16,-3 0-8 15,4 0-17-15,-1 0-2 16,5 0-1-16,-1 4-3 15,1 7-31-15,-5-1 20 16,-5 5-18-16,-6 0-16 0,0 8 22 16,-6 3 26-1,-19 6-8-15,-6 0 16 16,0 0-12-16,0 0 12 16,6-5-2-16,1-6-2 0,10-1 32 15,6-4-13 1,-1 0 5-16,7 2 3 15,0-2-16-15,2-2-15 16,0 0 5-16,0-2-14 16,6-3 11-16,14-4-2 0,0 1 6 15,5-3 26-15,2-2-13 16,2-1-6-16,-6 0 6 16,0 0-19-16,-7 0 14 15,-5 4-8-15,-3 3-12 16,0-1-16-16,0 0 1 0,3 0-48 15,-2-2-29 1,0-4-153-16</inkml:trace>
  <inkml:trace contextRef="#ctx0" brushRef="#br0" timeOffset="13553.78">25479 3521 445 0,'0'0'148'0,"0"0"-60"0,0 0-15 15,0 0-34-15,0 0 12 16,0 0 44-16,19 0-28 16,-4 0 33-16,5 0-15 0,9 0-22 15,4-4-36-15,7 2 25 16,3 0-27 0,-5 2-17-16,-7 0-8 0,-4 0-10 0,-7 0 2 31,-5 0-42-31,-6 0 11 0,-2 0-125 15,-4 0-134-15,-1 0-330 16</inkml:trace>
  <inkml:trace contextRef="#ctx0" brushRef="#br0" timeOffset="14584.2">26077 3334 467 0,'0'0'92'0,"0"0"46"0,0 0-21 16,0 0-36-16,0 0-22 16,0 0-2-16,0 0-27 15,4 0 23 1,7 0 15-16,10 0 0 0,-1 0-45 15,2 0 0-15,2 0-18 0,-1 0-8 16,-4 0 3 0,2 0-5-16,-7 0 0 0,-2 4-20 15,-1 9 18 1,-9 5-9-16,4 2 9 0,-6 2 11 16,0-1-7-1,0-1 6-15,-10-3-5 16,6-2 2-16,-1-6-51 15,5-1 49-15,0-4-19 0,0 0 8 16,13-2-44-16,16 4 56 16,0 2-3-16,0 1-8 15,-2-1-65-15,-8 2 56 16,-2 3 11-16,-5 4 0 16,-12-4 10-16,0 5 5 15,0 3 38-15,-19 0-9 16,-16 1 13-16,-5 0 1 15,-3-4-3-15,3-6-9 16,5-3-28-16,6-1-8 0,8-5-8 16,11-3-14-16,0 0-102 15,4 0-115 1</inkml:trace>
  <inkml:trace contextRef="#ctx0" brushRef="#br0" timeOffset="15153.98">26651 3538 326 0,'0'0'44'0,"0"0"48"0,0 0-16 16,0 0 19-16,0 0-45 15,0 0-2-15,0 65-17 16,-6-39 2-16,-3 2-12 16,7-1-7-16,2-4-3 0,0-1-2 15,0-3-1 1,9-3-3-16,9-4 22 0,3-2-13 16,6 0 11-1,7-8-25-15,2-2-43 0,-3 0-105 16,5 0 76-1,-5-16-75-15</inkml:trace>
  <inkml:trace contextRef="#ctx0" brushRef="#br0" timeOffset="15654.08">26732 3307 806 0,'0'0'73'0,"0"0"55"0,0 0-80 0,0 0 6 0,0 0-51 16,0 0-6-16,4 0-28 16,5-6 25-16,-2-1-20 15,-7 4 11-15,0 3 15 16,0 0 27-16,0 0 14 16,0 0-31-16,0 0-4 15,0 0-6-15,-4 0-126 16,1 0-570-16</inkml:trace>
  <inkml:trace contextRef="#ctx0" brushRef="#br0" timeOffset="36514.11">20000 5145 43 0,'0'0'260'0,"0"0"-146"0,0 0-8 15,0 0-16-15,0 0-51 0,0 0-19 16,0 0-10-16,0 0 4 15,-42-4 9-15,40 2 47 16,-2-1 10-16,4 2-35 0,-2 0-2 16,0 1-31-1,2 0 36-15,0 0-39 0,0 0 29 16,0 0-8-16,0-3 27 16,0 3-15-16,0-3-20 15,0-3-1 1,13-3-19-16,11-3 22 0,12 2-23 15,4 0 13 1,3 4-6-16,1 2-13 0,-3 4 5 16,-8 0-3-16,-9 7-14 15,-11 16-1-15,-13 10 5 16,0 6-3-16,-35 11 3 0,-4 11 18 16,-7 1-12-1,-1-2 9-15,11-5-4 0,5-6-7 16,6-6-4-16,15-14 2 15,3-5 1 1,7-12 5-16,0-3-10 0,11-5 10 16,20-4 5-1,10 0 15-15,5-7-15 16,4-11-13-16,0 4-21 0,-3-4-20 16,-7 4-6-16,-9 2-123 15,-10-2-12 1,-10 8-229-16</inkml:trace>
  <inkml:trace contextRef="#ctx0" brushRef="#br0" timeOffset="36834.15">20006 5400 897 0,'0'0'26'0,"0"0"75"0,0 0-55 0,0 0-29 15,0 0 3-15,0 0-18 16,98-40-4 0,-74 39-53-16,4-6-40 0,-1 7-134 15,0-2-70 1</inkml:trace>
  <inkml:trace contextRef="#ctx0" brushRef="#br0" timeOffset="37284.07">20613 5700 190 0,'0'0'515'16,"0"0"-504"-16,0 0 108 0,0 0-82 15,0 0-18 1,0 0 26-16,12-126-31 0,-3 94-11 16,-5 0 6-16,-2 10-11 15,-2 4 4-15,0 9 22 16,0 8 20-16,0 1 7 16,-2 0-46-16,-11 18-5 15,-3 8-1 1,-1 0-65-16,-4 5-46 0,-1-1-123 15</inkml:trace>
  <inkml:trace contextRef="#ctx0" brushRef="#br0" timeOffset="37701.28">21070 5478 790 0,'0'0'242'0,"0"0"-138"0,0 0-11 16,0 0-82-16,0 0-11 16,0 0-55-16,52-34-125 15,-41 24-199-15</inkml:trace>
  <inkml:trace contextRef="#ctx0" brushRef="#br0" timeOffset="38313.68">21469 5086 594 0,'0'0'208'0,"0"0"-174"0,0 0 91 16,0 0-63 0,0 0-57-16,139-45 9 15,-108 40-4-15,-10 5-20 16,-9 0 10-16,-10 9-6 16,-2 15-4-16,0 2 10 15,-16 7 0-15,-3 6 0 16,-4 3-1-16,1 2-18 15,-1 3 11-15,6-7-54 0,-1 2 44 16,3-7-23-16,3-2 41 16,3-5 0-16,9-2 3 15,0-8 26-15,0 1-23 16,16-7 41-16,8-4-37 16,7-1-8-16,4-1-1 15,-10-2 0-15,-4-1-1 16,-1 0-38-16,-5-1 4 15,-3-2-22-15,1 0 3 0,-4 0-36 16,-2 0-23 0,-5-2-165-16</inkml:trace>
  <inkml:trace contextRef="#ctx0" brushRef="#br0" timeOffset="38563.83">21478 5422 870 0,'0'0'64'0,"0"0"46"0,0 0-68 0,0 0-42 16,0 0-33-16,120-2-98 0,-102-1-215 16</inkml:trace>
  <inkml:trace contextRef="#ctx0" brushRef="#br0" timeOffset="45455.73">21910 5897 163 0,'0'0'75'0,"0"0"-71"0,0 0 44 15,0 0 40 1,0 0 51-16,0 0-8 0,0 10-3 16,0-6 1-1,0-2-19-15,-2-2-27 0,2 0-41 16,0 0-10-16,0 0-15 15,0 0 22-15,0 0-18 16,0-12 3-16,2-10 2 16,8-8-6-16,2-8 18 15,2-4-35-15,-1-6 4 0,3 6 0 16,-3-2-10-16,2 7 3 16,-7 7-1-16,-4 12 0 15,-4 9-2-15,0 4-3 16,0 3-3-16,-16 2 6 15,-1 0-17-15,-1 0-3 16,0 8-44-16,-2 18 14 0,-3 1-70 31,2 1-125-31,-2-9-182 0</inkml:trace>
  <inkml:trace contextRef="#ctx0" brushRef="#br0" timeOffset="46443.99">21380 4780 125 0,'0'0'316'0,"0"0"-181"0,0 0 14 15,0 0-39-15,0 0 10 16,0 0-64-16,-2 0-27 0,2 0-25 16,18 2 48-16,9 0 26 15,6 0-12-15,11 0-23 16,10 1-13-16,4-2 3 16,4 1-23-16,-6 2-1 15,-5 1 1-15,-2-2-20 16,-18 0-6-16,3 2-5 15,-12-3-43-15,-7-2-41 16,-8 0-160-16,-7 0-427 0</inkml:trace>
  <inkml:trace contextRef="#ctx0" brushRef="#br0" timeOffset="47323.82">22338 5542 642 0,'0'0'202'0,"0"0"-134"0,0 0 21 0,0 0-85 0,0 0-3 0,0 0-1 16,99 26-8-16,-89-26-22 15,-1 0 16-15,-2 0-44 16,-2 0-12-16,-5 0-44 16,0 0-170-16</inkml:trace>
  <inkml:trace contextRef="#ctx0" brushRef="#br0" timeOffset="47536.43">22254 5392 905 0,'0'0'131'0,"0"0"-70"16,0 0 68-1,133 0-103-15,-99 0-26 0,-3 0-16 16,-13 4-89-16,-3-2-113 0,-8 0-201 15</inkml:trace>
  <inkml:trace contextRef="#ctx0" brushRef="#br0" timeOffset="49273.95">23196 5897 599 0,'0'0'3'0,"0"0"71"0,0 0-6 15,0 0-26-15,0 0-23 16,0 0-3-16,-5 12 56 0,1-10 41 16,4 0-4-16,-2-2-28 15,2 0-36-15,-2 0-5 16,-3 0-27-1,-2-12 5-15,-4-14-12 0,5-8 11 16,-3-10-12-16,0-6 8 16,0-2-12-16,9-4-2 15,0-1-1-15,6-1-7 0,21-5 9 16,9 5-19 0,4-5 1-16,0 11-33 0,-2 12-50 15,-3 12-39 1,-3 10-287-16</inkml:trace>
  <inkml:trace contextRef="#ctx0" brushRef="#br0" timeOffset="49888.95">23669 5364 290 0,'0'0'381'0,"0"0"-323"0,0 0 92 0,0 0-62 16,0 0-50-16,0 0-5 15,69-44-7-15,-52 40-8 16,-5 4 3-16,-6 0-12 0,-6 0-4 16,0 16-5-16,-6 16-5 15,-19 13-4-15,-17 5 4 16,-3 1-5-16,-5 0 10 16,8-6 12-16,7-4-8 15,8-6 36-15,12-2-35 16,5-7 17-16,10-8-14 0,0-2-1 15,8-6 1-15,20-6 4 16,8-4 1 0,11 0-13-16,0 0 0 15,-3 0 7-15,-9 0-16 16,-8 0 7-16,-8 0 2 16,-9 0-18-16,1 0 4 15,-3 0-53-15,2 0-85 0,-1 0-208 16</inkml:trace>
  <inkml:trace contextRef="#ctx0" brushRef="#br0" timeOffset="50354.13">24341 5416 423 0,'0'0'18'0,"0"0"137"0,0 0-61 16,0 0 24-16,0 0-23 16,0 0 25-16,2 48-66 0,-2-18 5 15,0 4-16 1,0-1-39-16,0 1 6 15,-2 2-2-15,-5-3-8 0,3 0 0 0,-2-3 0 16,-3-4-17 0,6-8-64-16,-2-4-52 0,1-7-77 15,-2-4-128 1</inkml:trace>
  <inkml:trace contextRef="#ctx0" brushRef="#br0" timeOffset="50623.85">24096 5650 582 0,'0'0'151'0,"0"0"95"16,0 0-88-16,0 0-90 16,143 7-38-16,-108-7-6 15,-4 0-24-15,-6 0-5 16,-5 0-35-16,0 0-25 0,-2 0-122 16,-3-7-171-16</inkml:trace>
  <inkml:trace contextRef="#ctx0" brushRef="#br0" timeOffset="51505.08">24785 5417 425 0,'0'0'147'0,"0"0"12"0,0 0-50 0,0 0 19 16,0 0-72-16,0 0 12 16,0 0 4-16,6 0-23 15,3 0-34-15,5-7 11 16,5-3-12-16,2 0 3 16,-1 4-10-16,2 2-4 15,-2 4 3-15,-7 0 1 16,-1 0-14-16,-6 0-6 0,1 12 1 15,-7 2-4-15,0 2-2 16,0 2 7 0,0 1-3-16,0 0 13 15,0-3 1-15,2 0-1 16,10 0 8-16,0-1-14 16,5-3-3-16,0-4 0 0,3 5-16 15,-5 4-10-15,1-4 17 16,-7 7-69-16,-9 3 74 15,0-2 28 1,-2 2-14-16,-21 3 19 0,0-4 0 0,-9-4-17 16,1 0 1-1,-5-2 4-15,2-6 3 0,-1-4-10 16,-1-2-15 0,1-2-27-16,-5 0-118 0,9 0-73 15</inkml:trace>
  <inkml:trace contextRef="#ctx0" brushRef="#br0" timeOffset="51924.03">25271 5707 600 0,'0'0'125'0,"0"0"0"16,0 0-49-16,0 0-56 0,-29 114-17 15,29-104-6 1,0-5-5-16,6 1 6 0,14-6 4 16,0 0 11-1,5 0-7-15,2-6-6 0,-3-13-116 16,-4-1-91-1</inkml:trace>
  <inkml:trace contextRef="#ctx0" brushRef="#br0" timeOffset="52188.46">25384 5422 633 0,'0'0'508'16,"0"0"-427"-16,0 0-3 15,0 0-78-15,0 0-34 16,0 0-116-16,0 0-211 0</inkml:trace>
  <inkml:trace contextRef="#ctx0" brushRef="#br0" timeOffset="52672.47">25589 5115 638 0,'0'0'76'0,"0"0"163"0,0 0-109 0,94 102-20 0,-72-52-72 15,-5 6-17 1,-7 5-19-16,-6 3 7 16,-4-3-3-16,0-4-12 15,-4 4 1-15,-23 3-5 16,-4-4 1-16,0-4-92 15,2-8 48-15,15-12-65 0,7-14-238 16</inkml:trace>
  <inkml:trace contextRef="#ctx0" brushRef="#br0" timeOffset="53214.06">26030 5663 617 0,'0'0'67'0,"0"0"-24"0,0 0-43 16,0 0-35-16,0 0 2 15,0 0 33-15,-7-13 2 16,-3 13 104-16,7 0 64 15,0 0-103-15,3 0-36 0,0 0-31 16,0 0-23-16,0 0-93 16,0-3-70-16,0-2 76 15,0-1-178-15</inkml:trace>
  <inkml:trace contextRef="#ctx0" brushRef="#br0" timeOffset="54154.12">26565 5993 505 0,'0'0'154'0,"0"0"-3"0,0 0 50 0,0 0-112 16,0 0-18-16,-22-112-30 16,17 65 7-16,5-8-41 15,0-3 11-15,0-4 7 16,11 6-20-16,12 0 5 0,6 1-3 16,2 5-14-1,7 6 7-15,-1 5-29 0,1 8-42 16,-4 10-125-16,-10 12-177 0</inkml:trace>
  <inkml:trace contextRef="#ctx0" brushRef="#br0" timeOffset="54833.71">27091 5448 844 0,'0'0'69'0,"0"0"50"0,0 0-60 0,0 0 8 0,0 0-38 15,0 0-18-15,106 24 3 16,-97-4-7-16,-7 2-14 15,-2 5 7-15,0 0 0 16,-11 0-4-16,-11 5 4 16,-4-2-1-16,-1 2 11 15,5-3 3-15,1 0-3 0,10-7 12 16,7-2-16 0,4-8-12-16,0-2-1 0,7-4 7 15,19 0-2-15,6-4 6 16,5-2-1-1,1 0 5-15,-3 0-14 0,0 0 6 16,-12 0-12-16,-2-2-54 16,-5-4-83-16,-10 4-144 15,-1-2-210-15</inkml:trace>
  <inkml:trace contextRef="#ctx0" brushRef="#br0" timeOffset="55216.1">27619 5736 784 0,'0'0'218'0,"0"0"-39"0,0 0-96 0,0 0-29 16,133 0-35-16,-99 0-19 16,-5 0-17-16,-5 0-41 15,-1 0-57-15,-4-11-289 0</inkml:trace>
  <inkml:trace contextRef="#ctx0" brushRef="#br0" timeOffset="55903.85">28142 5492 721 0,'0'0'168'0,"0"0"26"0,0 0-79 16,0 0-58-16,0 0-9 15,0 0-25-15,45 0 1 16,-25 0-14-16,-5 2-9 15,-1 2-1-15,-10 8-12 0,3 0-5 16,-7 4-13-16,0 2 26 0,0 0-23 16,0 0 24-1,0-4-17-15,0-2 16 16,0 5-5-16,6-5 0 16,8 5 6-1,-3 1-5-15,1 3 4 0,-6-3 0 16,-1 6 0-16,-3-2 5 15,0 2-5-15,-2-4 4 16,0 0-3-16,0-2 1 0,0 2-7 16,-15-4 9-1,-6-2 6-15,-8-4 14 16,-2-6-15-16,-4 0 4 0,-3-4-9 16,4 0-2-1,6 0-36-15,3 0-64 0,9 0-158 16,5-6-374-16</inkml:trace>
  <inkml:trace contextRef="#ctx0" brushRef="#br0" timeOffset="56334.2">28539 5798 186 0,'0'0'456'0,"0"0"-384"0,0 0 41 0,0 0 21 16,0 0-58-16,0 0-36 15,-9 107-22 1,20-93-1-16,2-4 15 0,6-5-17 15,5-3-2-15,4-2-13 0,7 0-6 16,-6 0-71 0,2-13-58-16,-12-5-237 0</inkml:trace>
  <inkml:trace contextRef="#ctx0" brushRef="#br0" timeOffset="56569.93">28708 5524 993 0,'0'0'194'0,"0"0"-65"0,0 0-27 15,0 0-73 1,0 0-29-16,0 0-75 0,0 0-54 16,0-4-322-16</inkml:trace>
  <inkml:trace contextRef="#ctx0" brushRef="#br0" timeOffset="56984.1">29171 5392 792 0,'0'0'91'0,"0"0"163"15,112 112-179-15,-89-68-34 16,-17 8-41-16,-6 7 0 16,-14 3-15-16,-26 2-108 15,-9-4 102-15,1-4-8 0,-6-2-59 16,5-12-255 0</inkml:trace>
  <inkml:trace contextRef="#ctx0" brushRef="#br0" timeOffset="69756.57">21901 7818 679 0,'0'0'28'0,"0"0"14"0,0 0-2 0,0 0-21 16,0 0 25-16,0 0 19 16,0 0 3-16,12 12-2 15,-8-8-8-15,3 0 19 16,1 1-43-16,9 1 11 0,2-2-32 15,1-3 19 1,12-1-18-16,-3 0 6 16,4 0-14-16,-4 0 3 0,0 0-7 15,-4-1 2-15,-8-5-6 16,3-7-46 0,-9 1-26-16,-3-2-193 15,-6-4-466-15</inkml:trace>
  <inkml:trace contextRef="#ctx0" brushRef="#br0" timeOffset="70239.87">22032 7535 261 0,'0'0'644'0,"0"0"-640"0,0 0 65 0,0 0-32 16,0 0-33-16,0 0-8 16,117 0-23-16,-86 7 1 15,-2-6-21-15,2-1-45 16,-4 0-49-16,0 0-173 16</inkml:trace>
  <inkml:trace contextRef="#ctx0" brushRef="#br0" timeOffset="76121.5">23046 7592 745 0,'0'0'8'0,"0"0"16"0,0 0-11 16,0 0 2-16,0 0-14 16,0 0 28-16,72-20 22 15,-67 20 11-15,-3 0-24 16,0 0 3-16,-2 0-5 16,9 0-26-16,2 0 19 15,9 0-25-15,7-5 17 16,4 4-3-16,0-5 23 0,-2 6-29 0,-4 0 17 15,-8 15-11 1,-3 14-4-16,-6 5-14 16,-8 6 0-1,0 4 0-15,-17 4-27 0,-24 9 8 16,-9 1-9-16,-4 6 27 16,0 0 1-16,1-3 0 15,13-10 14-15,11-8-4 16,14-18 7-16,10-5-15 15,5-8-4-15,7-4 4 16,22-3 0-16,11-4 24 16,7-1-9-16,-1 0-7 0,2 0-10 15,-2 0 0 1,-9 0-1-16,-5 0-4 16,-3 0-39-16,-7 0-16 15,-11-1-258-15</inkml:trace>
  <inkml:trace contextRef="#ctx0" brushRef="#br0" timeOffset="77086.48">23644 7194 411 0,'0'0'141'0,"0"0"-3"15,0 0-29-15,0 0 1 16,0 0-24-16,0 0-15 0,0 0-26 16,0 3 16-1,0-3-39-15,0 0 8 16,7 0 5-16,3 0-1 0,2 0-14 15,1 0-12-15,3 3 8 0,-5 6-16 16,-3 4-2 0,-3 3-15-16,-5 7 9 15,0 1-4-15,0 8 10 16,-11 0-1-16,-9 1 3 16,2 2 0-16,2-5 1 0,10-8 5 15,6-8-3 1,0-4-6-16,16-8-7 15,19-2 10-15,10 0 5 0,0-2 3 16,3-10-8-16,-7 3-15 16,-8 3-14-16,-11-3-130 0,-6-1-404 15</inkml:trace>
  <inkml:trace contextRef="#ctx0" brushRef="#br0" timeOffset="79499.57">24243 8036 528 0,'0'0'206'0,"0"0"-124"0,0 0 16 16,0 0-31-16,0 0-30 16,0 0 24-16,0 0 8 15,29 13-33-15,-18-11 9 16,1 0-4-16,5 0 23 15,7 2-32-15,8 2 15 16,8 0-27-16,5-2-1 0,8-3-19 16,5-1 4-16,-3 0 0 15,-1 0-2 1,-7 0-4-16,-11 0-33 16,-7-2-10-16,-12-11-70 0,-10 3-238 15</inkml:trace>
  <inkml:trace contextRef="#ctx0" brushRef="#br0" timeOffset="80745.88">25624 7841 704 0,'0'0'121'0,"0"0"-56"16,0 0 48-16,0 0-40 0,0 0-11 31,125-35 2-31,-96 29-53 0,-4 5 10 16,0 1-20-16,-10 0 9 16,-3 0-10-16,-6 7-7 15,-2 9 3-15,-4 9-2 16,0-5 2-16,0 6 0 15,0-2-7-15,0-3 15 16,-6-2-8-16,2-4 2 16,4-2 2-16,0-4-2 15,12-2 2-15,13-1-5 16,2-2 10-16,4-2-19 16,-5 6-5-16,-1 3 9 15,-11 8-40-15,-1 5 17 0,-13 8-1 16,0 2 34-16,-7 6 24 15,-24 1 34-15,-4-6-7 16,-8-3-38-16,5-5 1 16,0-11-14-16,5-5-10 15,8-3-39-15,1-5-35 0,11-1-46 16,-6-2-91 0</inkml:trace>
  <inkml:trace contextRef="#ctx0" brushRef="#br0" timeOffset="81129.03">26281 8093 530 0,'0'0'50'0,"0"0"26"0,0 0-13 0,0 0-8 0,0 0 15 0,0 0-21 15,-66 126-28-15,66-102-19 16,0-4-3-16,0-5 16 16,16-8 23-16,5 0 0 0,14-7 15 15,-4 0-21 1,2 0-32-16,3 0-10 16,-1-9-73-16,-1 0-160 0,-5-2-512 15</inkml:trace>
  <inkml:trace contextRef="#ctx0" brushRef="#br0" timeOffset="81379.82">26453 7838 1094 0,'0'0'54'0,"0"0"-13"0,0 0-41 0,0 0-80 31,0 0-219-31</inkml:trace>
  <inkml:trace contextRef="#ctx0" brushRef="#br0" timeOffset="81949.08">25335 8325 691 0,'0'0'100'0,"0"0"102"0,0 0-86 16,-12-144-44-1,12 89-42-15,19-2 17 0,5-1-37 16,8 1 8-1,5 2-17-15,10 6-2 0,4 2-19 16,7 1-58-16,-4 5-105 0,2 1-521 31</inkml:trace>
  <inkml:trace contextRef="#ctx0" brushRef="#br0" timeOffset="82493.8">27004 7692 926 0,'0'0'102'0,"0"0"43"0,0 0-111 16,0 0-27-16,104 135 3 15,-104-95 1-15,0 18-6 16,-11 3-5-16,-24 12 23 16,-12 0-20-16,-4-2 26 15,-1-5-19-15,7-6-5 0,8-9-10 16,8-5-29-16,7-10-22 16,8-18-166-16,12-16-329 15</inkml:trace>
  <inkml:trace contextRef="#ctx0" brushRef="#br0" timeOffset="84156.18">27432 7229 819 0,'0'0'96'0,"0"0"31"0,0 0-54 0,0 0-34 16,0 0-26-1,0 0 3-15,27 4 12 0,-4-4 27 16,2 0-27 0,0 8 35-16,-1 4-49 0,-11 6 0 15,4 2-14-15,-11 6-4 16,-6 4-19-16,0 2-5 15,-11 2-7-15,-18 5-2 16,2-3 34-16,-2 0-4 16,5-4 4-16,13-9 6 15,3-2-1-15,8-3 1 16,8-10-3-16,21-4 7 16,19 2-5-16,2-6 0 15,-8 0 2-15,1 0-8 16,-18 2-27-16,-6 2-85 15,-11 3-264-15</inkml:trace>
  <inkml:trace contextRef="#ctx0" brushRef="#br0" timeOffset="86658.05">21658 10014 499 0,'0'0'273'0,"0"0"-224"0,0 0 48 15,0 0-17-15,0 0-41 0,0 0 32 16,41 20-31 0,-15-20-3-16,3 0-18 15,-4 0-8-15,-1 0-2 16,-3 0-8-16,-6-6-2 16,-1 2 8-16,-8 4-14 0,3-2-7 15,-5 2-16-15,1 0-71 16,-3-4-42-1,1-2-121-15,-3-5-298 0</inkml:trace>
  <inkml:trace contextRef="#ctx0" brushRef="#br0" timeOffset="87009.97">21648 9745 995 0,'0'0'74'0,"0"0"-31"0,0 0 49 0,0 0-72 0,0 0-6 0,0 0-14 16,111 0-13 0,-85 0-4-16,-1-3-105 15,0-10-84-15,-3 2-157 16</inkml:trace>
  <inkml:trace contextRef="#ctx0" brushRef="#br0" timeOffset="88404.02">22817 9314 507 0,'0'0'118'0,"0"0"-52"0,0 0 24 0,0 0-49 0,0 0-11 16,0 0-5-16,27-13 5 15,-27 13-22-15,0 0 39 16,0 11-39-16,0 11 52 0,-9 7-40 16,-4 2-15-16,-3 3-4 15,-2 5 5-15,0-3-12 16,-1-1 12-16,0 3-14 16,4-5 16-16,6-3-8 15,4-4 0-15,5-9 3 16,0 4-3-16,2-9-5 15,21-6 0-15,4-2 4 16,2-4 1-16,2 0 1 16,-2 0 16-16,2 0-8 15,-4-7-6-15,-5-4-2 16,-2 5 0-16,-7 0-2 0,1 2-12 0,-3-5 11 31,-2 8-11-31,-2-4 10 16,-5 3-21-16,7-4 6 0,-3-5-10 15,-2 5-6 1,2-4-6-16,-4 0 1 0,0-2 33 0,2 6-1 16,-1 0-1-1,-3 2 16-15,0 2-6 0,0 2-2 16,0 0 10 0,0 0-10-16,0 0 9 0,-7 12-8 15,-3 7 14 1,-5 11 47-16,2 1-21 0,2 9 12 15,0 2-23-15,4 2 20 16,2 2-9-16,-4-2-30 16,7 3-3-16,-2-2-7 0,-5 4 7 15,0 0-5 1,2-5-2-16,3 0 5 16,2-6-12-16,2-6 2 15,0-2-1-15,0-8-34 16,0-6-69-16,0-7-71 15,0-5-86-15</inkml:trace>
  <inkml:trace contextRef="#ctx0" brushRef="#br0" timeOffset="90484.12">23784 10172 852 0,'0'0'73'0,"0"0"7"15,0 0-3-15,0 0 48 0,0 0-71 16,0 0 1-16,143 35-35 15,-99-35 2-15,1 0 2 16,-3 0-17-16,3 0-7 0,-9 0 9 16,1 0-18-1,-6 0-33-15,-6 0-6 0,0 0-51 16,-10-8-179 0,-1-13-644-16</inkml:trace>
  <inkml:trace contextRef="#ctx0" brushRef="#br0" timeOffset="93284.22">24920 9963 298 0,'0'0'273'0,"0"0"-177"15,0 0-2 1,0 0-33-16,0 0 11 0,0 0 20 16,0 0-22-16,0 0-35 15,0 7 24 1,-4-3-36-16,-5 2-3 0,5 2-16 0,2 4-4 15,-1-5 0 1,3 6-3-16,0-5 2 0,0 4-5 16,0-3 2-1,7-7 8-15,10 4-4 0,4-3 0 16,6-3 9 0,2 0-9-16,4-3 0 0,0-14 0 15,-1-9 5 1,-1 0-13-16,-2-5 16 15,-5-2-4-15,-4 1 0 0,-6-1-8 0,-6-1 0 16,-8 5 3 0,0 1-15-16,0 5-27 15,-18 13-21-15,-8 8-30 16,-8 2 51-16,-1 4 16 16,-1 19 26-16,5 2-2 15,4 2-1-15,8 4 8 16,2-2 3-16,9-1 13 15,6-4-13-15,0-4-7 16,2-2 6-16,0-6 2 0,0 0-6 16,17-10 10-1,3-2-8-15,5 0 9 16,4 0-9-16,2-8 5 16,-4-4-9-16,-1-2 2 15,-1 0 0-15,-12 6 8 0,-6 6-2 16,-5 0 2-16,-2 2 15 15,0 0 13-15,0 0 3 16,0 0-24-16,0 10-10 16,-6 2-7-16,1 8 7 15,2-2-9-15,3 8 14 16,0 3-23-16,0-4 14 16,0 8-6-16,0 3 3 15,3-2 0-15,2 2-1 0,-3 1-2 16,0 0 2-16,-2-7-29 0,0 4-24 15,0-5 54 1,0-4-4-16,-12 5 9 16,-9 0 7-16,-11 0 11 15,-8 0-3-15,-2-2 11 0,-5-4-30 16,0-3 16 0,5-4-12-16,-1-2-10 0,6-2-5 15,1 0-8 1,5-4-6-16,6-6-70 15,8-3-184-15</inkml:trace>
  <inkml:trace contextRef="#ctx0" brushRef="#br0" timeOffset="97583.98">26752 7503 547 0,'0'0'113'0,"0"0"-36"0,0 0-12 15,0 0-44-15,0 0 19 0,0 0-3 16,-4 0 0 0,1 0-5-16,1 0-11 15,-3 0 9-15,-1 0-13 0,4 0 18 16,-5 0-25-16,0 0 15 15,-2 0-13-15,1 0 11 0,-1 0-4 16,-3 0-1 0,1 0-15-16,-5 0 4 0,8 7-11 15,-3-1 11 1,1 0-13-16,-1 0 12 16,-1 1-12-16,-2 4 7 15,-1-1-1-15,-4 1 0 0,2 1-2 16,-6 1-2-1,10-1 8-15,-3-5-5 0,6 4 11 16,-2-3-15-16,3 4 9 16,-2 0-7-16,2 0 3 15,0 0 0-15,-2 0-4 16,0 1 6-16,2-3-9 16,0 3 14-16,0-3-13 0,2 3 15 15,-1-5-17 1,-1 3 11-16,-1-1-5 15,4 2 2-15,-3 1 0 0,0-2-1 16,0 2-1 0,1-2-5-16,-3 1-9 15,-1-2 14-15,1 0 4 0,-3-2-2 16,3 0 1-16,1 5-1 16,-6-2 13-1,5 4-13-15,-1-2 2 16,3-2 7-16,1 1-18 0,1-2 6 15,2 0 2-15,-1 2-6 16,-1-4 6-16,1 4 1 0,1 0 0 16,-2-5-3-1,0 4 7-15,5 1-6 0,-4-2 5 16,-1 1-5 0,3 6 2-16,-1-7 0 0,0 0-6 15,3-4 5 1,2 1-3-16,0 2 0 0,0 1-3 15,0-2 8-15,0 7-8 16,-2-7 14 0,-2 1-6-16,2 5 2 0,-3-4-6 15,3 3 2-15,-2-4-3 16,2 2-2-16,-2-2 7 16,4 0-8-16,0-1-1 15,0-1 3-15,0 1 5 16,0-2 0-16,0 1-9 15,0 0 4-15,0 0 5 0,0-1-4 16,0 2-3 0,0 0 14-16,4 2-8 0,0-2 6 15,-2-2-9-15,2 1 8 16,3-2-8 0,-3-1-2-16,6 0 2 0,-4 0 1 15,1 2 6 1,-3 2-4-16,0 2 12 15,3-1-12-15,-2 2 8 0,-1 1-5 0,1-4-2 16,-1 2 1 0,0-7-1-16,1 2 6 15,-1-4-13-15,1 2 14 16,2-1-5-16,1 2 0 0,1 0 17 16,-2 2-17-1,-2 0 6-15,1 3-7 16,1-2-1-16,-1-4 0 15,6 4 4-15,-1-7-11 0,-3 2 16 16,6-2-2-16,-1 0-4 16,-1 4 8-16,-1-4-10 15,5 8 0-15,-3-4-1 16,-2 1 3-16,3 1-9 16,-2-5 15-16,2 4-16 15,2-5 16-15,0 1-18 16,-3-1 18-16,-3 0-10 0,2 0 1 15,-1 1 0 1,1-1-4-16,1 0 11 0,0 0-16 16,0 0 21-16,0 0-21 15,1 0 18-15,-3 0-12 16,-2 0 5 0,-2 0-2-16,0 0 0 15,-5 0 1-15,6 0-4 16,1 0 8-16,3 0-3 0,3 0 1 0,3-1-2 15,-3-5 4 1,1 2-8-16,-3 1 3 16,-3-2 0-16,-1 5-1 15,-5 0 7-15,4 0-9 0,0 0 8 16,-2-2-4-16,1 2 3 16,6-2-5-16,1 0 7 15,-1-2-10 1,3-4 4-16,-3 4-6 0,-2 0 5 15,-2 2 2-15,-2-1-6 16,-3 2 14-16,6 0-10 16,0-4 6-16,5 4-7 0,1-6 2 31,5-1 0-31,0-2-1 0,-4-2 5 0,5 6-11 16,-5-2 15-1,-1 2-11-15,-3 0 6 16,-2 0-6-16,3 0 1 15,-1-2 2-15,5-2 0 16,3-2-1-16,-2 0-3 0,1 2-12 16,-2-2 11-16,-2 4 10 15,-1-2-12-15,-1 3 17 16,-3 2-4 0,5-3 3-16,-1-1-3 0,3 2-6 15,1-4-4 1,2 1 2-16,1-1-22 0,-2 3 11 15,-2-3-23-15,0 5 31 0,-7 1 5 16,0-2 1 0,-2 1 37-16,2 0-15 15,0-2-14-15,9 0 1 16,1-2-14-16,0-2 16 16,4 0-20-16,0 0 14 15,2 0-10-15,-5-1 4 0,-5 3 0 16,-3 3-3-1,-1 1 3-15,-2-2 1 16,3-2 11-16,3-5-14 16,4 4 8-16,-1-3-9 15,2-1 5-15,-2 4-4 0,-2-1-3 0,-7 6 5 16,-2 0 10 0,-3 2-6-16,2-2 20 15,-2-4-19-15,3 1-1 16,5-2-1-16,1-3-6 15,5-5-5-15,-3 1-10 0,-1 2 13 16,-7 0 5 0,-2 5 4-16,-2 4 1 15,-3 0 22-15,4-3-13 0,-1-1-7 16,-1-1-6-16,3-2-2 16,0-2-4-1,4-4-12-15,-3 0 9 16,9 2-1-16,-9-1-2 0,-4 5 22 15,3-3-10-15,-5 3 2 16,1 0 5-16,2 0-8 16,-1-4 0-16,5-4-2 15,-1 1-21-15,4-2-1 16,5-5-25-16,-5 7 29 16,-3 2 8-16,-5 3 12 0,-2 5 4 15,-2 2 36 1,0-7-27-16,0 5-12 15,0-7-2-15,0 2-25 0,0-1 23 16,0-4-28-16,0 4 30 16,0 5 1-16,0 1 9 15,0 5 5-15,-2 2 9 16,0 0-4-16,0-3-16 0,-3 0-6 16,3-4-22-1,0 4 17-15,0-7-5 16,-6 5 12-16,2 0-13 15,-7-1 14-15,3 2 2 16,-3 0 0-16,-2 2 12 16,1-3-9-16,6-3-1 0,1 2 1 15,0-3-10-15,0-2-2 16,-1 3 5 0,-4 0-2-16,-3 5-3 0,-3 0-3 15,0 1 0 1,-2 5 8-16,3-4 4 0,-4 2 5 15,5-2-1-15,-1-1-12 0,1 4 10 16,1-2-4 0,-3-2 0-16,0 4 2 15,-2 0-13-15,-3-1 22 16,6 1-22-16,-1-3 15 0,3 1-14 16,-1-2 15-1,3-2-9-15,-6 2 4 0,-1 0 0 16,-2 4-4-1,-4 0 10-15,1 2-5 16,-2 0 8-16,2-2-8 0,8 0 2 16,-1-3 0-16,1 4 0 15,0 1-6-15,2-1 3 16,-3 1-6-16,1 0 5 16,-6 0 2-16,9 0-9 15,-3 0 12-15,-3 2-8 16,5 1 0-16,-6 1 1 0,1 0 2 15,-2 0 0 1,0 4-1-16,-3-2 4 16,0 3-9-16,-2-4 19 0,4 2-19 15,2 0 15-15,1-1-16 16,5-2 5-16,1 0 1 16,1-2 1-1,0 2 1-15,-3 2 0 0,-2 0 8 16,0 7-11-16,-4-6 12 15,-1 4 4-15,4-1-13 16,3-1 20-16,1 1-19 16,1 1-1-16,1 0-4 15,-3 1-9-15,3 3 4 0,2-3 4 16,-3 0-2 0,6-1 14-16,-1-2-13 15,-1-1 9-15,2 0-6 16,1-3 2-16,1 0 1 0,-2-3-2 15,0 2 2-15,6-4-11 16,-5 7 17 0,-5 2-12-16,4-1 5 0,-5 4-2 15,1-1-1-15,3 2 0 16,-1-3 3-16,2-4-4 16,4 0 0-16,2-1-9 15,2-2 11-15,0 1 0 16,0-1-4-16,0 1 8 0,0 7-4 15,0-3 3 1,0 0 0-16,0-2 1 0,2 3 4 16,-2-2 10-1,2 1-13-15,-2-2 24 16,0-3-24-16,0 2-2 0,0-1 0 16,0-2 0-16,0 2-5 15,0-2 2-15,0 1-3 16,0 3 12-16,0-5-12 15,0 3-1-15,0 1 7 0,2-1-19 16,-2-1 13 0,5-3-153-16,-5 0-145 0</inkml:trace>
  <inkml:trace contextRef="#ctx0" brushRef="#br0" timeOffset="98565.92">25482 10257 846 0,'0'0'121'0,"0"0"-26"15,0 0 4-15,0 0-31 16,0 0-7-16,0 0 1 16,0 0-10-16,0-6-3 15,0 2-44-15,2 1 12 16,3-3-11-16,-1-1-12 15,3-3-2-15,-1 0-39 0,1-2-61 16,-4 1-172 0</inkml:trace>
  <inkml:trace contextRef="#ctx0" brushRef="#br0" timeOffset="99113.93">25957 10424 572 0,'0'0'124'0,"0"0"-38"0,0 0-2 15,0 0 32-15,0 0 5 16,0 0-53-16,-48-27-2 16,40 9-32-16,1-6-3 0,-1-2-8 0,5-9-9 31,0-2-5-31,3-3-3 0,0-6-12 15,3-7 18-15,21 3-20 16,1 4 8-16,0 8-1 16,-6 8-25-16,-3 10-21 0,-5 10-24 15,-1 2-59 1,3 4-103-16,-1-2-285 16</inkml:trace>
  <inkml:trace contextRef="#ctx0" brushRef="#br0" timeOffset="99628.96">26331 10112 251 0,'0'0'780'0,"0"0"-676"0,0 0 14 0,0 0-63 0,0 0-1 16,0 0-38-16,51 0 7 16,-33 0-19-16,2 0-7 15,3 0 3-15,-4-4-13 16,1 2-40-16,-2 2-22 16,2 0-32-16,-2 0-112 15,0 0-109-15</inkml:trace>
  <inkml:trace contextRef="#ctx0" brushRef="#br0" timeOffset="100165.36">26863 10403 654 0,'0'0'177'0,"0"0"-58"15,0 0-32-15,0 0-45 16,0 0 8-16,0 0 12 16,39-109-12-16,-31 76 0 15,3-10-26-15,1 0 26 16,-1-1-39-16,9 0 10 15,-5 6-20-15,-2 3 2 16,1 9-3-16,-5 10-1 0,-7 7-4 16,-2 8-3-16,0 1 8 15,-2 0-24-15,-23 1 23 16,-4 16-13-16,-4 7 8 16,1 0 0-1,6-1-19-15,6-2-17 0,12-3-35 16,4-7-72-16,4 2-181 15</inkml:trace>
  <inkml:trace contextRef="#ctx0" brushRef="#br0" timeOffset="100543.93">27245 9938 477 0,'0'0'220'0,"0"0"26"0,0 0-64 0,0 0-81 15,0 0-72-15,0 0-1 16,55 102-19-16,-55-64-18 0,0 15 13 16,-9-2-8-16,-20 10-6 0,-2-1 10 31,-5-6 21-31,-1-2-3 0,1-8-18 15,3-8-11-15,-6-7-49 16,8-14-237-16</inkml:trace>
  <inkml:trace contextRef="#ctx0" brushRef="#br0" timeOffset="101568.76">21774 12015 456 0,'0'0'204'0,"0"0"-170"0,0 0 55 15,0 0-33 1,0 0-1-16,0 0-16 16,-8 0 10-16,8 0 56 15,0 1-12-15,0-1-33 0,0 0-34 16,0 3-6-16,0-3-7 16,19 2 0-16,6-2 0 15,8 0-12-15,3 0 21 16,5 0-16-16,-4 0-12 15,-1-7-5-15,-3 1-1 16,-4-5-45-16,-2 1-14 16,-2-6-81-16,-6-4-193 15</inkml:trace>
  <inkml:trace contextRef="#ctx0" brushRef="#br0" timeOffset="101930.01">21901 11698 727 0,'0'0'88'0,"0"0"64"0,119 16-80 0,-72-16-65 16,-5 0 9-16,-7 0-16 0,-1 0-11 15,-10-6-125 1,-5-4-113-16</inkml:trace>
  <inkml:trace contextRef="#ctx0" brushRef="#br0" timeOffset="102944.19">23007 11359 842 0,'0'0'150'0,"0"0"-94"0,0 0-17 0,0 0-25 15,0 0 3-15,-61 142-12 16,39-99 3-16,2-4-5 16,0-4 27-16,0 1 11 15,2 0-29-15,4-4 2 16,4 0-13-16,3-5 2 16,7-5-3-16,0-3 0 15,0-7-2-15,2-1 6 16,25-5-12-16,-2-4 15 15,6 2-14-15,0-2 14 0,-2 0-7 16,-3 1 2 0,1-2-2-16,-7 0 0 15,-2 2 2-15,-4-3-9 0,-2 0 13 16,0 0-12 0,1 0-1-16,-1 0 7 0,-1-5-21 15,0-12 19-15,0-2-14 16,0 6-8-16,-2-1 22 15,0 6 2-15,-7 4-10 16,-2 4 20-16,0 0-13 16,0 0 6-16,0 12 16 15,0 15-3-15,0 14 0 16,-9 5-2-16,-2 1-9 16,7-1 3-16,-3 4-4 15,0-8 5-15,5-1-7 16,-3-6-3-16,3-2 1 15,-2-2-12-15,4-7-17 0,-2-5-22 16,2-6-40-16,0-5-84 16,0-4-17-16,0-4-160 15</inkml:trace>
  <inkml:trace contextRef="#ctx0" brushRef="#br0" timeOffset="103423.83">23856 11797 1040 0,'0'0'42'0,"0"0"43"0,0 0-38 16,0 0-33-16,-14 124 0 15,5-80-6-15,3-1-12 16,-6-5 6-16,3-2-2 16,-1-6 0-16,-2-1-8 15,3-4 3-15,1-5-19 16,3-6 17-16,0-5-83 15,5-9-34-15,0 0-234 0,0 0-274 16</inkml:trace>
  <inkml:trace contextRef="#ctx0" brushRef="#br0" timeOffset="103674.2">23626 12109 818 0,'0'0'254'16,"0"0"-190"-16,0 0 27 16,0 0-67-16,136 31-16 15,-94-31 5-15,0 0-13 16,-1 0-5-16,-1 0-51 15,-7-4-71-15,-6-10-171 16,-2 4-479-16</inkml:trace>
  <inkml:trace contextRef="#ctx0" brushRef="#br0" timeOffset="104526.97">24531 11908 262 0,'0'0'683'0,"0"0"-663"16,0 0 4-16,0 0 16 15,0 0-14-15,0 0 3 0,102-19 5 16,-75-5-8-16,-2-7-7 16,-4 2-18-16,-2-5 7 15,-6-3-8-15,-7 1-29 16,1 5-38-16,-7 12-26 16,0 8-33-16,-11 11 96 15,-18 3 27-15,-7 24-7 16,-4 6 10-16,5 4 2 15,4-2 59-15,8-2-35 16,10-4-1-16,8-6-14 0,5-5 1 16,0-6-12-1,0-6 7-15,7-2-15 0,13-4 18 16,2 0-8 0,3-4 5-16,2-11 12 0,-2-2-17 15,-6-1-1 1,1 1 4-16,-7 6 0 0,-3 1-10 15,-1 10 12-15,-7 0-16 16,2 0 18-16,-2 0-9 16,5 7 22-16,0 7-5 15,4-1-17-15,0 1 0 16,-2-2-2-16,0 1-2 0,-3 10-1 16,-3-2-19-1,1 6 23-15,-4 0-6 16,0 3 1-16,0-5 3 15,0 3 3-15,0-1 8 0,-9-1-5 16,-11-2 14-16,-7-1-5 16,-1 4 27-16,-3-4-9 15,-4 8 49-15,0-9-49 16,4 0 11-16,0-2-41 16,-3-2-5-16,5-3-32 0,2-6-52 15,4-8-121 1,0-1-436-16</inkml:trace>
  <inkml:trace contextRef="#ctx0" brushRef="#br0" timeOffset="111953.83">6983 6760 16 0,'0'0'190'0,"0"0"-190"0,0 0-73 0,0 0-28 15</inkml:trace>
  <inkml:trace contextRef="#ctx0" brushRef="#br0" timeOffset="114114.13">15206 6491 611 0,'0'0'93'0,"0"0"-91"0,0 0 38 0,0 0 11 16,0 0-12-16,0 0 25 15,7 0-19-15,-5 0 23 16,-2 0-15-16,0 0 17 0,0 0-22 16,2 0-26-16,-2 0 7 15,0 0-23-15,0 0 36 16,0 0-38-16,0 0 35 16,0 0-27-16,0 0 17 15,0 0-13-15,0 0 2 16,0 0-14-16,-15 0 4 15,-3 0-13-15,-5 0 15 16,-2 0-20-16,2 0 10 0,-8 7-2 16,-3 14-4-1,3 5 4-15,0 7 2 0,2 0 0 16,2 3-3 0,4-2 10-16,8 2-24 15,8 3 14-15,7-2-3 0,0 6 6 16,0-1-2-1,20 0 0-15,7-8-1 0,6-2-4 16,5-9-5-16,12-12 11 16,2-11-27-16,4 0 25 15,7-6-6-15,-8-18 7 16,-5-5-38-16,-10-6-18 16,-9-1-85-16,-11-2-202 15</inkml:trace>
  <inkml:trace contextRef="#ctx0" brushRef="#br0" timeOffset="114613.73">14910 6817 720 0,'0'0'65'0,"0"0"49"0,0 0-15 0,0 0-37 15,0 0 93-15,0 0-93 16,107-7-25-16,-78 0-26 16,-1 4-9-1,1-4-4-15,-2 2-6 0,4-4 8 16,10-9-64 0,-1-1-61-16,4-10-194 0,1-5-424 15</inkml:trace>
  <inkml:trace contextRef="#ctx0" brushRef="#br0" timeOffset="115265.22">15930 6188 676 0,'0'0'40'0,"0"0"52"0,0 0-57 15,0 0 1-15,0 0 32 0,0 0 7 16,-4 68 44-1,4-15-21-15,0 6-51 0,0 8-28 16,0 3 9-16,0 3-21 0,0 0-3 16,0 1 10-1,-3-2-22-15,-1-3 12 0,2-9-8 16,2-12-12 0,0-6-26-16,0-16-14 15,0-12-48-15,0-14-103 16,0 0-295-16</inkml:trace>
  <inkml:trace contextRef="#ctx0" brushRef="#br0" timeOffset="115833.83">16121 6079 656 0,'0'0'33'0,"0"0"72"0,0 0-20 16,0 107 17-16,12-53 2 0,3 10-21 16,-1 9-35-1,-3 0 21-15,-5 2-51 16,0-5 13-16,-4 1-25 16,-2-8-1-16,0 10-3 15,0-6-2-15,0-2 0 16,-8-7 0-16,8-10-10 15,0-16-43-15,0-12-62 0,0-12 76 16,0-8-60 0,0 0-152-16,0-22 54 15,0-20-253-15</inkml:trace>
  <inkml:trace contextRef="#ctx0" brushRef="#br0" timeOffset="116643.73">15928 6114 93 0,'0'0'443'0,"0"0"-409"0,0 0 77 15,0 0-58-15,0 0 32 0,0 0 10 16,16 0-1-1,5-5-39-15,8-16-2 0,8-1 10 16,3-5-34-16,4-2 15 16,5 3-33-16,5-1 22 15,-3 4-29-15,-4 8 4 16,-9 13-8-16,-7 2-1 16,-4 0-7-16,-5 19 8 15,-2 11-3-15,-4 1 9 0,-3 15-20 16,-11 3 14-16,-2 13-6 0,-9 8-6 15,-22 0 2 1,-5 0-2 0,-1-2-3-16,-2-8 15 15,4-10-2-15,3-8-9 16,8-17 21-16,13-11-17 0,7-9 13 16,4-2-12-16,0 1-8 15,24 6 14-15,16 4 13 16,10 6 10-16,-2 6 20 0,4 8-24 15,-8 5 28 1,3-4-42-16,-5 6-5 16,1-7 0-16,-1-6-3 0,-2-6 3 15,-3-6-2-15,-6-4-2 16,-8-6-32-16,-3-6 13 16,0 0-27-1,9 0 18-15,0-19-108 16,0-12-164-16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15T23:18:57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12615 5614 426 0,'-7'0'216'0,"2"-4"-202"15,5 0-14-15,0 1 0 0,0-2-2 16,0 2-9 0,0 0-5-16,0 3 15 0,0 0-1 15,0 0 0-15,-6 0 0 16,-9 0-111-16</inkml:trace>
  <inkml:trace contextRef="#ctx0" brushRef="#br0" timeOffset="11025.69">17002 5348 195 0,'0'0'316'0,"0"0"-269"0,0 0 78 0,0 0-40 15,0 0 0-15,0 0-22 16,0 0 4-16,-2 0-26 16,2 0 19-16,0-2-30 15,0-8-10-15,2-3-17 16,12 4 5-16,-6 1 12 16,7 6-20-16,-1 2 7 15,-3 0 4-15,3 0-14 16,-5 16 9-16,-3 8-12 15,-6 8 8-15,0 2-3 16,0 2 1-16,0-6-20 0,-4-8 11 16,2-10-13-1,2 0 21-15,0-6-43 16,0-4 42-16,15 2-5 16,12-2 4-16,-3 0 6 0,5 1-3 15,-2 4 1-15,-9 5 7 16,0 6-11-1,-10 4 9-15,-8 10-12 0,0 4-2 16,-10 11 8-16,-26 7 0 16,-1-6 2-16,-2 0 5 15,10-16-5-15,9-16-2 16,9-6-11-16,4-10 5 16,7 0-74-16,0-10-172 15,23-17-365-15</inkml:trace>
  <inkml:trace contextRef="#ctx0" brushRef="#br0" timeOffset="11625.46">17421 4868 691 0,'0'0'139'0,"0"0"-135"0,0 0 51 0,0 0 18 0,0 0-59 16,0 0 8-1,123-50-18-15,-106 50-8 16,-5 0 0-16,-6 13-10 0,-6 7 11 16,0 6-13-16,-2 1 15 15,-12 5 2-15,1-3 6 16,5-8-5-16,4-6 4 15,4-3-6-15,0-6-5 16,16 0 5-16,9-6 15 0,6 6 1 16,3-3-11-1,-5-1-10-15,0 3-17 16,-8-4-90-16,-7 2-84 16,-7-3-466-16</inkml:trace>
  <inkml:trace contextRef="#ctx0" brushRef="#br0" timeOffset="12635.56">16266 5988 743 0,'0'0'45'0,"0"0"-39"16,0 0 24-16,0 126-29 15,0-96 6 1,7-7-6-16,0-2-1 0,-2-9 0 16,1-6 2-16,-2-6 26 15,5 0 9-15,5-18 53 16,1-22-30-16,3-20 8 15,5-14-42-15,-4-11 6 16,4-8-20-16,-1-4 3 0,0-6-6 0,3-13-2 31,-1-14-6-31,8 4 9 16,-3 9-3-16,0 18 2 0,2 28-15 16,-2 11 9-16,-2 14-3 15,6 6 0-15,-2 6 0 16,0 1-9-16,3 7 6 15,3-2-6-15,6 8 18 16,6 2-20-16,15 2 19 16,15 6-11-16,14 0 3 0,12 0 0 15,4 6-3 1,7-2 11-16,-3 0-2 0,1 5 0 16,0-2-4-1,-3 1 0-15,-4 0 20 0,-4 0-18 16,-6 2-1-16,-5 0 3 15,-12 0-3-15,-9 0-6 16,-15 0 10-16,-14 9-16 16,-11-2 15-16,-10-1-14 15,-10-2-18-15,-4 4-22 0,-3-2-67 16,5-4 9 0,0-2-103-16,-3 0-197 15</inkml:trace>
  <inkml:trace contextRef="#ctx0" brushRef="#br0" timeOffset="13575.48">18060 5388 730 0,'0'0'29'0,"0"0"25"0,0 0 1 0,0 0-19 0,0 0 55 16,0 0-40-16,0 128-43 15,0-83 27 1,0 0-31-16,0-4 1 16,-11 3 0-16,-4-1-10 15,-1-4 2-15,1-5-7 16,3-6 4-16,1-6-20 0,5-10-24 15,-4-2-88-15,6-10 1 0,-5 0-50 16</inkml:trace>
  <inkml:trace contextRef="#ctx0" brushRef="#br0" timeOffset="13855.18">17752 5639 672 0,'0'0'74'16,"0"0"118"-1,0 0-21-15,164-7-83 0,-98 2-3 16,-3-4-64-16,-3 5-1 15,-12 0-20-15,-9 0 0 16,-15 4-33-16,-10 0-14 0,-12 0-82 16,-2 0-226-1</inkml:trace>
  <inkml:trace contextRef="#ctx0" brushRef="#br0" timeOffset="16441.23">18635 5406 596 0,'0'0'46'0,"0"0"13"0,0 0 63 15,0 0-70 1,0 0 14-16,0 0-15 16,-17-16 2-16,14 14 18 15,0 2-16-15,3 0 12 16,0 0-41-16,0 0 7 15,-2 0-32-15,-4 0-1 0,1 10-3 16,-5 14 3-16,-6 8 0 16,-5 4-3-16,2 4 2 15,-2 3-2-15,1-10-8 0,5 0 11 32,6-8-6-32,5-10-2 0,4-5 2 15,0-8-10 1,0-2-5-16,19 0 9 0,13 0 12 15,1 0-3-15,0 0 9 16,-4-2 0-16,-4-5 0 16,0 4-6-16,-10-5 0 15,1 5-10-15,-5-1 1 16,-2-1-16-16,-4 5 2 16,1-2 7-16,-4 2 4 15,0-3 24-15,1-1-12 0,-1-1 1 16,-2-1 5-16,2 2-6 15,-2 4 3-15,0 0 7 16,0 0-10-16,0 0 0 16,0 22 4-16,0 12-6 15,0 4 4-15,-9 4 0 0,1-2 2 16,0-6-4 0,2-4 0-16,3-4-9 15,-1-2 8-15,-4 0-30 16,-2-1-3-16,-5-6-71 15,4 1-61-15,1-11-76 16,8-7-236-16</inkml:trace>
  <inkml:trace contextRef="#ctx0" brushRef="#br0" timeOffset="17005.09">18963 5199 242 0,'0'0'245'0,"0"0"-209"0,0 0 57 16,0 0-40-16,0 0 25 15,0 0-1-15,-21 0 0 16,21 0-7-16,17-8-9 0,8-4 6 16,4 6-10-1,-2-1-23-15,-4 0-34 0,-10 7 0 16,-11 0-27-16,-2 19-14 16,0 10 20-1,-15 7-3-15,-10 3 16 16,6-1 8-16,1-6-2 0,5-2 4 15,7-8 6-15,6-6-2 0,0-4-10 16,21-2 8 0,10-6 11-16,13-2 0 0,-1-2-15 15,-5 0-12 1,-5 0-58-16,-11 5-117 0,-6-2-163 16</inkml:trace>
  <inkml:trace contextRef="#ctx0" brushRef="#br0" timeOffset="18085.53">16541 7177 743 0,'0'0'39'0,"0"0"48"0,0 0 47 0,0 0-91 15,0 0-19 1,0 0-6-16,0 4-15 16,0 22-3-16,0 8 27 0,0 6-2 15,6 0-18-15,8-6 3 0,1 2-9 16,-1-8-1 0,1 5 0-16,-1-10 0 0,-5-6-3 15,-3-6-5 1,-2-11 0-16,-4 0-6 0,0 0 14 15,0-31 7-15,0-10-7 16,0-15-2 0,0-10 0-16,0-10-1 0,7-7-7 15,18-3-6 1,15 2 16-16,9 7 15 0,7 12 15 16,4 9 47-1,-2 16-38-15,-4 7-8 0,-2 13-31 16,0 4 0-16,2 6-7 0,8 0-32 15,5-2 2-15,10-6-76 16,-5 4-53 0,-7-4-193-16</inkml:trace>
  <inkml:trace contextRef="#ctx0" brushRef="#br0" timeOffset="19015.45">16966 7159 510 0,'0'0'94'0,"0"0"-91"0,0 0 25 0,0 0 31 16,0 0-27-1,0 0 20-15,65 0-17 0,-36 0 60 16,0-17-15-16,-4-5-36 16,-4 1-31-16,-3-4-8 15,-5 0 11-15,-9 2-14 16,-4 6-2-16,0 0-2 0,-17 11-9 15,-3 6-26-15,-9 0 31 0,5 13-28 32,-3 10 28-32,5 5-6 0,7-10-8 15,7 2 18 1,8-9 2-16,0-4-13 0,0-3 17 16,16-4-4-16,7 0 4 15,3 0 23-15,-6-11-17 16,5-10 7-16,-8 4-8 15,-1 5-4-15,-7-1-10 16,-7 9-11-16,-2 4 13 16,0 0-7-16,0 0-45 15,0 8 6-15,0 11 49 16,0 0 0-16,2 3 2 16,6-2-7-16,0 2 10 0,-1-1-14 15,-1-3 9 1,-1 1-6-16,-5 3 9 15,0 5-3-15,-5 1 30 0,-14 4 12 16,-10-3 12-16,4 0-22 16,-2-3-2-16,-2-6-25 15,4-5 8 1,-1-8-12-16,0-3-2 0,7 0-3 0,7-4-49 16,2 0-87-1,10-7-139-15</inkml:trace>
  <inkml:trace contextRef="#ctx0" brushRef="#br0" timeOffset="19345.39">17523 7068 570 0,'0'0'69'0,"0"0"-65"0,0 0 21 0,0 0-17 0,0 114-8 15,0-83-21-15,-4-3-41 16,-12-2 14-16,5-5 22 15,0-2 18-15,4-7 0 16,3-6-7-16,-1-6 2 0,5 0-90 31,0 0-206-31</inkml:trace>
  <inkml:trace contextRef="#ctx0" brushRef="#br0" timeOffset="19549.22">17443 7172 1120 0,'0'0'21'0,"0"0"1"16,0 0 7-16,0 0-4 0,0 0-22 16,120 32-6-16,-95-32-24 15,2 0-48-15,0-1-11 0,2-14-63 16,-3 2-30-1,-4 1-247-15</inkml:trace>
  <inkml:trace contextRef="#ctx0" brushRef="#br0" timeOffset="19949.72">17943 7342 778 0,'0'0'225'0,"0"0"-166"16,0 0 58-16,0 0-84 0,0 0-30 15,0 0 19-15,0-145-19 16,0 101 3 0,0 4-2-16,0 4-4 15,0 3 0-15,0 7 0 16,0 7-8-16,0 4 16 16,0 5-16-16,0 8 1 0,0 2-3 15,-12 10-11-15,-5 12 11 16,0 10-30-16,2 0-36 15,4 0-48-15,2-4-140 16,5-12-176-16</inkml:trace>
  <inkml:trace contextRef="#ctx0" brushRef="#br0" timeOffset="20353.84">18216 7047 383 0,'0'0'199'0,"0"0"-195"15,0 0 52-15,0 0-7 16,0 0-19-16,-47 121-18 15,47-95 5-15,0 1-5 16,0-1 15-16,9-6-11 0,9-2-16 16,-3-6 6-16,8-4-1 15,-1-4 49-15,1-4 9 16,-4 0-7-16,-2-6-54 16,-2-12 32-1,-11-2-10-15,-4-1-20 0,0 4-4 16,-7 3-7-16,-17 5-47 15,-7 9-20-15,-5 0 53 16,5 0 18-16,6 0-8 0,8 5-35 16,3-1-37-1,8-4-43-15,3 0-270 16</inkml:trace>
  <inkml:trace contextRef="#ctx0" brushRef="#br0" timeOffset="21265.12">17361 6711 278 0,'0'0'214'0,"0"0"-214"0,0 0-4 16,0 0-81-16,0 0-100 15,0 0 24-15,0-20 161 0,0 20 188 16,0 0 10 0,0 0-57-16,0 0-83 0,0 0-33 15,0 0 13 1,0 0-15-16,0 0-23 16,0-5-6-16,0 4 6 0,9-3 14 15,3 2 55-15,9 1 11 16,6-2 7-16,13 3-18 15,9 0 12-15,13 0-19 16,9 0-50-16,8 0 14 16,5-2-20-16,3-2-11 15,4-2 10-15,-2-2-5 16,-2 6 0-16,-8-4 0 16,-12 6-2-16,-13 0 6 0,-11 0-9 15,-9 0 3 1,-5 0-2-16,-7 0-13 0,-4 0 10 15,0 0-22-15,-3 0 6 0,3 0 7 16,-1 0 9 0,-1 0 6-16,-5 12-17 15,-1 10 11-15,-1-1 13 16,-3-1-13-16,8-4-1 16,5-11-53-16,8-5-135 15,2 0-81-15</inkml:trace>
  <inkml:trace contextRef="#ctx0" brushRef="#br0" timeOffset="22016.47">19163 7110 1003 0,'0'0'1'0,"0"0"9"0,0 0-7 0,132 8-3 15,-96-8-22-15,-10-9-89 16,-10-3-14-16,-4 3-21 16,-12 1 8-16,0 0-52 15</inkml:trace>
  <inkml:trace contextRef="#ctx0" brushRef="#br0" timeOffset="22215.35">19183 6920 1186 0,'0'0'7'16,"0"0"76"-16,134 2-31 0,-83-2-24 15,-5 0-28-15,-7-5-24 0,-12 1-27 16,-8 0-71 0,-10-2-206-16,-6-3-503 0</inkml:trace>
  <inkml:trace contextRef="#ctx0" brushRef="#br0" timeOffset="23001.38">19774 5735 835 0,'0'0'307'0,"0"0"-249"0,0 0 25 0,0 0-67 0,0 0 21 15,0 0 0-15,118-8-32 0,-89 8-5 16,-7 0-13 0,-4 0 6-16,-8 0-44 0,-2 0 5 15,-6 0-36 1,-2 0-60-16,0 0-126 16,-10-10-501-16</inkml:trace>
  <inkml:trace contextRef="#ctx0" brushRef="#br0" timeOffset="23165.42">19887 5574 654 0,'0'0'505'0,"0"0"-495"0,0 0 57 16,0 0-21 0,132 26-40-16,-93-26-6 15,0 0-20-15,-8 0-65 16,-5 0-169-16,-5 0-358 15</inkml:trace>
  <inkml:trace contextRef="#ctx0" brushRef="#br0" timeOffset="23778.79">19983 7171 383 0,'0'0'85'0,"0"0"-41"0,0 0 53 16,36 106-52-1,-26-80-37-15,2-5 30 0,-3-9 24 16,2-3 15-16,0-9-20 16,-2 0 23-1,9-13-37-15,-5-27-5 16,5-8-9-16,-7-19-28 16,4-13 3-16,-3-20-4 0,-5-9-5 15,1-1-49 1,2 7 30-16,5 23 21 0,5 21 3 15,0 24 84-15,4 18 28 16,5 8-35-16,7 5-29 16,9 1-20-16,6 3-19 15,7 0-18-15,-2 0 7 16,-1 0-13-16,4 0-33 16,-4 0-21-16,-2 0-50 15,-10 0-88-15,-10 0-37 16,-8 0-308-16</inkml:trace>
  <inkml:trace contextRef="#ctx0" brushRef="#br0" timeOffset="24350.42">20430 6850 814 0,'0'0'30'0,"0"0"108"0,0 0-63 0,0 0-16 16,0 0-46-1,119 9-13-15,-110 5-18 0,-9 11-20 16,0 7-10-16,-14 10-2 16,-19 0 12-16,4 0 26 15,-4 1 3-15,4-10 18 16,6-1 34-16,12-4 6 0,7-11 0 16,4-4-48-1,15-6 10-15,18-3 3 16,10-4-6-16,-3 0-8 15,5 0 4-15,-11 0-10 0,1 0-50 16,-6-8 55-16,-4-2-96 16,-1-2 33-16,-6-3-101 15,2-1-494-15</inkml:trace>
  <inkml:trace contextRef="#ctx0" brushRef="#br0" timeOffset="24725.69">20866 6878 757 0,'0'0'112'0,"0"0"-53"0,0 0-9 16,0 0-10-1,0 0-27-15,-41 119 9 0,45-96-20 16,19-3 8-16,4-4 2 16,4 0 6-16,-2-4 34 15,0 3-38-15,-6-4 8 0,-4 3-14 16,-1 3-16 0,-9 1-6-16,-7 0 11 15,-2 2 0-15,0 4 3 16,-19-7 7-16,-6-2-6 15,-2-3-2-15,-2-6-9 16,-2-3-8-16,0-3-57 16,2 0-17-16,4-7-125 15,4-16-256-15</inkml:trace>
  <inkml:trace contextRef="#ctx0" brushRef="#br0" timeOffset="24895.41">20916 6954 1255 0,'0'0'4'16,"0"0"77"-1,0 0-66-15,0 0-14 16,0 0-1-16,0 0-33 16,141-28-41-16,-107 18-93 0,-3 3-155 15,2 1-293 1</inkml:trace>
  <inkml:trace contextRef="#ctx0" brushRef="#br0" timeOffset="25265.53">21587 7209 10 0,'0'0'1102'15,"0"0"-1052"-15,0 0 76 16,131-9-73-16,-93 6-53 16,-9-3-31-16,-8 0-50 15,-11-2-105-15,-4 3-230 0</inkml:trace>
  <inkml:trace contextRef="#ctx0" brushRef="#br0" timeOffset="25495.58">21616 7032 819 0,'0'0'267'0,"0"0"-228"16,0 0 60-16,158 0-93 16,-116-2-12-16,-3-8-30 0,-6-6-166 15,-8-4-433 1</inkml:trace>
  <inkml:trace contextRef="#ctx0" brushRef="#br0" timeOffset="26079.59">22421 6946 879 0,'0'0'103'0,"0"0"10"0,0 0-76 16,0 0-4-16,0 0-22 15,-121 72-6-15,110-54-3 16,5 0 0 0,1-4 17-16,5 2-19 0,0 0 28 15,20-3-25 1,9 1 3-16,2-5-5 0,7 4-2 15,5-3 1-15,-3 2-10 0,-1 2-32 16,-1 4 42 0,-9 4 0-16,-9 2 9 15,-9 6-17-15,-9 2 16 16,-2 4-15-16,0 2 10 16,-6 2-3-16,-19 1 0 15,-6-4 1-15,-7 6-1 0,1-10 6 16,-1-6-18-1,-1-7 12-15,8-10-20 16,3-10-60-16,4 0-81 0,3-17-164 16</inkml:trace>
  <inkml:trace contextRef="#ctx0" brushRef="#br0" timeOffset="26295.52">22421 7194 1149 0,'0'0'35'0,"0"0"45"0,0 0-28 0,0 0-28 0,126-44-24 16,-86 26-4-16,1-1-52 15,3 0-10-15,-6-1-143 16,-2 2-81-16,-12 6-243 15</inkml:trace>
  <inkml:trace contextRef="#ctx0" brushRef="#br0" timeOffset="27579.94">14369 5432 345 0,'0'0'353'0,"0"0"-340"0,0 0 83 15,0 0-64-15,0 0-12 16,0 0-20-16,-8 0 0 16,8 6 10-16,0 16 61 0,0 8 20 15,0 8-41-15,0 7-22 16,0 0-26-16,0-4 12 0,0-3-14 15,0-14 0 1,5-6 0-16,6-10 2 16,12-8 23-16,8 0-7 0,22-47 31 15,21-26-24 1,13-34-1-16,22-21-23 16,7-8 2-16,4 8-2 15,-7 11-2-15,-19 23-11 0,-18 25-38 16,-22 25 19-1,-19 20-45-15,-12 20-1 16,-17 4-130-16,-6 18-13 0</inkml:trace>
  <inkml:trace contextRef="#ctx0" brushRef="#br0" timeOffset="134185.06">7573 7197 56 0,'0'0'220'0,"0"0"-156"16,0 0-21-16,0 0-2 16,0 0-10-16,0 0 1 15,0 0-4-15,0 0 25 16,0 0-8-16,-14-15-1 0,14 14-8 16,0 1-33-16,0 0 17 15,0 0-16 1,0 0 44-16,0 0-13 0,-2-4 7 15,0 4-4-15,-1-5-9 16,3 4-11-16,0 1-14 16,0 0 20-16,0 0-22 15,0 0 17-15,0 4-16 16,0 18-3-16,0 10 8 16,7 13 17-16,5 12-25 15,-4-2 0-15,1 11-3 0,-7-5 9 16,-2-7-16-1,0-5 20-15,0-9-13 0,0-14 11 16,0-14-13 0,0-12 5-16,25 0 0 0,20-42 0 15,15-27 40-15,11-19-15 16,2-6-15-16,-1-2-12 16,-1-2 12-16,-2 4-20 15,5 7 6-15,-12 20-1 16,-15 24-18-16,-16 25-37 15,-19 18-105-15,-12 15-73 16,-6 22-101-16</inkml:trace>
  <inkml:trace contextRef="#ctx0" brushRef="#br0" timeOffset="159518.76">10949 7552 501 0,'0'0'30'0,"0"0"-11"0,0 0 14 16,0 0-13-16,0 0-2 16,0 0 24-16,0 0-16 15,0 0 29-15,-8 4 0 0,8-4 16 16,0 0-22-16,0 4-24 15,-2-1-25-15,2 6 3 16,-2 2-10-16,-2-2 18 16,-1 6-6-16,5 0 1 0,-2-1 16 15,0 4-17 1,2 2 19-16,-2 0-8 0,0 2-12 16,-1 0-4-1,0 4 2-15,3 0-1 0,-2 2 7 16,2-3-2-1,0 6-5-15,0-2 20 0,-2-1-9 16,2 4-2-16,0-7-6 16,0 0-1-16,0 0-6 15,0 0 11-15,-2 0-11 16,2 2 19-16,0-1-16 16,0-2 12-16,0 0 17 15,0 0-29-15,0 1 4 16,0 0-4-16,0 1 3 15,0-2-6-15,0 5 11 0,0 1-4 16,0-1 0 0,0 2-3-16,0-3 3 0,0 0-4 15,0-2 0-15,0 0 0 16,0 4-1-16,0-1 8 16,-4-6-9-16,4-2 10 15,0-1-16 1,0-2 15-16,0-3-12 15,0 2 7-15,0-4-4 0,0-2 2 16,0 1 0-16,0-3-7 0,0 2 14 16,0-1-14-1,0-1 14-15,4 2-13 16,-2-1 8-16,2-2-2 16,2-1 0-16,0-2-12 0,1 1 11 15,1 2 2 1,4 0-8-16,1 2 18 0,3-6-20 15,3 2 18-15,2-1-15 16,1 0 13-16,0-1-7 16,5-2 2-16,0 2 4 15,4-2 13-15,-4 0-17 16,4 0 15-16,4-2-14 16,3 0 2-16,3 0-2 15,-1 0 0-15,2 0-3 16,-4 0 1-16,-2 0-3 15,-3 0 11-15,-6 0-3 0,4 0 4 16,-4 0-14-16,1 0 10 16,1 0-9-1,4 0 3-15,6 0 0 16,1 0-2-16,0 0 5 16,3 0-13-16,-1 0 20 15,0 0-12-15,-2 0 8 16,0 0-8-16,-2 0 4 0,-5 2-2 15,0 0 0-15,-3 2 2 16,1-2-7-16,-2 3 12 16,0-4-14-16,0 4 22 0,-2-4-28 15,6 5 24 1,-4 0-20-16,2 0 9 0,-4-2 0 16,9 0-2-1,-7 0 4-15,6 0-9 0,-6-2 14 16,0 0-13-1,-2 3 19-15,-2-4-19 0,2 4 6 16,-1-4 0-16,0-1-2 16,3 0 3-16,0 0-3 15,0 0 4 1,-2 0-8-16,0 0 20 0,0 0-24 16,-4 0 19-16,-4 0-17 15,-1 2 8-15,-1 1 0 16,0-2-1-16,0 3 4 15,5-2-11-15,3 0 17 0,0 3-14 16,2 0 15 0,-1-1-19-16,0 2 10 15,-3-2-2-15,-3-1-2 0,-5-1 1 16,1-2-1 0,0 0 6-16,-3 0-12 15,3 0 23-15,-5 0-22 0,-2 0 12 16,4 0-8-1,-1 0 3-15,1 0 1 16,1 0-2-16,-1 0 7 0,7 0-14 0,-3 1 20 16,1-1-19-1,-3 0 8-15,-5 0-2 0,-3 0-13 16,-3 0 13 0,0 0 1-16,-4 0 2 0,5 0 2 15,-5 0 0 1,2 0 12-16,2-6-7 0,1-2-10 15,2-2 9-15,-5-3-10 16,4 0 3-16,1-5 0 16,-5-2-4-16,3 0 8 15,-3 2-10-15,3 2 17 16,-3 0-16-16,2-1 15 16,1 5-18-16,-3-5 8 15,4 1 0-15,2-3 0 16,-6-6 1-16,6-2-6 15,-3-1 10-15,1-3-14 0,0 0 17 16,0 0-15 0,-2 6 13-16,-2 3-6 15,1 2 0-15,-3-2-7 16,0 0 2-16,0-5-14 16,0 4 9-16,0 1 9 0,0-2-9 15,0-1 10-15,0-2 0 16,0 1-20-16,0-2 9 15,-5 0-5-15,1-1 9 16,4 3 1-16,0-3 8 16,0 4-13-16,0-1-5 0,0-2 2 15,0 6 5 1,4 0 9-16,1 0-2 0,-5-1-18 16,2 1-3-1,-2 3-15-15,0-4 33 0,2-3-11 16,2 2 16-1,1-3-23-15,2-2-7 0,-3 1-8 16,-4 8 15 0,5 0 22-16,-5 3 2 15,0-2-6-15,0 3 19 0,0 2-22 16,0 4 22-16,0 2-14 16,-5 0 1-16,-3 4 31 15,-6-2-21-15,5-1-10 16,-5 3 7-16,-1 3-4 15,-1-3 18-15,-6 4-14 16,-2 0-9-16,-5 0 6 0,0 0-10 16,-2 0 3-16,-1 0 2 15,1 0-1 1,0 0 2-16,0 0-4 16,-3 0 8-16,-6 0 7 15,4 0-7-15,-4 0 6 0,-4 0-7 16,1 0-8-16,-1 0 8 15,-1-3-3-15,3 3 21 16,4 0-16-16,0 0-3 16,2 0 5-16,-1 0-12 15,1 0 11-15,-1 0-14 16,-4 0 8-16,-1 0-1 16,0 0 0-16,-5-7 3 15,7-2-11-15,-3 4 18 16,3 1-17-16,0 2 17 0,0 2-11 15,0 0 2-15,0 0 13 16,0 0-11-16,-1 0 0 16,6 0 6-16,-1 0-5 15,1 0-2-15,-1 0 6 16,1 0-2-16,-2 0-5 0,0 0 10 16,-3 0-8-1,2 0-3-15,5 6 0 16,4-4 1-16,2 4-6 15,2-2 15-15,0-2-13 0,-1-2 14 16,4 0-5-16,-5 0-5 16,2 0 14-16,3 0-13 15,-3 0 0 1,6 0-2-16,-2 0 4 16,-1 0-8-16,5 0 15 15,-2 0-12-15,-3 0 7 16,7 0-9-16,-6 0 3 0,2-2 0 15,1-2-4-15,5 1 8 16,-1 0-9-16,5 1 11 16,3 0-8-16,1 0 13 15,2 2-16-15,1 0 10 16,-2 0-10-16,-3 0-4 0,-1 0-1 16,1-2 10-1,-7-1 0-15,1 0 9 16,-3-2 8-16,1 4 15 15,3-2-28-15,-1 2 6 0,3-1-8 16,-2-2-2 0,1 1 0-16,-5 2 3 15,-6-3-8-15,-2 4 11 16,-1 0-12-16,0-4 17 16,6 4-15-16,3 0 11 15,5 0-9-15,1 0 2 0,8-2-4 16,2 2 3-16,-2-3-11 0,0 3 4 15,-7 0 16-15,3 0-7 16,-8-4 8 0,1 4 0-16,1 0-8 0,4 0 1 15,1-1-2 1,3-2-12-16,4 0 0 0,0-3-61 16,0-4-48-1,0-4-199-15</inkml:trace>
  <inkml:trace contextRef="#ctx0" brushRef="#br0" timeOffset="160495.54">12954 7475 389 0,'0'0'153'16,"0"0"-126"-16,0 0 78 0,0 0-18 0,0 0 26 15,0 0-7-15,0 0-24 16,0 0-22-16,2 0-8 16,13-6-10-16,8-11-3 0,4-4-3 15,4 1-28 1,-2 2 24-16,0 0-22 15,-6 4-15-15,0 0 5 0,0-1-3 16,-6 4-21-16,1-1 5 16,-7 4-4-16,-2-1-28 15,0 5 11-15,-7 1-72 16,5-3-64-16,-7 1-155 0</inkml:trace>
  <inkml:trace contextRef="#ctx0" brushRef="#br0" timeOffset="161029.01">12795 7303 429 0,'0'0'19'0,"0"0"11"0,0 0 16 0,0 0 3 15,0 0-39-15,0 0 25 16,-2 0-6-16,2 0 27 16,0 0-9-16,0 0 12 15,0 0 9-15,2-2 22 16,14-7-24-16,4-4-27 15,4-5 43-15,5-2-46 16,0 1 7-16,4-3-40 16,1-1 5-16,7-4-6 0,-4 1-3 15,1 2 1-15,-5 4-15 16,-8 6-21-16,-5 7-87 16,-7 2 13-16,-4 1-125 15,-2 1-134 1</inkml:trace>
  <inkml:trace contextRef="#ctx0" brushRef="#br0" timeOffset="161683.26">13540 7026 398 0,'0'0'13'0,"0"0"17"0,0 0 17 15,0 0-43 1,0 0-7-16,0 0 8 0,-4 56 19 15,16-47 43-15,4-6-6 16,4 2 13-16,7-5-14 16,4 0 28-16,7 0-16 0,1-15-8 15,4-9-24 1,-7-4 2-16,-5-4-19 0,-6-7-4 16,-3 0 0-1,-9-1-19-15,-2-4 5 16,-9 3 4-16,-2 4-14 15,0 2 16-15,0 3-18 0,-8 2 12 16,-7 6-10-16,-4 7 3 16,-5 6-1-16,-5 9 2 15,-7 2 2-15,-4 2 7 0,-7 21 2 16,1 2-16 0,3 7 12-16,7-1-12 15,9-4-14-15,6 6-7 16,5 2-16-16,5 7-89 15,7 9-38-15,-6 5-114 16</inkml:trace>
  <inkml:trace contextRef="#ctx0" brushRef="#br0" timeOffset="163395.34">11784 10686 117 0,'0'0'334'0,"0"0"-281"0,0 0 34 0,0 0-38 16,0 0-39 0,0 0 32-16,31-29 17 0,-24 23 18 15,-1 1 23 1,3-1-13-16,0-1-21 0,4-2-25 16,1-3 13-1,4-7-45-15,6 0 21 16,3-8-28-16,4-7 17 15,5-5-14-15,4-6 9 0,0-2-4 16,0-1-7-16,-2 2-6 0,-5 5 2 16,-2-2-1-1,-4 10-30-15,-4 0 3 0,-6 7-38 16,-3 7 4 0,-10 2-39-16,1 5-85 15,-5 5-43-15</inkml:trace>
  <inkml:trace contextRef="#ctx0" brushRef="#br0" timeOffset="163895.57">11976 10074 120 0,'0'0'540'0,"0"0"-526"0,0 0 55 16,0 0 21-16,0 0-27 0,60 125-34 16,-33-93 16-1,2 8-23-15,0-2 15 0,-3 2-9 16,-2 4 10-16,1-2-35 15,-3 4 25-15,0-2-26 16,-2-6 5-16,1 0-7 16,-2-6-1-16,2-6-5 15,-1-5-18-15,-5-5 21 16,1-6-56-16,-5-3-87 16,0-4-49-16,-4-3-97 15</inkml:trace>
  <inkml:trace contextRef="#ctx0" brushRef="#br0" timeOffset="164530.28">12809 10443 561 0,'0'0'192'0,"0"0"-161"0,0 0-4 16,0 0 11-16,0 0-22 15,0 0 25-15,58 0-18 0,-37 2 9 16,2 0 11-16,2-2-17 16,-1 0 30-16,3 0-50 15,2 0-4-15,0 0-2 16,0 0-15-16,-5 0-59 16,-4-4-96-16,-7-4 46 15,-5-3-71-15,-8 2-227 16</inkml:trace>
  <inkml:trace contextRef="#ctx0" brushRef="#br0" timeOffset="164931.2">12782 10182 617 0,'0'0'32'0,"0"0"44"0,0 0 71 15,0 0-36-15,0 0-20 16,139 22-53-16,-102-19 1 16,-6 2-28-16,1 0-5 15,-1-4-6-15,-4 2-40 16,-6-2 6-16,0 2-74 15,-9-3-65-15,-2 0-156 16</inkml:trace>
  <inkml:trace contextRef="#ctx0" brushRef="#br0" timeOffset="165595.66">13544 10257 681 0,'0'0'17'0,"0"0"21"0,0 0 53 16,0 0 18-16,0 0-14 16,0 0-32-16,94 37 11 0,-59-37-58 15,1 0 11 1,3 0-18-16,0 0-5 0,-1 0-4 15,-5 0-12-15,0 0-24 16,-1 5-51-16,-1 1 3 16,-2 0-121-16,-7-2-131 15</inkml:trace>
  <inkml:trace contextRef="#ctx0" brushRef="#br0" timeOffset="166761.49">14342 9904 556 0,'0'0'42'0,"0"0"-36"0,0 0 6 16,0 0 39-1,0 0-20-15,0 0-2 0,0 92-14 16,-10-60 53-16,-3 4-6 16,5-1-15-16,-4-2-12 15,1-3-22-15,5 1 3 16,-4-3-12-16,6-2 0 16,-1-2-3-16,5-1 12 15,0-6 2-15,0-7-2 16,0 0-4-16,0-7-9 15,9 4-1-15,5-5-9 0,3-2 7 16,1 0 6 0,3 0 1-16,-2 0-4 0,2 0 0 15,-1-5-11 1,2-4-12-16,-2-1-4 0,-4 2-35 16,-3 0 40-16,2-1-2 15,-5 2 21 1,-4 1-8-16,-4 1 8 0,1 4 5 15,-3 1-2-15,0 0 0 16,0 0 3-16,0 0-6 16,0 0 6-16,0 0-9 15,0 0 6-15,0 0-15 0,0 0 13 16,0 0 2 0,0 0 6-16,0 7 11 0,0 4 17 15,0 1-32 1,0 0 13-16,0 2-13 15,0 2 31-15,0 2-14 0,0 6-6 16,0-1-7-16,0 0 0 16,0 1 1-1,-5-2-5-15,1 0-4 0,0-4 4 16,-4-2-12-16,4 6 10 0,0-3-3 16,-3-1 6-1,1-1-5-15,1-2 2 16,0-1-2-16,1-5-7 15,-1-1 9-15,1-1-4 16,2-4 8-16,2 0-4 0,0-3 1 16,0 0-2-16,0 0 3 15,0-9 7-15,0-8 11 16,0-11-15 0,0-3 32-16,0-6-13 0,13-4 33 15,3 0-39 1,-3-2-13-16,-1 3-1 15,-4 4-8-15,1 4 1 0,-9 8-26 0,6 7 9 16,-6 10-9 0,4 3 22-16,-2-4-45 0,2-2-64 15,-4 6 10 1,4-5 42-16,-4 6-58 16,0 3-160-16</inkml:trace>
  <inkml:trace contextRef="#ctx0" brushRef="#br0" timeOffset="173265.14">18583 9847 51 0,'0'0'574'0,"0"0"-540"0,0 0 46 15,0 0-39-15,0 0 7 16,0 0-39-16,0 0 15 16,-25 103 53-16,21-103 10 15,4 4-30-15,0-2-1 16,0-2 2-16,0 1-32 16,-2-1 3-16,-2 0-21 15,-5 0 6-15,-4-7-3 16,-1-19-22-16,-3-15 22 15,-3-13-11-15,6-13 2 16,-1-6 1-16,-1-7-3 16,7 0 8-16,5 4-11 15,4 1 13-15,0 7 0 0,13 2-10 16,14 0 24 0,4 4-10-16,4 3-2 15,6 1-6-15,-3 10-2 16,-1 6 2-16,1 8 3 0,1 8-4 15,0 6 4-15,-1 8-18 16,5 2 13-16,1 4-8 16,0-2 4-16,6 2-9 15,-5 0 8-15,-3 1-24 16,-5 3 19 0,-5 2-55-16,-3 0-14 0,-5 0-91 15,-3 0-96-15,-11 8-146 16</inkml:trace>
  <inkml:trace contextRef="#ctx0" brushRef="#br0" timeOffset="173815.52">18537 9346 545 0,'0'0'110'0,"0"0"-3"0,0 0 38 16,0 0-35-16,0 0-33 15,154-20 37-15,-98 8-59 16,8-3 9-16,9-6-10 0,8 0-20 16,-1 4 1-1,-6-1-30-15,-12 9-10 0,-13 0 0 16,-18 6-7-16,-11 3-56 15,-11 0-20-15,-9 0-97 16,0 0-221-16</inkml:trace>
  <inkml:trace contextRef="#ctx0" brushRef="#br0" timeOffset="179395.6">1372 13922 167 0,'0'0'137'0,"0"0"31"0,0 0-85 16,0 0-38-16,0 0-4 15,0 0 0-15,0 0-35 0,-16 0 45 16,14 0 24-16,0 0 8 15,0 0-34-15,2 0-14 16,0 0 8-16,0 0-19 16,0 0-19-16,0 0 5 0,0 14-10 15,0 14 3 1,0 2 10-16,0 4-7 0,0 3-4 16,0 3-1-1,0 6 9-15,0-4-2 16,0 4-7-16,0-6 24 0,0-4-22 15,0-5 7-15,0-4-6 16,4-4-8-16,0-5 4 0,5 4 0 16,1-5 0-1,-4 2 3-15,5 2-7 16,-1-2 10-16,0-1-11 16,1-2 12-16,1-2-14 0,1 0 5 15,5-2 1 1,2-1-5-16,6 2 6 15,3-3 0-15,0 3 2 16,3-2 2-16,-3 5 0 16,2 3 2-16,-2-2-4 0,0-1 14 15,2-1-16 1,2-9 11-16,1 0-6 16,-1-2-3-16,3-4-4 15,-1 0 12-15,10 0-4 16,7 0 0-16,3 0 2 0,5 5-1 15,0-1-13-15,2 10 6 16,-4-6 0-16,-6 1-4 0,-4-2 11 16,-9-3-17-1,-6-1 20-15,1-2-18 0,-3-1 13 16,-2 3-8 0,11-2 3-16,-5 4 0 0,10-1-1 15,0 0 4 1,2-3-9-16,-3 4 15 0,1-2-21 15,-1-3 15 1,3 0-6-16,0 0-6 0,0-3 5 16,-1-3 4-16,4-2 0 15,-4 8-4-15,1 0 12 16,2 0-14-16,-2 0 16 0,1-6-17 16,4 2 17-1,-7 1-14-15,3-1 4 0,-5 3 0 16,-1-4-3-1,0 5 7-15,1 0-13 16,-1-1 18-16,2 1-16 0,1 0 21 0,0 0-27 31,2 0 24-31,-1 0-20 16,6 0 9-16,-1-3 0 16,0 0 2-16,0 0 1 15,1 0-1-15,-1-2 7 0,0-4-12 16,-1 0 9-16,0-3-9 15,0 3 3-15,-8-2 0 0,7 3 0 16,-5 2 2 0,3 6-8-16,-3 0 13 0,6-2-12 15,-4 0 18 1,6-2-26-16,-3-6 18 16,0 3-5-16,2-2 0 15,-1-1 3-15,-2 6-6 0,-1 0 6 16,-5 4 5-1,2 0-5-15,1 0 3 16,0-4-5-16,6 4-2 16,-1-2 7-16,-6-1-8 15,7 1 2-15,-7-3 0 16,2 4-7-16,-4-8 15 0,-1 3-11 16,7 2 15-16,-2 4-18 0,1-4 14 15,0 4-12 1,-4 0 4-16,-4-6 0 15,3 6-4-15,1-7 10 16,-3 1-15-16,0 4 19 16,-2-4-11-16,-2 2 5 0,-1-1-7 15,3 1 3 1,0-4-1-16,3 6-1 0,-2 0 4 16,-3 2-7-16,2 0 15 15,-2 0-24-15,-3 0 28 16,3 0-28-16,-3 0 21 15,0 0-7-15,1 0 0 16,-5 0-5-16,0 0 3 0,-2 0 4 16,-3 0-6-1,0 0 12-15,1 0-8 0,-3 0 11 16,3 0-22 0,2 0 14-16,-3 0-3 0,0 4 0 15,1-4-7 1,0 0 3-16,-6 0 8 0,4 0-10 15,-3 0 20-15,-3 0-22 0,2 0 18 16,1 0-12 0,0 0 2-16,0 0-6 15,0 2 3-15,0 4 1 16,-4-2-5-16,-3 1 9 16,1-4-6-16,-4 2 8 15,-1-2-5-15,-2 4 1 16,4-5 0-16,-2 4 0 15,0-1 1-15,-2-2-6 16,0-1 11-16,-3 0-4 16,2 0 2-16,-1 0-8 15,0 0-3-15,-3 0 6 16,0 0 2-16,0-4 0 16,1-3 15-16,1-5-15 15,-2 0 11-15,-2-3-8 16,2-8-2-16,-2-2-1 0,0 2-2 15,0-12-16-15,0 3 12 16,-2 0 2-16,-4 2 3 16,-1-1-1-16,0 6 9 0,-2-2-12 15,3-4 14 1,-3 1-15-16,-3-1 10 0,-3 0 1 16,3-8-6-1,-3 2 0-15,7-4-2 16,0 1 1-16,2 6-2 15,-1 8 6-15,1-2-7 16,-4 10 12-16,-1 0-16 16,0 4 1-16,-2 4 1 0,0 2 6 15,1 4-3-15,-3-4 1 16,-1 4 4-16,-2-2-14 16,-4 6 11-16,-7 0-13 15,2 0 16-15,-2 0-4 16,-2 0-2-16,-3 0 4 15,3 0 0-15,-4 0 3 16,-5 0-6-16,-1 0 9 0,-3 0-5 16,4 0 7-16,5 0-11 15,-2 0 8 1,4 0-5-16,2 0 0 16,0 0 5-16,-3 0-13 15,3 0 14-15,-7 0-17 16,-1 0 4-16,-2 0 2 0,-10 0 6 15,-5 0-2-15,-8 0-2 16,-1 0-2-16,-5 14 4 16,4-4 2-16,1 0 31 15,12 0-22-15,2-4-17 0,-1 2 14 16,6-6-5 0,-3 2-1-16,7-4 3 0,3 2-4 15,-1 4 2 1,7-1-8-16,2-2 14 0,-3 1-16 15,3-4 21-15,-2 0-26 16,-5 0 10-16,-3 1 0 16,2-1 1-16,-3 0 2 15,1 0-3-15,1 0 1 16,2 0-7-16,-1 0 18 16,-2 0-15-16,-1 0 15 15,-1 5-15-15,3 3 12 0,5 2 2 16,-5 0-5-1,1 0 6-15,-1 0-9 16,-2-4 9-16,2-2-12 0,-2-1 9 16,2-3-11-1,-1 0 8-15,-1 0-3 0,-2 0 0 16,1-3 1 0,-1-1-6-16,1 4 12 0,10 0-7 15,-5 0 5-15,0 0 1 16,1 0 1-16,-8 0-12 15,-4 0 5-15,-5 0 0 16,3 0-1-16,2 0-6 16,4-4 3-16,8-1 8 15,3 0-8-15,3 3 15 16,2 2-22-16,2 0 12 16,0 0-4-16,-2-4-1 15,-4 1 2-15,0-2-6 0,-7-3 1 16,-3 0-3-16,-3 2 15 15,-2 0-14-15,4 3 14 16,0 3-12-16,1 0 3 0,3 0 0 16,-3 0 4-1,4 0-8-15,3 0-2 16,-4 0 10 0,-1-1-13-16,2-9 10 0,-3 0-3 15,1 4 12-15,-1-4-1 16,4 2-1-16,-5 3-4 15,4 0 0-15,-3 2 4 0,1-2-9 16,1 1 12 0,0 4-10-16,-3 0 13 15,3 0-15-15,-2 0 5 0,-1 0 0 16,2 0 2-16,-6 0-1 16,6 0-2-1,2 2 10-15,1-2-11 0,7 0 7 16,2 0-10-16,2 0 8 15,2 0-5-15,1 0 2 16,-1 0 0-16,1 0-3 16,-3 0 7-16,-2 0-12 15,0 0 20-15,0 0-18 16,2 2 12-16,5-2-10 16,-2 0 6-16,6 0-2 15,-3 0 0-15,2 0 4 16,-1 0-11-16,-3 0 17 0,4 0-13 15,-4 0 14-15,3 0-18 16,2 0 14-16,2 0-12 16,3 0 5-16,2 0 0 15,0 0 0-15,2 0 2 16,-3 0-14-16,4 0 19 16,-3-4-16-16,-1 4 18 15,1 0-11-15,3-4 2 16,1 4 0-16,2 0 0 0,3 0 3 15,-2 0-6 1,1 0 9-16,3 0-13 16,0 0 20-16,0 0-20 15,0 0 14-15,0 0-7 16,0 0 0-16,0 0-4 16,0 0 3-16,0 0-64 15,0-14-222-15,0-3-377 16</inkml:trace>
  <inkml:trace contextRef="#ctx0" brushRef="#br0" timeOffset="194236.72">7782 6567 44 0,'0'0'0'0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2T22:03:03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13415 12581 609 0,'0'0'12'0,"0"0"-12"0,0 0 60 0,0 0-31 0,0 0 141 0,0 0-152 0,0 0-18 0,0 0 8 0,29 28 6 16,-22-26 3 0,-3 6 112-16,11 4-118 0,-1 6-6 15,8 4 41 1,-4 8-37-16,6 2-9 0,-1 8 0 16,-6-2-2-16,2-3-17 0,-4-3 11 15,-1-2 3 1,1-4 10-16,-1-2-13 0,-2-8 17 15,2-4-17 1,-5-8 16-16,0 2-16 0,-3-6 2 16,-2 0-4-1,2 0-4-15,-2 0 14 0,3-20-1 16,-1-4 5 0,-6-10 16-16,0-8-13 15,0-5-1-15,0-9 0 0,-6 4-3 0,-3-5-3 31,-5-6 1-31,-3-4-4 0,-4-6 7 16,-3-10-8-16,-1 7 8 16,1-6-2-16,4 3 2 15,5 3 1-15,5 2-1 16,6 5 0-16,-1 11 9 16,3 5-11-16,2 11 33 0,0 12-29 15,0 12-3 1,0 8 9-16,2 7-22 15,19 3 17-15,5 0-7 16,8 0 0-16,4 4 0 16,-1 5-1-16,5-5 5 15,6 2-12-15,3-6 2 0,2 0 0 16,-2 0 6-16,-1 0-4 16,3 0 1-16,-6-13-2 15,-3 6-22-15,-8-4 26 16,-10 7-4-16,-7 2-31 15,-2-2 23-15,-3 1-64 16,-6-10-141-16,-1 3-216 16</inkml:trace>
  <inkml:trace contextRef="#ctx0" brushRef="#br0" timeOffset="799.69">13968 12378 999 0,'0'0'67'0,"0"0"48"0,0 0-86 0,0 0 11 15,0 0 1-15,0 0-10 16,0 0 0-16,79-41-21 15,-58 37 11-15,-2-1-13 16,2 5-16-16,-3 0-17 16,-1 0-13-16,6 0-34 15,-5 0-58-15,-1 6-154 16,-6 1-402-16</inkml:trace>
  <inkml:trace contextRef="#ctx0" brushRef="#br0" timeOffset="1497.37">14448 12665 335 0,'0'0'141'0,"0"0"3"0,0 0-51 0,0 0-6 16,0 0-31 0,0 0 28-16,0 6-38 0,0-6 22 15,0 0 6 1,0 0 5-16,0-18-33 16,0-10-22-16,-4-10 6 0,-7-8-3 15,-3-5 8 1,1-5-28-16,-3-4 21 0,3-2-27 15,5 8 6-15,-4-1-7 16,6 5-5-16,-1 9 5 16,3 12-3-16,-2 14-2 15,6 9 10-15,-2 6-15 16,-2 0 5-16,2 7-12 16,-5 20-17-16,-3 13 33 15,-2 8-24-15,1 4 0 16,2 1-13-16,0-8-27 15,0-2-30-15,3-10-114 16,-1-12-72-16,2-9-271 16</inkml:trace>
  <inkml:trace contextRef="#ctx0" brushRef="#br0" timeOffset="2613.64">14184 11740 194 0,'0'0'5'0,"0"0"-5"16,0 0 69-16,0 0 21 0,0 0 48 16,0 0 7-1,-5-15-63-15,5 15-6 0,-3 0-15 16,3 0 1-16,0-3-15 15,0 3 3 1,0 0-13-16,0 0-5 0,0 0 18 16,0 0-15-16,0 0 12 15,0 0-40-15,8-1 23 16,13-6-6-16,6 4-5 16,4-8-9-16,5 5-6 15,7-7 2-15,-5-1 0 16,-3-3-1-16,-6 7 1 15,-9 4-12-15,-11 3 2 16,0 3 2-16,-9 0-13 16,0 0 1-16,0 0 7 0,0 0-10 15,0 0 17 1,0 2-1-16,0 13-7 0,0 9 16 16,0 2-1-16,-5 4-2 15,1-1-10-15,2-2-2 16,0 1-58-16,2-3-40 15,0-9-122-15,0-8-98 16</inkml:trace>
  <inkml:trace contextRef="#ctx0" brushRef="#br0" timeOffset="3495.1">14992 12528 810 0,'0'0'162'0,"0"0"-82"0,0 0 23 15,0 0-35-15,0 0-23 16,0 0-28-16,76-30-15 16,-58 21-1-16,-3-3 10 0,-3-1-22 15,-4 2 12-15,1 1-4 16,-7 1-33-16,2 3-5 15,-4 6-54-15,0 0-81 0,0 0-71 16,0 0-235 0</inkml:trace>
  <inkml:trace contextRef="#ctx0" brushRef="#br0" timeOffset="3765">14920 12324 1055 0,'0'0'31'15,"0"0"99"-15,0 0-54 16,0 0-43-16,0 0-29 15,121-12-4-15,-101 4-28 16,-2 0 22-16,-2 1-50 16,0 2-13-16,-6 5-152 15,-3 0-210-15</inkml:trace>
  <inkml:trace contextRef="#ctx0" brushRef="#br0" timeOffset="4725.38">15751 11962 575 0,'0'0'25'0,"0"0"23"15,0 0 11-15,0 0-32 0,0 0 28 16,0 0 0 0,8-4 41-16,-8 4-11 0,0 0-9 15,0 0-4 1,0 0-34-16,0 0-6 0,0 0-14 16,0 0 1-1,0 8-16-15,0 17 30 0,0 9-7 16,0 9 6-16,0 1-22 15,4 3 10-15,9 3-16 16,1 9-4-16,6 1-3 16,-4-1 3-16,4 0 5 15,4-4 2-15,0-9-14 0,8-9-8 16,3-6 9 0,8-15-19-16,3-8-40 0,6-8 38 15,-2-14-41-15,-2-27-69 16,-13-6-140-16,-10-4-251 15</inkml:trace>
  <inkml:trace contextRef="#ctx0" brushRef="#br0" timeOffset="5458.56">15817 11566 628 0,'0'0'213'0,"0"0"-100"15,0 0-23-15,0 0-31 16,0 0-47-16,0 0-12 0,0 48 8 0,0-48-8 15,0 0 19 1,0 0 24-16,0 0-9 16,0 0-14-16,0 0-4 15,0 0-15-15,-5 8 18 16,3 4-13-16,-1 0 4 16,1-4-10-16,2-4-15 0,0-4-50 15,0 0-133-15,0-2-344 16</inkml:trace>
  <inkml:trace contextRef="#ctx0" brushRef="#br0" timeOffset="10218.56">14068 14135 584 0,'0'0'190'0,"0"0"-132"16,0 0 75-16,-29 144-28 0,29-91-64 16,0 5 42-1,4 5-50-15,16 0 0 16,4-5-23-16,5-3-1 0,5-10-9 16,0-11-1-16,6-9-2 15,6-18-38-15,-3-7 7 16,7-13-110-16,-7-35-61 15,-9-9-274-15</inkml:trace>
  <inkml:trace contextRef="#ctx0" brushRef="#br0" timeOffset="10755.56">14212 13858 519 0,'0'0'379'0,"0"0"-267"0,0 0-40 0,0 0-45 0,0 0-19 16,0 0-16 0,-11 0-4-16,11 0 0 0,0 0 12 15,0 0 21-15,0 0 3 0,0 0-22 16,0 0-2-1,0 0-12-15,0 0-88 0,0 0-170 16,0 0-26 0</inkml:trace>
  <inkml:trace contextRef="#ctx0" brushRef="#br0" timeOffset="11422.54">14577 13483 667 0,'0'0'63'0,"0"0"30"0,0 0-16 0,0 0-19 0,0 0-11 0,0 0-37 16,-2-8 34 0,2 8 0-16,0 0 31 15,0 0-56-15,0 0 9 16,0 0-25-16,7 0 1 0,2 8-4 15,-2 11 0-15,-3 8-6 16,-4 8 12-16,0 1-6 16,0 4 14-16,0-3-18 15,0-2 11-15,0-6-12 16,0-8 5-16,0-5 0 16,0-5-1-16,2-4 4 15,14-6-11-15,6 4 16 16,9-5 0-16,8 0-5 15,1 0 11-15,-1 0-8 16,0-6-3-16,-8 0-3 16,-5 2-14-16,-3 1 3 15,-3 3-47-15,-5 0-43 16,-7 0-167-16,0 0-454 16</inkml:trace>
  <inkml:trace contextRef="#ctx0" brushRef="#br0" timeOffset="12015.19">15275 14396 808 0,'0'0'335'0,"0"0"-275"0,0 0 2 16,0 0-43 0,0 0 20-16,0 0 13 15,65 0-46-15,-43-10 3 0,7-3-9 16,-4-5-5-16,-3 0-14 15,-4-3-9-15,-7 8-11 16,-5-3-17-16,-6 4 5 16,0-5-114-1,0 0-185-15</inkml:trace>
  <inkml:trace contextRef="#ctx0" brushRef="#br0" timeOffset="12222.41">15233 14124 1294 0,'0'0'19'16,"0"0"18"-16,0 0-13 16,0 0-24-16,0 0-3 0,0 0-52 15,121-40-9-15,-100 18-110 16,-3 4-235-16</inkml:trace>
  <inkml:trace contextRef="#ctx0" brushRef="#br0" timeOffset="13035.21">15986 14177 629 0,'0'0'216'0,"0"0"-71"0,0 0-33 16,0 0-21 0,0 0-53-16,0 0 1 0,33-8-15 15,-6 3 48-15,2-6-43 0,9 3 33 16,-3-2-61-1,-4-1 7 1,1 1-12-16,-3-2 4 0,-3 3-14 16,-3 0-37-16,-3 3-5 15,-5 0-54-15,2 5-188 16,-7-1-350-16</inkml:trace>
  <inkml:trace contextRef="#ctx0" brushRef="#br0" timeOffset="13619.64">16864 14241 509 0,'0'0'122'0,"0"0"-74"0,0 0 14 0,0 0-43 15,0 0 38-15,0 0 12 16,0 0 59-16,0 20-33 0,0-20 21 16,0-3-52-1,0-22-17-15,0-5-29 0,-7-9 9 16,-6-23 8 0,4-7-20-16,-3-14 15 0,-1-3-28 15,2 0 9-15,0-2-7 16,4 1-4-16,1 9 0 15,2 12-8-15,4 16-3 16,-4 19-21-16,4 17 17 16,0 9-12-16,0 5 26 15,0 0-41-15,6 19 21 16,-6 18 21-16,0 9 6 16,0 14-6-16,-18-2 0 15,-3-4-7-15,4-3 1 16,-1-9 2-16,5-10-24 0,6-7 9 15,-2-2-44 1,2-5-52-16,-6-6-294 0</inkml:trace>
  <inkml:trace contextRef="#ctx0" brushRef="#br0" timeOffset="15195.14">14517 13564 176 0,'0'0'70'0,"0"0"-15"0,0 0 4 0,0 0-48 15,0 0 1-15,0 0-4 16,-4 0 21-16,4 0 49 16,0 0 17-16,0 0-13 15,0 0-42-15,0 0 2 16,0 0-22-16,0 0 17 15,0 0-25-15,0 0 19 0,0 0 2 16,-2 0 28-16,0 0 2 16,-1 0-34-16,1 0 17 15,0 0-26 1,-2-3 16-16,2-3-31 0,-1 3 5 16,3-6-10-16,0 1 0 15,0-2-1-15,0 0 7 16,0 0-9-16,0-4 10 0,0 2-4 15,7-2 5 1,2 0-8-16,-1 0 5 0,4 2-9 16,-3 2 4-1,-1 3 0-15,0 0-3 16,-2 3-17-16,-2 0 12 16,-1 4-44-16,-1 0-51 0,4 0-149 15,-1 16-84-15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2T22:04:20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12761 11376 821 0,'0'0'122'0,"0"0"-95"0,0 0 41 15,0 0-39-15,0 0-29 16,0 0 9-16,0 0-11 15,-2 0 9-15,10-8 3 16,7-3 0-16,5-3 18 16,4 0-9-16,3 3 9 15,6-4-11-15,-2 1-14 16,6 0 9-16,1 4-11 16,-3 1 5-16,3-2 7 15,-3 3-15-15,2 0 5 0,-2 4-6 16,3 0 6-16,-3 2-2 15,5-2-1 1,5 4 4-16,-5-1 5 0,3-1-7 16,-1-5 16-16,4 1-16 15,-1-2 5-15,2-4-4 16,0 1-3-16,-5-2 0 16,1 1 3-16,-3 1-6 15,-5 4 10-15,1 0-11 16,-1-2 8-16,-2-1-8 15,2 2 6-15,-4-1-6 0,-5 3 4 16,1 5-13-16,4-3 11 16,0 4 4-16,-2-2-10 15,0 0 15 1,0-1-15-16,2-2 13 0,-2-3-10 16,2-2-14-16,3-3 17 15,-7 2-3-15,2 1 8 16,2 0-8-16,-2 7-2 0,2-2 1 15,-2 3 6 1,0-3-5-16,-2 4 6 0,4-4-2 16,-4 1-9-1,0 4 9-15,-1-1 1 0,1 1 0 16,-1 0 4 0,-1 0-2-16,4 0 18 15,2 0-18-15,3 0 4 16,3 0-3-16,-1 0 1 0,3 0-4 15,-2 0 3-15,-1 0-8 16,-5-7 10-16,-2 1-4 16,-4 5 10-16,-2-2-22 15,0 2 14-15,2-3-6 16,-1 4 3-16,1-5-17 0,6 1 12 16,-5 3 10-16,3-4-6 15,0 3 7 1,4 2-6-16,-1 0 0 0,-3 0 0 15,2 0 0-15,2 0 4 16,-1 0-4-16,8 2-2 16,-7 3-1-1,5-4 3-15,2 2 8 0,-6 0-2 16,2 0-7 0,-5 1 2-16,0 0 0 0,5-3-1 15,-3 5-1-15,2-3-11 0,1-3 12 16,3 0 11-1,3 0-11-15,6 0 4 16,-1 0 13-16,-1 0-15 16,-5 0 2-16,-5 0 6 15,-1 0-10-15,5 0-2 16,1 0 0-16,1 0-23 16,0 0 17-16,-6 0 16 15,4 0-5-15,0 5 0 0,1 5-6 16,-1-3 0-1,-3-3 3-15,-4 0 0 0,5-4 2 16,5 6 2-16,-7-2-3 16,-1 0 7-16,-4-3-8 15,-8 6 0-15,-4-5 0 16,2-2-3-16,-5 0-1 16,-3 0 1-16,-3 0 1 15,0 3 4-15,1 4-9 16,-5-1 19-16,2 8-18 15,3-4 12-15,-1 4-5 0,0 2 8 16,-4 2-8-16,5-1-1 16,-4 6 2-16,4 7-5 15,0 3 9-15,-2 4-12 16,3 7 12-16,-4 0 3 16,3 6-5-16,7-3-4 15,-3 1 13-15,4-2-2 16,-6-6 20-16,0-2-30 0,0 0 26 15,-3 1-21 1,3 0-2-16,-2 1-4 0,3 3-2 16,1 1-4-1,-1 0 6-15,3 4 0 16,-3 0 2-16,-1 0-2 16,3 1 5-16,-3-2 9 0,-5 0-12 15,4-3 3-15,-5 0 4 0,1 2-15 16,0 0 6-1,-2 2-13-15,1-3 13 16,-3 3 11-16,-4-2-5 16,9 6 6-16,-4-2-17 15,4 0 12-15,-1 0-14 16,1 4 14-16,0 1 1 16,2 1-8-16,-2-4-6 15,0 4-15-15,0-4 21 0,-2 1 3 16,-1-2 6-16,4-1-12 15,-2 9 4-15,1-1-1 16,5 5 0-16,-6 0-8 16,1-3 8-16,-2-4 0 15,-2-6 10 1,-5-5-5-16,4-1-10 16,0-8 15-16,-1-2-20 15,1 0 10-15,0 0 0 0,3-4-1 16,-4 3 2-16,3-3-6 15,-6-3 10-15,0 0-13 16,0-4 19-16,0 4-16 16,0-5 5-16,0 4 0 15,0 0 0-15,0 0 2 16,-4 2-4-16,2-1 4 16,2-2-4-16,0 0 11 15,-3 0-16-15,3 5 12 0,-2-4-10 16,-3 0 4-1,5-3-1-15,0 0 2 0,0-1 0 16,-2 1-3-16,0-3 3 16,0-5-10-16,-3 4 5 15,1-3 4-15,-5-4-18 16,-7 0 16-16,0 0-11 16,1 1 11-16,-3-3-12 15,-1 3 15-15,5-1-2 16,-4 3 6-16,0-7-2 15,3 5 5-15,-5-5-8 16,-3 4 2-16,-2-3-2 0,4-2 1 16,-6 3 0-16,0 2-5 15,5-6 14-15,-5 3-16 16,1-2 16-16,-1 2-14 16,-4 0 13-16,0 5-11 15,-6-8 3-15,4 6-1 16,-3-2-2-16,1 3 6 15,-1-5-5-15,5 1 6 16,2 1-3-16,-2 3 1 16,0-5 5-16,4 5-5 15,-4-2-2-15,0 3 0 0,-1-2-2 16,-1-4-3 0,2-3 7-16,0 8-16 0,-1-5 20 15,1 2-12 1,2-4 5-16,-2 5-4 0,-4 4 5 15,-1-3 0-15,-3 4-2 16,-2 0 6-16,1-2-5 16,-5-1 7-16,-4-7-12 15,4 1 11-15,-3-3-10 16,3-2 0-16,-2 0 5 0,4 2 1 16,-1 2 3-16,-3-6-1 15,-4 10 1 1,-5 2-1-16,-2 2 7 0,-4 3-6 15,0 2-2 1,-3-2 3-16,3-3-1 0,-1-1-4 16,3-4 13-16,4 1-9 15,3-2-4-15,2-8 7 16,2 8-7 0,9-6 7-16,1 10-11 0,-1 2 4 15,-2-4-1-15,-5 4-4 16,1-2 4-16,-1 0-3 15,0-6 4-15,0 4-12 16,1 1 26-16,3-2-16 16,1 5 5-16,4-4-1 15,3 4-2-15,0-2 2 16,2 2-2-16,4-1 6 16,5 0-6-16,0-8 0 0,3 4-11 15,-8-5 10-15,-2 4 1 16,-2-2 0-1,-1 6-14-15,3-8 8 0,2 6 5 16,2-2-5-16,3-2 12 0,-8 7-2 16,6 0 5-1,-8-4-17-15,-1 0 19 0,1 1-8 16,-1-1-2 0,4-6-1-16,-1 2 0 15,1-5 0-15,0 4 5 0,-4-4 4 16,-3 4-4-16,-1 2-2 15,8-2-3 1,7-3 2-16,8 6-2 0,8-6 3 16,-1-1-3-1,4 0 0-15,0 0 6 16,-1 0-8-16,-5 0 13 16,-3 0-20-16,-1 0 12 0,-3 0-6 15,-1 0 1-15,0 0 2 16,1-5 0-16,1-3 4 15,1-2-8-15,-2 1 17 16,5-4-20-16,0-1 12 16,-4-4-10-16,2-7 1 15,-1 1 4-15,1-2 0 16,1-1-5-16,-5-4 5 16,3-5 0-16,-1-8-1 15,-6-6 9-15,3-4-16 0,0-6 16 16,-5 1-9-16,3 3 3 15,-3 8-2-15,-2 4 0 16,4-2-1-16,-2 2-7 16,0 0 16-16,0-5-19 15,-4-1 25-15,5 0-19 16,-4-2 11-16,-3-5-9 16,6 3 3-16,4 4 0 15,3 0-7-15,5-2 14 0,2 2-9 16,-5-6 9-16,1 6-7 15,-3-4 6-15,-2-3-4 16,0 1-2-16,2 4 0 16,1 4 0-16,3 4-5 15,1 0-1-15,1 2 12 16,1 1-14 0,-2-4 16-16,4 1-12 15,2-1 8-15,1-3-8 0,-1 0 3 0,0-3-2 16,5 4-3-1,-3 0 12-15,5 8-6 0,0 2 13 16,0 0-20 0,0-3 11-16,0-1-8 0,0-2 2 15,0 2 1 1,0-3-2-16,0 4 3 0,0 0-3 16,0 0 6-1,0 0-6-15,0-3 11 0,0-2-16 16,0-4 1-16,0 6 5 0,0-1-8 15,3 3 10 1,-1 5-4-16,0 2 13 0,-2 4-13 16,0-3 9-1,0-1-10-15,0 3-3 16,0-8 8-16,0 3 0 16,0 0-11-16,-2 0 10 0,-3 0-8 15,-1 6 7-15,6-6 1 16,-7 2-12-1,1-4 19-15,1-3-12 16,-4 1 8-16,5 0-6 0,-5-8-3 16,5 8 0-16,-1-2-6 15,-2 9 13-15,3 6-14 16,-1 7 20-16,1 1-15 16,2 5 18-16,2 5-11 15,-2-5 4-15,2 7 0 16,0-4-2-16,-2 2 0 15,2 1-8-15,0 2 16 16,0 3-7-16,0-4 11 16,0 4-18-16,0-1 12 15,0-7-11-15,0 1 5 16,4-2 0-16,7 0-2 16,0 0 9-16,-2 3-12 0,4 2 12 15,-4 0-11-15,2-4 11 0,-4 1-12 16,4 4 10-1,-4-3-5-15,2 2 0 0,-1-3-2 16,1-2-4 0,1 2 12-16,0-1-12 15,-1 0 15-15,3-3-18 16,-6 4 10-16,3 0-1 16,-3 5 0-16,0 1 0 0,0 1-3 15,1 3 2-15,-5 0-5 16,-2 0 8-16,2 0-9 15,0 0 13 1,2 0-12-16,4-4 8 16,-2-2-2-16,1 6 0 15,1-4 2-15,2-3-7 16,-1 6 10-16,4-5-6 0,1-2 6 16,-1 3-10-16,0-4 11 15,0 2-12-15,-2 2 6 16,-1 1 0-16,-6 2-2 15,0 2-3-15,3 0 2 16,-5 0-2-16,8 0 0 16,-4 0 10-16,5 0-11 15,1 0 8-15,1 0-2 16,-3 0 0-16,0 0-3 16,-1 0 2-16,-5 0-39 15,-2 0-87-15,-2 0-266 0</inkml:trace>
  <inkml:trace contextRef="#ctx0" brushRef="#br0" timeOffset="34482.87">21816 9494 610 0,'0'0'83'0,"0"0"-72"0,0 0 3 0,0 0 19 0,0 0 6 16,0 0 15-1,0 0-4-15,39-40 59 16,-28 32-60-16,0 2 15 16,2 1-16-16,3-2-21 15,4 0-12-15,-5-1-13 16,8 1 9-16,-7 1-5 16,-3 5-5-16,-3 1 6 15,0 0-14-15,-3 0 3 16,-5 7 2-16,-2 9 2 0,0 8 0 15,0 2-3-15,-9 3 9 16,-11 2-12-16,-5 6 15 16,-2 1-13-16,3 0 8 15,-3-1-4-15,3 2 0 16,1 0 1-16,4-7 0 16,3-5 5-16,7-3-12 15,7-2 17-15,2-1-12 0,0 0 2 16,11 0 16-1,13 0-16-15,12-8 10 0,11-3-10 16,6-8-1-16,7-2-3 16,0 0-11-16,-2 0 8 15,-8-6-46-15,-13 0 45 16,-12 3-13-16,-10 1-14 16,-5 2-59-1,-8 0-117-15,-2 0-123 0</inkml:trace>
  <inkml:trace contextRef="#ctx0" brushRef="#br0" timeOffset="34981.01">21725 9821 632 0,'0'0'264'0,"0"0"-221"0,0 0 69 0,0 0-3 16,0 0-38 0,0 0-29-16,0 0-15 0,152 22 3 15,-112-22-27 1,-4 0-6-16,-5 0 2 16,-4-3-27-16,-8 3-48 0,-5 0-116 15,-9 0-263 1</inkml:trace>
  <inkml:trace contextRef="#ctx0" brushRef="#br0" timeOffset="35601.04">22558 9815 764 0,'0'0'181'0,"0"0"-95"0,0 0-17 16,0 0 4-1,0 0 9-15,0 0-39 0,110-53 3 16,-70 34-23-16,-5 5 6 15,-1 3-18-15,-8 0-9 16,-1 5-2-16,-7 2-12 16,-3 4 3-1,-7 0-37-15,3 0 5 0,-7 0-44 16,-2 0-67 0,-2 0-113-16,0 0-82 0</inkml:trace>
  <inkml:trace contextRef="#ctx0" brushRef="#br0" timeOffset="35901.33">22512 9597 979 0,'0'0'162'16,"0"0"-99"-16,0 0 19 16,129-4-57-16,-84-8-3 15,-7 0-22-15,-5-2-11 16,-2 2-51-16,-6-2-49 15,-8 9-119-15,-7 0-248 16</inkml:trace>
  <inkml:trace contextRef="#ctx0" brushRef="#br0" timeOffset="36651.31">23512 9892 986 0,'0'0'34'0,"0"0"54"0,0 0 31 15,0 0-89-15,0 0 7 0,0 0-10 16,-65-92 32-16,57 48-31 0,-1-9 7 16,7-9-18-1,2-10-5-15,0-4-9 0,11-3-3 16,7 5-6 0,-1 8-13-16,-1 14 18 15,-1 14-41-15,-1 17 25 16,-1 18-41-16,3 3-39 15,2 8-140-15,0 18-211 0</inkml:trace>
  <inkml:trace contextRef="#ctx0" brushRef="#br0" timeOffset="37401.08">23858 9668 788 0,'0'0'47'0,"0"0"-21"0,0 0 23 0,0 0-9 0,0 0 29 0,0 0-26 16,89 35 50-16,-45-35-38 15,0 0-10-15,4-2-34 16,1-18 41 0,-9-4-36-16,0-7-6 0,-7-4-10 15,-8-3 2-15,-12-4-12 0,-13 7-13 16,0 3 18-1,-9 9-16-15,-20 5 19 0,-4 8-7 16,-3 7 5 0,-1 3 1-16,1 0 3 0,0 18 6 15,2 9-4 1,3-1 24-16,4 0-13 16,12 4 9-16,2-4-20 0,6-4 3 15,5-2-4-15,2-2-1 16,0-6 5-16,16-1-3 15,5-5 9-15,16 3 3 16,0-3-13-16,5-2 4 0,-1 2 9 16,-1 8-10-1,-9 2-4-15,-6 2 0 0,-8 6-13 16,-1-2 4 0,-5 2 18-16,3 1-17 15,-3-7 8-15,-1-3-6 0,7-5-24 16,0-10-7-1,3 0-47-15,5-3-134 16,-8-25-415-16</inkml:trace>
  <inkml:trace contextRef="#ctx0" brushRef="#br0" timeOffset="37831.29">24812 9801 755 0,'0'0'234'0,"0"0"-61"0,0 0-87 16,13 123-84-16,-13-90 28 0,0 6-30 16,0-1-7-1,-13 0-49-15,-8-6-82 0,3-10-241 16</inkml:trace>
  <inkml:trace contextRef="#ctx0" brushRef="#br0" timeOffset="38849.58">25384 8935 610 0,'0'0'129'0,"0"0"-31"0,0 0-38 0,0 0 15 15,0 0-25-15,0 0 9 16,6 31 23-16,-1-5-13 16,0 1-42-16,-1 5 0 15,3 13-8-15,-5-1-10 16,-2 8 0-16,0 5-9 0,0 0 17 16,-13 5-8-1,-3-4-18-15,5-5 20 0,2-3-18 16,2-4 7-1,5-12-3-15,2-6 0 0,0-10 3 16,0-8 8-16,0-6-2 16,0-2-2-16,0-2 0 15,0 0 1-15,0 0-3 16,0 0-1-16,2-2-1 16,18-12 2-16,3-4-2 15,1 0 7-15,2 2-12 0,1 1 18 16,-2 8-24-1,0 2 14-15,-5 5-6 0,-3 0 2 16,6 0 1 0,-4 9-2-16,-1 7 6 0,-1 1-12 15,-7-3 16 1,-5 7-16-16,-5 0 13 0,0 2-12 16,0 1 2-1,-23 0 5-15,-10 0 15 0,-5 0-12 16,-2 1 30-16,2-3-23 15,6-5 34-15,7 0-41 16,0-4 12-16,7-4-15 16,3-5-3-16,-2 0-12 15,5-4-31-15,-5 0-7 0,7 0-58 16,1 0-129 0,4-10-186-16,5 3-163 0</inkml:trace>
  <inkml:trace contextRef="#ctx0" brushRef="#br0" timeOffset="39598.94">25923 9149 373 0,'0'0'172'0,"0"0"-61"0,0 0-34 15,0 0-5-15,0 0-26 16,0 0-9 0,22-36 41-16,-15 30-3 0,-2 6-2 15,-3-1 8-15,2 1-15 16,-4-2-30-16,9 2 18 15,-5 0-29-15,4 0 6 0,0 0-9 16,3 0-8 0,5 0 6-16,1 12-19 0,6 8 26 15,-3 4-21 1,-5 2-8-16,8 8 11 16,-5 6-18-16,-3 1 16 0,-1 8-7 15,-5 0 13-15,-3 2-9 16,-6 2 13-16,0 3 2 15,0 3-19-15,-22 2 10 16,-12 3-24-16,3-1 14 0,0-6-14 16,0-7 9-1,4-9-23-15,5-9-1 0,4-11-56 16,7-8 12 0,-3-13-176-16</inkml:trace>
  <inkml:trace contextRef="#ctx0" brushRef="#br0" timeOffset="43344">24319 8799 192 0,'0'0'483'0,"0"0"-443"0,0 0 34 0,0 0-17 15,0 0-10-15,0 0 48 16,0 0-55-16,-4 0 2 15,4 0-15-15,0 0 20 16,0 0 3-16,0 0-20 16,0-2-4-16,0 2-19 15,0-2 23-15,0-5-12 16,0-5 23-16,0-9-39 16,0-13 27-16,11-9-14 15,6-9 27-15,8-6-25 16,6-9-16-16,2 0-2 0,4 2 8 15,-2 3-6 1,-2 0-1-16,5 6-6 0,-2 3-30 16,-1 3 28-16,-2 9-23 15,-1 4 3-15,-5 5-12 16,-5 6-77 0,-9 7-249-16</inkml:trace>
  <inkml:trace contextRef="#ctx0" brushRef="#br0" timeOffset="44111.26">24139 8628 72 0,'0'0'714'0,"0"0"-685"0,0 0 110 0,0 0-55 15,0 0-62-15,0 0-2 16,58 36-11 0,-54-25 8-16,-2 2 32 0,-2-1-7 15,0 5 6-15,0-3-28 16,0-1-3-16,0 1-15 16,0-1 8-16,0-3-8 15,0-3-2-15,0 0 2 16,0-5 1-16,0 0-6 15,0-2 13-15,11 0-2 16,9 0-4-16,7-18-1 0,7-6 5 16,-3-1-13-16,2 4 7 15,-6 3-4-15,-8 1-4 16,-5 5-22-16,-3 5-1 16,-9 3-71-16,-2 4-89 15,0 0-163-15</inkml:trace>
  <inkml:trace contextRef="#ctx0" brushRef="#br0" timeOffset="45611.22">24780 6972 700 0,'0'0'44'0,"0"0"71"0,0 0-16 15,0 0-27-15,0 0-31 0,0 0-11 16,-5 48 47-16,5-2-5 15,0 5-23-15,0 0-11 16,0-2-27-16,0-5 9 16,3-4-15-1,-1-6-3-15,1-4-2 16,-1-10 6-16,-2-6-8 0,0-8 10 16,0-4 0-16,0-2-6 15,0 0 19-15,0-2-18 16,-2-24-3-16,-10-11-6 0,5-6-2 15,3-15 8 1,4-6-9-16,0-7 3 16,9-9-11-16,9-4 12 15,4 8-24-15,0 2 28 16,1 11-4-16,3 18-10 16,-1 8 14-16,-1 13-8 0,-4 12 6 15,-4 10-1-15,-3 2-5 0,-6 14 14 16,-1 22-5-1,-3 14 2-15,-3 2 7 0,0 4-8 16,0-6-1 0,-14-8 0-16,2-5 4 0,-2-9 19 15,5 2-15 1,3-6 12-16,1 1-18 16,5-4 9-16,0 2-8 15,0-3-1-15,0 1-2 16,20 0 5-16,2-3-10 15,3 2 15-15,4-2-19 16,0-4 21-16,-2 1-24 16,-6-6 4-16,-5-1 8 15,-5-2-10-15,-6 1-13 0,-3-2 0 16,-2 1-31-16,0-3-28 16,0-3-205-16,-2 0-358 15</inkml:trace>
  <inkml:trace contextRef="#ctx0" brushRef="#br0" timeOffset="45911.02">25179 7177 605 0,'0'0'237'0,"0"0"-164"0,0 0 49 0,0 0-53 0,0 0-47 16,0 0 0-16,15 52 8 16,-2-48-16-16,3-4 22 15,3 0-14-15,0 0 24 16,1 0-39-16,1 0 8 16,-2-8-10-16,0 0-10 0,-4-2-2 15,1 0-13-15,-8-2-17 16,-3-1-49-16,-5 0-19 15,0-2-154-15,0 3-234 16</inkml:trace>
  <inkml:trace contextRef="#ctx0" brushRef="#br0" timeOffset="46091.17">25259 7110 819 0,'0'0'77'15,"0"0"35"-15,0 0-6 16,0 0-39-16,0 0-15 16,0 0-42-16,69 26 4 15,-53-26-14-15,-5 0-13 16,-4-16-82-16,-7-4-223 16</inkml:trace>
  <inkml:trace contextRef="#ctx0" brushRef="#br0" timeOffset="46271.34">25275 6974 126 0,'0'0'1012'0,"0"0"-1009"16,0 0 67-16,0 0-46 15,0 0-15-15,0 0-9 0,53 4-34 16,-31-21-38-16,-1-2-65 15,-8 7-98-15,1-1-371 16</inkml:trace>
  <inkml:trace contextRef="#ctx0" brushRef="#br0" timeOffset="46711.41">25569 7181 626 0,'0'0'196'15,"0"0"-159"1,0 0 91-16,0 0-63 16,66-121-60-16,-47 87 0 15,-1 2 2-15,-5 4-6 16,0 12 9-16,-4 4-11 16,-2 8 4-16,-3 4 9 0,0 0-6 15,8 0-3 1,1 20 19-16,7 4-4 15,0 2 9-15,-4 4-21 16,1-4-12-16,-5 2-23 16,-6 1-6-16,1-2-31 0,-5 4-81 15,2 1 11-15,0-3 29 16</inkml:trace>
  <inkml:trace contextRef="#ctx0" brushRef="#br0" timeOffset="46941.43">25645 7160 833 0,'0'0'131'0,"0"0"-52"16,0 0-44 0,0 0-35-16,0 0-131 15,122-18-140-15</inkml:trace>
  <inkml:trace contextRef="#ctx0" brushRef="#br0" timeOffset="47251.26">26034 6948 655 0,'0'0'34'15,"0"0"68"-15,0 0 12 16,0 0-8-16,0 0-46 15,0 0-17-15,25 111-19 16,-23-102 20-16,0 1-29 16,2-4 23-16,4 1-32 0,3-1 18 15,5-4-14 1,5-1 5-16,6-1-9 0,2 0-5 16,-4 0-1-16,4 0-8 15,-10 0 2-15,-7 0-51 16,-10 0-51-16,-2 0-272 15</inkml:trace>
  <inkml:trace contextRef="#ctx0" brushRef="#br0" timeOffset="48091.12">25698 8604 490 0,'0'0'331'0,"0"0"-244"0,0 0 69 16,0 0-64-16,0 0-46 15,132-103-29-15,-76 51 33 16,10-9-43-16,12-3 19 15,7-4-11-15,8 1 3 0,1 0-18 16,2 8 0-16,-9 4 0 16,-10 10 4-16,-7 7-9 15,-12 6-20-15,-3 3-3 16,-6 8-109-16,-7 0-131 16,-8 13-91-16</inkml:trace>
  <inkml:trace contextRef="#ctx0" brushRef="#br0" timeOffset="48791.18">25732 8319 264 0,'0'0'602'0,"0"0"-494"0,0 0 38 0,0 0-51 15,0 0-62-15,0 0-9 16,-3 31-12-16,-6-7 16 16,1 2-23-16,-3-2-1 15,-3 1 4-15,1-4 0 0,1 2 3 16,1-4 8-1,3-1 3-15,8-4-21 0,0-2 1 16,0-4 6 0,0-2-16-16,15-2 16 0,16-4-17 15,4 0 5 1,8 0 2-16,-5-2-3 16,0-4 3-16,-14 0-4 15,-5 2 12-15,-6-1-17 0,-5 5-5 16,-3 0 7-16,-5 0-46 15,0 0-17-15,0 0-88 16,0 0-162-16</inkml:trace>
  <inkml:trace contextRef="#ctx0" brushRef="#br0" timeOffset="49941.05">27644 7149 390 0,'0'0'291'0,"0"0"-196"0,0 0 94 0,0 0-67 15,0 0-8-15,0 0-78 16,-43-17-30-16,5 17-6 15,-9 0 0-15,0 9 1 16,2 14 10-16,3 7 36 16,5 9-21-16,3 7 28 15,10 3-29-15,9-3 13 16,3-3-25-16,12-1-13 16,0-6 0-16,2-3 3 0,27-1-9 15,6 0 6-15,11-8-34 16,9-10 34-16,3 0-9 15,7-6-1-15,-3-6-12 16,-5 0-85-16,-7-2 53 16,-15 0-146-16,-12 0-131 0,-12 0-341 15</inkml:trace>
  <inkml:trace contextRef="#ctx0" brushRef="#br0" timeOffset="50601.42">27788 7626 535 0,'0'0'57'0,"0"0"55"15,0 0-51-15,0 0-11 16,0 0-5-16,0 0 51 16,62 52-47-16,-35-48 5 15,4-4-20-15,2 0 27 16,-4 0-23-16,3-12-8 15,-5-4 0-15,-7-8-23 16,-3 4-7-16,-9-4-10 16,-8-2-11-16,0 9-49 0,-8 2 53 15,-13 11-7 1,-2 2 22-16,-4 2-4 0,2 0-4 16,6 6-9-1,5 5-79-15,3 3 16 0,7 0 51 16,4 2 8-16,0-2-20 15,0 0 37-15,9-1-13 16,4-7-14-16,3 4 19 16,-6-4-24-16,4 0-34 15,-7 2-81-15,1-7 143 16,1 8 10-16,3-5 156 16,3-2-58-16,1-2-12 0,7 0 10 15,-4 0 15-15,1-2-43 16,3-11-3-16,-6 2 27 15,-3 3-84-15,-5 2 22 16,-3 3-17 0,-4 3 20-16,-2 0-16 0,0 0-6 15,3 0-7-15,1 0-2 16,5 0 14-16,2 3-15 16,10-1 18-16,0-2-15 0,4 0 7 15,4 0-11 1,-4 0 0-16,-1 0 0 15,-9 0-2-15,2 0 2 16,-7 8 0-16,-5 7 1 16,-3 8-1-16,-2-3-24 15,2-2 24-15,3-6 0 0,2-2-22 16,6-5-19 0,-2-4-48-16,2-1-169 0,0 0-287 15</inkml:trace>
  <inkml:trace contextRef="#ctx0" brushRef="#br0" timeOffset="51091.31">28575 7710 335 0,'0'0'499'0,"0"0"-371"0,0 0-10 16,0 0-61-16,0 0-9 15,0 0-16-15,0 58-23 16,0-36-6-16,2 6-4 0,0-5 1 15,2-6-17-15,-2-5 17 16,1-8 22 0,-3-4-19-16,2 0 25 0,2-4 20 15,4-19-34-15,-2-8-14 16,5-7-22-16,-2 3 14 16,-2-5-17-16,4-6 21 15,-1 7-20-15,0 0 19 16,1 6 4-16,1 9 1 15,-4 5 26-15,-1 9-17 16,-3 9 7-16,5 1-10 16,0 0-6-16,2 3 7 15,3 13-14-15,-1 1 4 16,0 1-12-16,-4-4-18 16,-2-2 17-16,-7-1 12 0,0 3 4 15,-4 7 18-15,-17-1-6 16,1-1 8-16,-4 0-17 15,2-3-6-15,-1-4 1 16,4-5-8-16,5-2-3 16,5-3-31-16,7-2-41 15,2 0-57-15,0 0-20 16,0 0-90-16</inkml:trace>
  <inkml:trace contextRef="#ctx0" brushRef="#br0" timeOffset="51401.15">28915 7694 296 0,'0'0'353'0,"0"0"-220"0,0 0 13 0,0 0-21 0,0 0-71 16,0 0 32-1,0 44-51-15,-2-21-13 0,0 2-22 16,2-3 0 0,0-3 0-16,0-5-2 0,0-2-5 15,17-7 11-15,4-5-15 16,4 0 11-16,1 0-6 15,3-15-100-15,-3-6-181 16</inkml:trace>
  <inkml:trace contextRef="#ctx0" brushRef="#br0" timeOffset="51751.37">29252 7726 737 0,'0'0'115'0,"0"0"35"15,0 0-82-15,0 0-43 16,0 0-8-16,0 0-16 16,-2 108 30-16,13-93-21 15,5-10 7-15,1 4-10 16,1-8-11-16,-1-1 4 16,2 0-23-16,-1 0-26 0,-1 0-87 15,-3-10-142-15,-5-1-305 16</inkml:trace>
  <inkml:trace contextRef="#ctx0" brushRef="#br0" timeOffset="51957.04">29252 7726 1107 0,'-2'60'85'0,"2"-56"34"16,6-4-91-16,5 0-20 16,9 0-8-16,3 0-32 15,-10-14-45 1,3-5-143-16,-7 0-304 0</inkml:trace>
  <inkml:trace contextRef="#ctx0" brushRef="#br0" timeOffset="52137.27">29410 7661 1018 0,'0'0'143'0,"0"0"-54"16,0 0-61-16,0 0-28 16,0 0-17-16,0 0-38 0,127 0-21 15,-98 0-56-15,0-4-21 16,-2-3 7-16,0 1-90 15</inkml:trace>
  <inkml:trace contextRef="#ctx0" brushRef="#br0" timeOffset="52351.4">29818 7597 61 0,'0'0'787'0,"0"0"-711"15,0 0 58-15,0 0-64 0,0 0-2 16,0 0-18-16,-40 75-40 15,9-44 12 1,-7 0-17-16,-3 1-10 16,8-1-23-16,4-6-7 15,5-4-55-15,4-10 9 0,4-1-10 16,5-10-61-16,4 0-40 16,7 0-142-16</inkml:trace>
  <inkml:trace contextRef="#ctx0" brushRef="#br0" timeOffset="52838.09">29644 7710 1032 0,'0'0'130'16,"0"0"4"-16,0 0-65 0,0 0-35 16,0 0-11-1,0 0-22-15,22 58-1 0,-12-38-20 16,-2-2 10-16,-6-2 20 15,7 5-16-15,1-10 7 16,-4 2-2-16,1-2-43 0,-1-11 42 16,3 4 0-1,0-4 4-15,-2 0-11 0,6-8 18 16,1-6-12 0,-4-5 6-16,2-2 3 15,3-2-1-15,-2 0 4 0,3-1 12 16,-1 0-20-16,4 4-1 15,1 0 10-15,-1 0-11 16,2 6 7-16,-5 6-5 16,-5 6 5-16,-7 2 12 15,0 0 1-15,1 2-14 16,-1 11 13-16,1 4-13 16,-3-1-10-16,-2 0 6 15,5 2-4-15,-5 1-4 16,0-1 5-16,0 5-1 15,-5-1 0-15,-6 0 3 16,2-3-18-16,-2-3 8 16,9-7-31-16,-3-3 25 15,0 1-49-15,1-6-14 16,-2 4-83-16,-1-5-138 16,1 0-384-16</inkml:trace>
  <inkml:trace contextRef="#ctx0" brushRef="#br0" timeOffset="53031.36">29873 7803 773 0,'0'0'416'0,"0"0"-287"0,0 0-28 15,0 0-41-15,0 0-60 16,0 0-10-16,63 38-29 0,-41-38-44 15,-2-13-34 1,-6-5-394-16</inkml:trace>
  <inkml:trace contextRef="#ctx0" brushRef="#br0" timeOffset="59467.93">21629 10928 249 0,'0'0'144'0,"0"0"-132"0,0 0 44 0,0 0 21 16,0 0-21-16,0 0-23 16,0 0 24-1,-40 6-7-15,32-6 17 0,-4 0-23 16,-1 5 8-16,2-4-27 16,-3 2 37-16,4-2-22 15,3 4-10-15,2-5 2 16,3 0-22-16,0 4 35 15,2-4-7-15,0 0-1 0,0 1-31 16,11 3 5 0,23-4 8-16,8 6 10 0,7-2-16 15,2 0-10 1,0 5 3-16,-7-3 5 0,-1 1-16 16,-12 2 13-16,-4 0-16 15,-14 5 11-15,-6 4-8 16,-7 9 2-16,0 7 1 15,-9 8 0-15,-13 6 3 16,0 2-10-16,-5 8 18 16,2-2-17-16,3-1 18 15,7-5-18-15,1-11 9 0,7-5-1 16,7-9 0 0,0 0 1-16,3-4-5 0,19-9 8 15,14-1 2-15,1-8-6 16,8-3 8-16,2 0-2 15,2 0-12 1,-1 0 5-16,0 0-15 16,-13-12-32-16,-8 0-28 0,-7-1-12 15,-9 0-71-15,-4 5 25 16,-7 0-59-16,0 2-150 16</inkml:trace>
  <inkml:trace contextRef="#ctx0" brushRef="#br0" timeOffset="59841.43">21589 11315 916 0,'0'0'29'0,"0"0"113"0,0 0-21 16,0 0-52-16,132-12-24 0,-83 9 22 15,0-1-48-15,4 0-2 16,1 1-17-16,-5 3 1 16,-7-2-4-16,-6 2-48 15,-9 0 13-15,-7 0-89 16,-5 0-37 0,-8 0-204-16</inkml:trace>
  <inkml:trace contextRef="#ctx0" brushRef="#br0" timeOffset="60361.11">22545 11470 854 0,'0'0'218'0,"0"0"-174"0,0 0 65 15,0 0-45 1,134 0-13-16,-87 0-44 0,-3-6-6 16,-5 0-1-1,-8 1-9-15,-2-4-7 0,-5 5-20 16,-6-4-2 0,-10-2-73-16,4 0-23 0,-12-5-170 15</inkml:trace>
  <inkml:trace contextRef="#ctx0" brushRef="#br0" timeOffset="60591.22">22626 11229 1210 0,'0'0'60'0,"0"0"-28"16,0 0 53-16,115 2-70 0,-76-2-12 16,-4 0-3-16,-4 0-23 15,-4-6-12-15,-7-4-21 16,0 7-13-16,-2 0-148 16,-1 3-206-16</inkml:trace>
  <inkml:trace contextRef="#ctx0" brushRef="#br0" timeOffset="61643.1">23566 11256 641 0,'0'0'62'0,"0"0"1"0,0 0 15 16,0 0-51-1,0 0 3-15,0 0 28 0,-87 33 16 16,74-19-18 0,2 2 15-16,1 1 4 0,4 0-54 15,4 3 9-15,2 1-21 16,0 3 14-16,0-5-18 15,2 0-5 1,14-3 2-16,5-2 0 0,6-3-1 16,4-5 4-16,5-6-3 15,3 0 10-15,3 0-4 16,-1-10-3-16,9-9-10 16,-2-8 5-16,0-4-3 15,-1-3-9-15,-9-6 8 16,-9-6 4-16,-10 6-25 15,-7-4 0-15,-10 1-17 16,-2 6 25-16,0 6-14 0,-16 11 28 16,-11 6 3-16,-2 6 0 15,-9 8 2-15,5 0 7 16,-5 2-18-16,1 19 18 16,8 6-19-16,4 3 16 15,-2 7-6-15,10 2 9 16,1 5 18-16,7-7 1 15,3 0-11-15,6-5-2 16,0-7-10-16,0-7-7 16,8-3 12-16,15-4-7 0,3-3-2 15,12-6 8 1,9-2 3-16,0 0-7 0,-3 0 3 16,-2 0-4-1,-6 0-4-15,-10 0 0 0,1 0 0 16,-4 0-10-16,-3 14 7 15,-1 2-3-15,0 6 6 16,-4 2-1-16,-1 2 7 0,-3 6-10 16,-5-2 11-1,-1-1-13-15,-3-6 6 0,7-9-4 16,2-5-26 0,3-9-7-16,1 0 11 0,10-16-1 15,-1-8-7-15,1-9-26 16,-3 1-48-1,-6 0-154-15,-3 6-254 0</inkml:trace>
  <inkml:trace contextRef="#ctx0" brushRef="#br0" timeOffset="62394.45">25051 11087 600 0,'0'0'210'0,"0"0"-115"15,0 0 29-15,0 0-27 16,0 0-13-16,0 0-31 15,10 89-23-15,-10-60-27 16,0-3 27-16,0 7-21 0,0-1 5 16,0 1-4-1,0 6 2-15,-2-6-9 0,-6-2-3 16,4-5 1 0,4-4-2-16,0-5-22 15,0-6-35-15,0-1 27 0,0-8-63 16,0-2-52-16,0 0-137 15,0 0-169 1</inkml:trace>
  <inkml:trace contextRef="#ctx0" brushRef="#br0" timeOffset="62680.28">24885 11347 443 0,'0'0'493'15,"0"0"-396"-15,0 0-6 0,0 0 7 16,0 0-20 0,0 0-25-16,112 3-3 0,-68-3-28 15,-2-3 13-15,-4-1-30 0,-7 0-10 16,-2-2-20-1,1 2-16-15,-1 3-35 0,-1-4-54 16,1 1-160 0,-3 3-244-16</inkml:trace>
  <inkml:trace contextRef="#ctx0" brushRef="#br0" timeOffset="63561.14">25747 10778 835 0,'0'0'75'0,"0"0"58"0,0 0-51 16,0 0 4-16,0 0-44 15,0 0 18-15,0-14-51 0,0 14 11 16,0 6-13 0,0 20 0-16,0 10 10 15,0 8-7-15,0 5-4 16,0 8-6-16,-2-2 0 0,-7 7 12 15,-5-6-11-15,6 1 3 16,-1-4-1 0,2-3-3-16,0-6 0 15,5-9 0-15,-2-7 3 16,-1-8-3-16,3-4 4 0,-2-6-14 16,4-4 21-16,0-6-22 15,0 0 13-15,0 0-8 16,0 0 5-16,0 0 1 15,0 0-1-15,0-16 6 16,15 0-3-16,8-4 3 0,3-1-2 16,6-1 7-1,1 2-13-15,-4 0 7 0,2 4-8 16,-4 7 3 0,0 7-13-16,-6 2 9 0,0 0-3 15,-4 2-3-15,-1 13 15 0,-1 7-12 16,1-4-50-1,-3 7 57-15,-5-3-2 16,3 2 3-16,-9-2-12 16,-2 2 12-16,0-2 14 15,-2 9-13-15,-21-4 23 16,-4 3-23-16,-2-4 1 0,1-2 7 16,-1-6-8-1,4-6 1-15,5-1-1 16,1-9-1-16,2-2-2 15,-1 0 2-15,1-15-42 16,-3-5-35-16,4 6-205 0,3-2-57 16,10 6-96-16</inkml:trace>
  <inkml:trace contextRef="#ctx0" brushRef="#br0" timeOffset="64011.38">26339 11434 360 0,'0'0'275'0,"0"0"-227"0,0 0 50 0,0 0-8 16,0 0 14-16,0 0-26 15,3 22 13-15,-3 0-33 16,-7 6-26 0,5 0-32-16,-2 0 11 0,4-3-6 15,0 2-4 1,0-4-2-16,4 0 10 0,12-9-19 16,6 1 5-16,2-6-7 15,10-7 11-15,-1-2-1 16,10 0-143-16,-1-17 68 15,-7-10-333-15</inkml:trace>
  <inkml:trace contextRef="#ctx0" brushRef="#br0" timeOffset="64524.55">26553 11097 366 0,'0'0'583'0,"0"0"-499"0,0 0 3 16,0 0-21-1,0 0-23-15,0 0-16 0,-10 0-21 16,10 0 7 0,0 0-12-16,0 0 22 0,4-10-11 15,2-4-1 1,-3 5-11-16,-3 4-9 16,0 3-5-16,0 2-6 15,-13 0 13-15,-3 16-7 0,0 2 0 16,12-4 14-16,2-8-35 15,2-6-294-15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2T22:06:52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7263 8824 30 0,'0'0'144'0,"0"0"-137"0,0 0 24 16,0 0 46-16,0 0 18 15,0 0-15-15,0 0 1 16,0 0-60-16,13-21 15 16,-11 15-29-16,-2-3 17 15,2 2-18-15,-2 0-2 16,3-2 0-16,-3 2-1 16,0 4 16-16,0 3 10 15,0 0 27-15,0 0-5 0,0 0-11 16,0 0-4-1,0 0 6-15,0 0-9 0,0 0-20 16,0 0 42-16,0 0-34 16,0 0 16-16,5-4-28 15,3-4 2-15,5-4-9 16,4 2 9-16,-2 4-9 16,-1 2 5-16,-4 4-14 15,-1 0 4-15,-2 0 1 16,-4 18-17-16,-3 11 19 0,0 12-13 15,-12 7 6 1,-8 8-4-16,-4 4 11 0,1 1 4 16,1-2 0-1,6-2 20-15,4-3-16 0,4-10 14 16,4-10-18 0,4-6-2-16,0-10-2 0,0 1-3 15,8-7 2-15,11-3 1 16,7-3-6-16,-1 0 18 15,2-2-30-15,-3-2 18 16,-2-2-7-16,-3 0-71 16,-6 0-24-16,-5 0 16 0,2 0-1 15,-6 0 7 1,-4 0-7-16,0 0-36 16,0 0-215-16</inkml:trace>
  <inkml:trace contextRef="#ctx0" brushRef="#br0" timeOffset="262.41">7236 9222 900 0,'0'0'7'15,"0"0"118"-15,0 0-102 0,0 0-6 16,0 0-15-16,0 0-4 0,114-54-74 16,-105 46-29-1,2-3-41-15,0 0-89 16</inkml:trace>
  <inkml:trace contextRef="#ctx0" brushRef="#br0" timeOffset="930.26">7708 9472 44 0,'0'0'19'0,"0"0"34"0,0 0 57 0,0 0-22 16,0 0 48-16,0 0-17 16,0 25-53-16,0-25 6 15,0 0 29-15,0 0 29 16,0 0-32-16,0-12-22 16,2-15-36-16,4-9 14 15,-2-8-37-15,0-4 4 0,-4-4-16 16,0 0-5-16,0 10 0 15,0 7 4 1,0 10-12-16,-6 8 20 0,1 11-15 16,0 2 15-1,1 4-22-15,4 0 15 0,0 0-10 16,-4 0-16 0,-1 19-7-16,-1 14 16 0,-6 4-72 15,-1 3-14-15,-1-4-160 16,3-5-142-16</inkml:trace>
  <inkml:trace contextRef="#ctx0" brushRef="#br0" timeOffset="1496.46">8250 9144 675 0,'0'0'97'0,"0"0"-92"0,0 0 115 0,0 0-35 0,0 0-42 15,0 0 10-15,131 0-35 16,-112 0 6-16,-4 0-19 16,-4 0-10-16,-2-4 4 15,0 4-42-15,-3 0-46 16,-1-2-120-16,-5 0 24 16,0-1-359-16</inkml:trace>
  <inkml:trace contextRef="#ctx0" brushRef="#br0" timeOffset="1730.14">8219 8975 1025 0,'0'0'47'16,"0"0"-45"-1,0 0 53-15,114 24-39 0,-88-24-16 16,1 0-4 0,-7 0-18-16,-2 0 10 0,-7-7-30 15,-7 0-19 1,-4 5-224-16</inkml:trace>
  <inkml:trace contextRef="#ctx0" brushRef="#br0" timeOffset="3610.24">9210 8755 357 0,'0'0'188'0,"0"0"-184"16,0 0 83-16,0 0-35 15,0 0 12-15,0 0-18 16,0 0 22-16,0 0-6 16,0 0 9-16,0 0-16 0,0 0-20 15,0-4 7 1,0-10-36-16,0-5 12 0,0 4-1 16,5-1 27-1,-1-3-29-15,-2 1 8 0,8-4-16 16,-4-5-5-16,7 2-4 0,-1-1 11 15,3 6-11 1,-1 2 11-16,3 10-18 0,1 8 2 16,-3 0 7-1,10 18-10-15,-9 22 1 0,-7 16 6 16,-9 14-31 0,-2 13 22-16,-27 5-27 15,-11-2 13-15,-5-2-21 0,1-7 45 16,1-11-6-1,5-16 8-15,3-12-1 0,10-16 1 16,10-10-2 0,1-7 4-16,14-5 37 0,0 0-18 15,0 0-21-15,0 1-1 16,8 9 1-16,13 4 36 16,4 6 3-16,-1 6-10 15,1-2-27-15,-3-4 8 16,0 3-1-16,-1-14-17 0,-2 3 19 15,1-7-20 1,1-5 11-16,0 0-4 0,4 0-13 16,-2-19-63-1,-1-7-15-15,-7-5-110 0,-4 0 30 16,-11 5-143 0</inkml:trace>
  <inkml:trace contextRef="#ctx0" brushRef="#br0" timeOffset="5229.2">9950 9006 301 0,'0'0'184'0,"0"0"-157"0,0 0 48 16,0 0-26-16,0 0 45 0,0 0-39 15,0 0 34 1,0 0-28-16,0 0 16 0,0 0-31 16,0 0-15-1,0 0 9-15,0 0-26 16,0 0 18-16,0 0-13 16,4 0 16-16,-2 0-28 0,12 0 8 15,6 0-3 1,16 4 5-16,6-1 7 0,0-3-14 15,5 0-10-15,-9 0 13 16,-7 0-33-16,-8 0 20 16,-4 3-7-16,-1-1-41 15,-5 1-74-15,-9 0-230 16</inkml:trace>
  <inkml:trace contextRef="#ctx0" brushRef="#br0" timeOffset="8214.92">11006 8824 728 0,'0'0'29'0,"0"0"-21"0,0 0 60 15,0 0-12-15,-22 117 14 0,13-75-13 16,0 3-29 0,5 1 22-16,2-4-18 0,2-1 31 15,0-2-44-15,2-7-2 16,16-6-17-16,3-8-8 15,11-12-33-15,3-6-56 16,8-4 41-16,-1-21-49 16,-2-11-36-16,-4 1-47 15,-14-3-300-15</inkml:trace>
  <inkml:trace contextRef="#ctx0" brushRef="#br0" timeOffset="8771.78">11049 8570 537 0,'0'0'196'0,"0"0"-174"0,0 0 88 15,0 0-26-15,0 0-57 0,0 0-10 16,0 0-15-1,4 23 29-15,-2-23 1 16,-2 0 19-16,0 0-15 16,0-6-2-16,0-3-33 0,0 5 5 15,0 2-7 1,0 2 9-16,0 0-16 0,0 0-1 16,0 0 9-16,0 0-73 15,0 0-121-15,0-2-230 16</inkml:trace>
  <inkml:trace contextRef="#ctx0" brushRef="#br0" timeOffset="19883.5">7397 10150 323 0,'0'0'48'0,"0"0"-40"0,0 0-1 0,0 0 3 15,0 0 133 1,0 0-125-16,0 0 19 0,-54 0 1 16,49 3-2-16,1-2 29 15,0 1-63-15,0-2-1 16,-1 0-2-16,3 0 2 15,0 0 5-15,0 4 11 16,-1-4 66-16,0 0-40 16,3 0 39-1,-2 0-20-15,2 0 4 0,0 0-18 16,0 0-22-16,0 0-13 16,0-4-12-16,16-3 19 15,4 1-20-15,4 0 22 0,-1 1-15 16,2 5-7-1,-8 0 0-15,-3 0-1 0,-5 8-21 16,-9 20 1 0,0 16 15-16,-11 15-8 0,-20 17 7 15,-5-4-24 1,0 4 25-16,2-2-5 0,7-7 9 16,6-4 4-16,5-11 2 0,9-10-4 15,7-15 1 1,0-7-11-16,0-9 5 15,21-6 1-15,0-5-31 16,4 0 33-16,4-6-7 16,-2-10 6-16,0 2 3 15,-3 1-21-15,-2 2-69 16,-4 2-60-16,-9 0-83 16</inkml:trace>
  <inkml:trace contextRef="#ctx0" brushRef="#br0" timeOffset="20159.79">7223 10601 590 0,'0'0'434'0,"0"0"-425"0,0 0 78 16,0 0-21 0,0 0-65-16,0 0-2 0,100-27-26 15,-85 16-17-15,2-5-41 16,-5 0-172-16,0-2-195 15</inkml:trace>
  <inkml:trace contextRef="#ctx0" brushRef="#br0" timeOffset="20790.25">7669 10562 396 0,'0'0'346'0,"0"0"-306"16,0 0 66-1,0 0-28-15,0 0-27 0,0 0 0 16,-9 1 15-16,9-1-50 15,0 0 27-15,0 0-38 16,9 0 22-16,-1 0-24 0,4 0 5 16,-1 0-8-1,-3 0-7-15,0 12 1 16,-4 13 6-16,-4 7-13 16,0 10 22-16,0 6-18 15,0 0 18-15,-4 2-15 0,-4-10 6 16,4-7 0-1,4-14-4-15,0-10 7 16,0-5-12-16,20-4 18 16,9 0 4-16,3-3-9 0,3-13 32 15,1 0-28-15,-7 2 2 16,2 2-10-16,-7 6-7 16,-6 2-8-16,-2 4-5 15,-8 0-4-15,1 0-48 16,3 0-20-16,-1 0-86 15,-3 0-57-15</inkml:trace>
  <inkml:trace contextRef="#ctx0" brushRef="#br0" timeOffset="21445.25">8419 10624 995 0,'0'0'27'0,"0"0"-27"0,0 0 5 0,0 0-3 15,112 0-2-15,-88 0-26 16,-8 0-147-16,-2 2 160 15,-8 0-27-15,3-2 17 0,-7 0-24 16,-2 0-192 0</inkml:trace>
  <inkml:trace contextRef="#ctx0" brushRef="#br0" timeOffset="21813.77">8368 10429 814 0,'0'0'263'0,"0"0"-257"16,0 0 120-16,0 0-74 0,0 0 5 16,115 14-55-1,-88-14 12-15,-6-4-11 0,-1-6-6 16,-7-4 2-1,-6 8-21-15,-3 0-35 16,-4 6-138-16,0 0-271 0</inkml:trace>
  <inkml:trace contextRef="#ctx0" brushRef="#br0" timeOffset="23732.37">9206 10215 129 0,'0'0'166'0,"0"0"-127"0,0 0 1 15,0 0 2-15,0 0 3 16,0 0 23-16,0 0-25 16,0 0 30-16,0 0-10 15,0 0 1-15,0 0-22 0,0 0-4 16,0 0-18-16,0 0 15 15,0 0 25-15,0 0-12 16,0 0 11-16,0 0-37 16,0 0 20-16,0 0-19 15,0 0 25-15,0 0-26 16,0 0 3 0,0 0-6-16,0-4-10 0,0-7-5 15,6-7 5-15,3 4-5 0,7-5 2 16,1 1-11-1,2 4 13-15,-1 3-16 16,1 6 4-16,2 5 1 16,-1 0-5-16,-5 5-14 0,-1 15 15 15,-5 8 4 1,-7 5-13-16,-2 5 25 0,0-1-18 16,-16 4 15-1,-6-3-12-15,2-5 4 0,2-10 2 16,5-8-3-16,8-8 9 15,3-5-15-15,2-2 8 16,0 0-4-16,0 0-69 0,7 0 41 16,17-6 32-1,-1 4 1-15,1 2 0 16,-2 0 0-16,-4 0-4 16,-2 6 16-16,-10 14-20 15,1 9 16-15,-7 0 1 0,0 5-3 16,-20 6 51-1,-15 7-49-15,-11-2-8 0,0-2 0 16,1-9 10 0,7-12-9-16,7-14-1 0,7-8-3 15,8 0-43-15,2-14-67 16,2-6-293-16</inkml:trace>
  <inkml:trace contextRef="#ctx0" brushRef="#br0" timeOffset="26960.04">10160 10276 224 0,'0'0'313'0,"0"0"-265"0,0 0-1 16,0 0-3-16,0 0-20 0,0 0 13 15,0 0-32 1,0-19 41-16,0 19 10 0,0 0 19 16,0-3 8-16,0 0-40 15,0-1-17-15,0 4-11 16,0-3 29-16,0 2-32 15,0 1 19-15,0 0-12 16,0 0 17-16,0 0-22 0,0 0 5 16,0 0-5-1,0 14-11-15,0 11-3 0,0 14 7 16,-3 11-8 0,-3 0 10-16,-1 0-18 0,-2-3 12 15,-2-2-7 1,-3 4-10-16,-1-5-7 0,3-1-4 15,-1-12-31-15,9-1-8 16,4-12-52-16,0-12-80 16,0-6-25-16,2 0-88 0</inkml:trace>
  <inkml:trace contextRef="#ctx0" brushRef="#br0" timeOffset="27419.78">9908 10571 755 0,'0'0'76'0,"0"0"-37"0,0 0 149 0,0 0-81 15,0 0-32-15,0 0-47 16,131 0-1-16,-100 0-20 16,-6 0 3-16,-2 0-17 0,-6 0 7 15,-1 0-12-15,3 0-47 16,0 0-42-16,-2-2-116 15,-3-4-228-15</inkml:trace>
  <inkml:trace contextRef="#ctx0" brushRef="#br0" timeOffset="28189.89">10634 10734 174 0,'0'0'435'0,"0"0"-405"15,0 0 52-15,0 0-28 16,0 0 19-16,0 0-18 15,4 0 60-15,12 0-46 16,7-22 53-16,12-18-59 0,7-10 6 16,5-9-33-1,-2 3 6-15,-2 8-36 16,-10 2-5-16,-2 8-1 16,-7 6-10-16,-4 6-5 15,-2 3-22-15,-5 10 4 0,-8 3-44 16,1 4-40-16,-3 6-105 15,-3 0-54-15,0 0-276 16</inkml:trace>
  <inkml:trace contextRef="#ctx0" brushRef="#br0" timeOffset="28490.12">10817 10257 1003 0,'0'0'37'0,"0"0"52"15,31 128 2-15,-17-84-65 16,-4-2-8-16,1-4-1 15,-1-4-12-15,-2-2 6 16,3-6-8-16,1 1-1 16,1 4-2-16,3 0-10 15,-1 1-89-15,6-3 43 16,-6 0-192-16,-1-8-222 16</inkml:trace>
  <inkml:trace contextRef="#ctx0" brushRef="#br0" timeOffset="29239.96">11387 10375 584 0,'0'0'174'0,"0"0"-93"15,0 0 4-15,0 0-2 0,0 0-33 16,0 0 6 0,0 0-27-16,-29 88 41 0,21-52-42 15,8 0-6-15,0-2-20 16,2-2-1-16,13 3-1 15,12-5 3-15,4 0-11 0,0-10-4 16,7-2-53 0,-3-16 49-16,4-2-26 15,3 0-10-15,-7-30-89 16,-6-2-241-16</inkml:trace>
  <inkml:trace contextRef="#ctx0" brushRef="#br0" timeOffset="29725.85">11438 10143 568 0,'0'0'277'0,"0"0"-250"0,0 0-34 15,0 0 14-15,0 0 9 16,0 0 18-16,0-11 108 15,0 11-51-15,0 0-22 16,0 0-69-16,0 0-10 16,0-10-46-16,0-4-56 0,2-4-189 15,3 6 12 1</inkml:trace>
  <inkml:trace contextRef="#ctx0" brushRef="#br0" timeOffset="39130.25">19878 5089 376 0,'0'0'87'0,"0"0"49"0,0 0-37 15,0 0-37-15,0 0 28 0,0 0-49 16,0 0 26-16,-7-3-36 15,5 2 2 1,0-3-26-16,2 1 20 0,-2 3-7 16,2 0 15-16,-4 0 16 15,-3 0-16-15,5 0 12 16,0 0-37-16,2 0 6 16,-3-3-15-16,3 3 13 15,-5 0-13-15,3-2 2 16,-2 2 0-16,2 0 0 15,2 0 0-15,-2 0 7 16,2 0 0-16,0 0 1 16,0-2-11-16,0 2 9 15,0-2-18-15,15-2 9 16,21 0 0-16,10-6 20 16,8 0-2-16,-5 3 9 0,-9 4-23 15,-6 1-8-15,-12 2 1 16,-7 0 1-16,1 0-20 15,-13 12 0-15,-3 16 10 16,-10 8-11-16,-25 14 22 16,-12 6-24-16,0 6 17 15,3 5 2-15,1-3-4 16,3-4 15-16,5-6-10 0,8-11 7 16,9-9-2-16,11-11 0 15,7-9-1-15,0-7-5 16,4-7 7-16,25 0-8 15,7 0 14-15,9-4-13 16,-1-13 8-16,1-1-4 16,-3 0 1-16,-4-3-22 15,5 8-83-15,-10 3-140 16,-12 2-19-16,-11 8-227 16</inkml:trace>
  <inkml:trace contextRef="#ctx0" brushRef="#br0" timeOffset="39699.74">19869 5359 731 0,'0'0'250'0,"0"0"-194"0,0 0 42 0,0 0 3 16,0 0-23 0,0 0-44-16,100 19-5 0,-75-19-26 15,-2 0-6-15,-1 0-15 0,-3 0 17 16,-2 0-24-1,-2-2 0-15,-4 2-30 0,-2 0-118 16,0 0-163 0</inkml:trace>
  <inkml:trace contextRef="#ctx0" brushRef="#br0" timeOffset="40432.69">20536 5767 327 0,'0'0'44'0,"0"0"87"0,0 0-49 0,0 0-41 0,0 0 23 15,0 0-34-15,-18 31 18 16,18-28 11-16,0-1 43 16,0-2-1-16,0 0-30 0,0 0-26 15,0-6 1 1,0-16-18-16,0-11-25 0,13-6 11 15,3-5-10 1,0-1 23-16,-1 5-26 0,-3 2 9 16,0 5-5-1,-3 4-10-15,-2 9-2 16,-4 8-4-16,-3 10 6 16,0 2 4-16,0 4-5 0,-21 22 1 15,-3 7 1-15,-5 0-16 0,2 1 15 16,5-4-78-1,0-3-42-15,3-7-182 16</inkml:trace>
  <inkml:trace contextRef="#ctx0" brushRef="#br0" timeOffset="41460.08">21226 5478 325 0,'0'0'189'0,"0"0"-131"0,0 0 24 15,0 0-30-15,0 0-29 0,0 0 30 16,-19 14 13-16,19-14 10 15,0 0 3-15,0 0-23 16,0 0-14-16,2 0 18 16,6 0-9-16,-5-10-48 15,1-2-1-15,-4 3 9 16,0 4 0-16,-9 3-5 16,-11 2 2-16,-5 0-3 15,4 12 7-15,0 8-12 0,6-8 2 16,6 4-4-1,6-8-24-15,3-4-48 0,0-4-120 16,0 0-140 0</inkml:trace>
  <inkml:trace contextRef="#ctx0" brushRef="#br0" timeOffset="42430.34">22013 5051 584 0,'0'0'95'0,"0"0"62"0,0 0-68 0,0 0-6 16,0 0-18-16,0 0-16 15,-31 0 17-15,31 0-38 16,0 0 19-16,0 0-43 16,6 0 23-16,17 0-21 15,2 0 26-15,-2 0-17 16,2 0-11-16,-2 2-4 15,-4 14-6-15,-5 1 5 0,-12 6-2 16,-2 4-12 0,-13 10 16-16,-16 1-3 0,-7 11-3 15,2-3 5 1,1 0 0-16,2 2 7 0,4-8-20 16,3-2 11-16,4-2-9 0,4-8 11 15,5-4-2 1,4-6 8-16,5-4-10 0,2-2 4 15,0-4 0 1,7 1-5-16,13-4 10 0,4-2-13 16,7-3 19-1,8 0-17-15,-2 0 15 16,-1 0-5-16,-5 0-2 16,-4-8-2-16,-5-1 0 0,0 5-20 15,-8-4-14-15,-3 2-59 16,-5 1-1-16,-4 2-100 15,-2-1 34 1,0 4-91-16</inkml:trace>
  <inkml:trace contextRef="#ctx0" brushRef="#br0" timeOffset="42730.35">21870 5423 98 0,'0'0'904'0,"0"0"-848"0,0 0 115 0,0 0-148 16,123 0-23-16,-96-6-11 16,-1 0-69-16,-3-1-42 15,-8 3-173-15,-1 2-244 16</inkml:trace>
  <inkml:trace contextRef="#ctx0" brushRef="#br0" timeOffset="43389.98">22412 5509 704 0,'0'0'64'0,"0"0"109"0,0 0-79 0,0 0-40 0,0 0-23 15,0 0 37-15,56 0-44 16,-32 0-1-16,-6 0-17 16,-10 1-5-16,4 13 2 15,-12 4 5-15,0 6-16 16,0 2 22-16,-12 0-29 16,-7 6 23-16,-4-3-8 0,1 1 0 15,1-3 0 1,6 0 1-16,9-5 2 15,6-2-3-15,0-4 7 16,6-3-13-16,26-6 12 16,3-3 7-16,7-4-13 15,5 0 1-15,3 0 2 0,-4 0 1 16,-8 0-8 0,-5 0-39-16,-15 0 28 0,-11 4-111 15,-7 8-104 1,-9 5-204-16</inkml:trace>
  <inkml:trace contextRef="#ctx0" brushRef="#br0" timeOffset="44160.21">23476 5566 66 0,'0'0'0'0,"0"0"-55"16</inkml:trace>
  <inkml:trace contextRef="#ctx0" brushRef="#br0" timeOffset="44245.84">23476 5566 171 0,'3'0'69'16,"-3"0"-20"-16,0 0-49 0,0 0-64 16</inkml:trace>
  <inkml:trace contextRef="#ctx0" brushRef="#br0" timeOffset="44609.95">23479 5574 268 0,'0'0'180'16,"0"0"-26"-16,0 0-77 15,0 0-51-15,0 0-17 0,0 0-5 16,0 7-2-1,0-7 5-15,0 0 32 0,0 0 43 16,0 0 41 0,0 0-29-16,0 0 6 0,0 0-42 15,0 0-21 1,0 0-7-16,0 0-30 0,0 0 26 16,0 0-13-1,0 0 23-15,0 0-33 0,0 0 21 16,0 0-23-16,22 0 1 15,5 1 13-15,8 1-14 16,-6-2-1-16,-4 0-49 0,-10 2 41 16,-5 0-56-1,-8 5-66-15,-2-2-197 0,0-1-295 16</inkml:trace>
  <inkml:trace contextRef="#ctx0" brushRef="#br0" timeOffset="45193.82">23447 5338 824 0,'0'0'51'0,"0"0"160"0,0 0-101 16,0 0-36-16,123 26-41 16,-80-23 31-16,-1-3-47 15,-9 0 9-15,3 0-26 0,-12 0-4 16,-8 0 2-1,-5 0-43-15,-6 0 4 0,-5 0-168 16,-3 9-313 0</inkml:trace>
  <inkml:trace contextRef="#ctx0" brushRef="#br0" timeOffset="48269.78">19531 7578 489 0,'0'0'114'0,"0"0"-84"0,0 0 13 0,0 0-30 16,0 0-3-16,0 0 19 16,-5 1 40-16,5-1-13 15,0 0 42-15,-2 0-23 16,-2 0 3-16,-3 0-60 16,-2 0 22-16,0 0-7 15,-2 0 1-15,-3-12 2 16,-3-9-28-16,-1-12 33 15,0-8-40-15,3-12 10 16,2-11-6-16,5-10-2 16,8-3-3-16,0-3-5 15,21 0-10-15,14 2-5 16,5 18 17-16,1 8-49 0,-4 20-58 16,-10 12-123-1,-2 7-505-15</inkml:trace>
  <inkml:trace contextRef="#ctx0" brushRef="#br0" timeOffset="49249.96">19909 7028 624 0,'0'0'32'0,"0"0"70"0,0 0-42 16,0 0 1-16,0 0-37 0,0 0 32 16,3-18 17-16,4 12 3 15,-1 2-22-15,1 3-5 16,4 1-31-16,-2 0-14 15,4 0-8-15,-7 5-17 16,0 13-6-16,-6 2-52 16,0 6 78-16,-10 6-26 15,-14 4 25-15,-2 3 4 16,-1 3 0-16,0-6 18 16,6 3-15-16,4-6 11 0,13-3-9 15,2-4-5-15,2-6 4 16,0-4 17-1,10-4-16-15,15-6 20 0,6-2-18 16,3-4-5-16,-1 0 8 16,7 0-4-16,-3 0 3 15,0 0 2-15,-2 0-26 16,-8 0 4-16,-7 0-37 16,-12 0-87-16,-5 0-237 0</inkml:trace>
  <inkml:trace contextRef="#ctx0" brushRef="#br0" timeOffset="50073.99">20592 7325 1044 0,'0'0'2'0,"0"0"154"0,0 0-108 0,0 0 3 16,0 0-35-16,127 13-12 15,-94-13-4-15,2 0 6 16,-1-3-17-16,-3-1-9 15,-6 4 8-15,-12 0-55 16,-4 0-82-16,-7 0-265 0</inkml:trace>
  <inkml:trace contextRef="#ctx0" brushRef="#br0" timeOffset="50709.96">21502 7132 169 0,'0'0'480'0,"0"0"-433"0,0 0 56 0,0 0-67 15,0 0-3-15,0 0-16 16,0 0 74-16,0-12 3 0,0 12 3 16,-6 0-48-1,-7 16-11-15,-3 12-33 0,-5 12 19 16,4 3-22 0,3 2 12-16,6 5-24 15,3-7 10-15,5-3-10 16,0-6 8-16,7-10-3 0,18-5-6 15,8-11 6 1,11-8-36-16,5 0 21 0,3-7-32 16,-6-17-75-16,-10-3-186 15</inkml:trace>
  <inkml:trace contextRef="#ctx0" brushRef="#br0" timeOffset="51140.02">21548 6882 885 0,'0'0'69'0,"0"0"9"15,0 0-68-15,0 0-8 16,0 0 2-16,0 0 4 16,21-16 2-16,-19 9-3 15,4-2 1-15,-6 2-3 16,0 4-4-16,0 3-1 16,0 0-32-16,0 0-104 15,-8 2-111-15</inkml:trace>
  <inkml:trace contextRef="#ctx0" brushRef="#br0" timeOffset="51900.14">22073 6803 755 0,'0'0'103'0,"0"0"92"0,0 0-108 16,134 114 13-16,-92-70-92 16,-6 9 24-16,-12 1-20 15,-6 9-10-15,-14-2 7 16,-4 5-10-16,-6 5 2 16,-23-1 7-16,-9-2-8 15,7-10-27-15,0-11-60 0,4-22-295 16</inkml:trace>
  <inkml:trace contextRef="#ctx0" brushRef="#br0" timeOffset="52739.2">22851 7365 736 0,'0'0'22'0,"0"0"72"0,0 0-7 15,0 0-3-15,0 0-54 16,0 0-6 0,0 0-17-16,77-46-2 0,-77 40 6 15,0 2-15-15,-4 4 9 16,-9 0 13-16,-1 4 6 16,5 7 9-16,7-4-21 15,2-3-4-15,0-4-16 0,0 0-4 16,16-6 12-1,-3-10 0-15,-9 2 18 16,1 6-11-16,-5 5 26 16,0 3-2-16,-15 0-30 0,-4 11-2 15,4 3-68 1,6-8-218-16</inkml:trace>
  <inkml:trace contextRef="#ctx0" brushRef="#br0" timeOffset="53649.92">23584 7638 214 0,'0'0'191'0,"0"0"-92"0,0 0-48 0,0 0-51 16,0 0 0 0,0 0 0-16,8 23 38 15,-8-23 5-15,0 7 17 16,0-3 39-16,0-2 11 0,0 2 17 16,0-2-90-16,0-2 10 15,-4 0 22 1,-7 0-22-16,-3 0-1 0,-1-19-28 15,-1-12 27-15,3-7-34 16,2-12 12-16,8-14-21 16,3-7 2-16,0-7-4 15,27-2 0-15,7 8 0 16,1 8 4-16,2 11-10 16,-6 13 8-16,-5 14-8 15,5 6-57-15,-4 12 3 16,-5 3-137-16,-1 5-309 0</inkml:trace>
  <inkml:trace contextRef="#ctx0" brushRef="#br0" timeOffset="55199.86">24263 7109 182 0,'0'0'537'0,"0"0"-509"0,0 0 114 0,0 0-91 16,0 0-13-16,0 0 3 16,-4 0-3-16,4-9 19 15,2 1-22-15,11-2 41 0,5 2-63 16,5-2 7-1,-4 2-14-15,2 6-10 0,-4 2 4 16,-5 0-6 0,-6 7-4-16,-4 16-7 0,-2 6 7 15,0 0 20 1,-20 4-22-16,1-1 19 0,0-4-16 16,4-5 9-1,6-2-3-15,4-8 3 0,5-2-7 16,0-5-1-1,0-2-25-15,21-2 26 0,8-2 11 16,2 0-13-16,-2 4 11 0,-2 8-5 16,-6 4 3-1,-5 4-2-15,-11 6-10 0,-5 0 12 16,-5 7 49 0,-24-2-27-16,-6 2 15 0,-6-2-28 15,-3-3 18 1,4-7-27-16,5-7-2 0,8-8-5 15,9-6-49 1,9 0-46-16,3-10-171 0,3-8-295 16</inkml:trace>
  <inkml:trace contextRef="#ctx0" brushRef="#br0" timeOffset="56049.96">25121 7106 207 0,'0'0'328'16,"0"0"-200"-16,0 0 25 0,0 0-10 16,0 0-64-16,0 0-15 15,0-6-5-15,0 6 0 16,0 0-31-16,0 0-7 0,0 20 1 15,0 9 12-15,0 7 20 16,0 6-54-16,-4 5 24 16,-1 0-15-16,-2 1-18 15,-1-2 5-15,-1-4 3 16,-1-6-55-16,4-5 47 16,-3-8-2-16,7-4-27 15,2-7 15-15,0-4-88 16,0-6-3-16,0-2-115 15,-6 0-30-15</inkml:trace>
  <inkml:trace contextRef="#ctx0" brushRef="#br0" timeOffset="56368.13">24965 7395 918 0,'0'0'136'0,"0"0"66"0,0 0-111 0,149 0-51 0,-100 0-27 16,-5 0 2-16,-3 0-30 0,-12 0-9 16,-2 0-8-16,-12 0-31 15,-13 0-43-15,-2 12-283 16,0 5-360-16</inkml:trace>
  <inkml:trace contextRef="#ctx0" brushRef="#br0" timeOffset="57209.79">26005 7153 141 0,'0'0'475'0,"0"0"-379"0,0 0 46 16,0 0-73-1,0 0 23-15,0 0-56 0,10-9-14 16,-10 9 9-16,4 0 24 15,-4 0 10 1,0 0-37-16,0 0 19 0,0 0-47 16,0 15 18-16,-9 11-2 15,-9 6 9-15,-4 8-24 16,-3 2 2-16,-3 1-3 16,-6 1 5-16,0-2-12 15,1-4 18-15,2-2-20 0,0-6 17 16,9-6-16-1,2-2-22-15,6-12-10 0,5-2-40 16,0-8-69 0,1 0-73-16,-4 0-251 0</inkml:trace>
  <inkml:trace contextRef="#ctx0" brushRef="#br0" timeOffset="57515.62">25651 7274 913 0,'0'0'64'15,"0"0"40"-15,0 0 6 16,0 0-58-16,0 0-23 15,123 89 2-15,-88-66-20 16,-1 6 20-16,-5-1-21 0,-7 1 7 16,-4 2-10-16,-2-1 2 15,-3-3-9-15,-2 1-3 16,0-5-13-16,0-4-26 16,7-3-56-16,3-8-47 15,2-8-193-15</inkml:trace>
  <inkml:trace contextRef="#ctx0" brushRef="#br0" timeOffset="58131.89">26468 7311 848 0,'0'0'147'0,"0"0"-39"0,0 0-61 16,-12 125-29-16,12-92-11 0,0-7-14 15,0-2-3 1,10-8-67-16,6-4 70 0,2-3 7 16,-2-2-15-1,2-3-38-15,1-4-84 0,-2 0 13 16,-5-4-117 0</inkml:trace>
  <inkml:trace contextRef="#ctx0" brushRef="#br0" timeOffset="58530.18">26536 7084 176 0,'0'0'552'15,"0"0"-539"-15,0 0-26 16,0 0 7-16,0 0-89 15,0 0-75-15,-16-6 116 16,7 6 27-16,-2 0 27 16,-2 0 105-16,4 0 63 0,-1 0-4 15,4 0-49 1,2 0-29-16,4 0-75 0,0 0-11 16,0 0-6-16,0 0-83 15,0 0-23-15,0 0-67 16</inkml:trace>
  <inkml:trace contextRef="#ctx0" brushRef="#br0" timeOffset="59183.63">27066 6896 650 0,'0'0'191'0,"0"0"-48"0,0 0-27 0,0 0-57 15,0 0 8-15,0 0-42 16,36 20 46-16,-12 4-27 0,1 2-2 15,-3 11-20 1,-4-4-14-16,-5 8-8 0,-1 0 9 16,-6 1-18-1,-6 11 20-15,0 3-8 16,0 4-2-16,-18 2 12 16,-9-1-5-16,-1-3 0 15,1-2-8-15,-2-6-39 0,4-5-29 16,5-7 1-16,5-11-5 15,1-15-132-15,10-12-370 16</inkml:trace>
  <inkml:trace contextRef="#ctx0" brushRef="#br0" timeOffset="73120.27">7290 12651 217 0,'0'0'222'0,"0"0"-131"0,0 0 0 0,0 0 3 15,0 0-26-15,0 0-3 16,0 0 28-16,0 0-47 16,-27-46 2-16,27 42-46 15,-4-2 35-15,0 4 0 16,0 0 24-16,2 2-29 16,-4-2 8-16,4 2-28 15,-5 0-10-15,3-2 10 0,-3 2-4 16,0 0 18-1,3 0-11-15,-1 0 25 16,1 0-30-16,4 0 20 0,0-3-27 16,0 3 5-16,0-3-8 15,0 3 2-15,0 0-11 16,6-3 11-16,8 3-9 16,6 0 14-16,-2 0-14 15,-5 0-1-15,-4 13 6 0,-2 11 2 16,-3 10 0-1,-4 12-11-15,0 4 19 16,-11 7-17-16,-9-1 18 16,4 0-16-16,1 0 18 0,1 2-18 15,3-6 7 1,3-4 0-16,3-8 0 0,5-5-4 16,0-8 0-1,0-4-25-15,2-10 25 0,14-1-14 16,4-3 11-16,3-3 0 15,-2-2-8-15,-1-4-4 16,1 0-26-16,-6 0 0 16,1 0-56-16,-1 0 27 15,-1-3-61-15,-1-8 73 0,-4-3-39 16,-7 3-222 0</inkml:trace>
  <inkml:trace contextRef="#ctx0" brushRef="#br0" timeOffset="73419.85">7038 13090 1044 0,'0'0'91'0,"0"0"9"0,116-56-32 0,-81 46-55 16,-1 2-6-16,-6-2-7 15,-3 6-4-15,-7-2-52 16,-3 0-11-16,-3 5-78 0,-1-2-156 15,-2 3-257-15</inkml:trace>
  <inkml:trace contextRef="#ctx0" brushRef="#br0" timeOffset="73950.48">7771 13128 897 0,'0'0'147'0,"0"0"-143"0,0 0 49 0,0 0-20 0,0 0-12 15,127 11-17-15,-109-11-8 16,-5 0-33-1,1 0 28-15,-6 0-60 0,-6 0-91 16,-2 0-59 0,0-11-406-16</inkml:trace>
  <inkml:trace contextRef="#ctx0" brushRef="#br0" timeOffset="74132.92">7824 12926 1050 0,'0'0'206'0,"0"0"-203"16,0 0 5-16,0 0 8 15,0 0-16-15,136 44-21 16,-105-44-25-16,0-23-58 16,-2-1-36-16,-4 1-125 15</inkml:trace>
  <inkml:trace contextRef="#ctx0" brushRef="#br0" timeOffset="74933.35">8566 12902 765 0,'0'0'40'0,"0"0"36"15,0 0 54 1,0 0-98-16,0 0-27 0,0 0 5 0,-15 108-2 16,19-98 30-1,12-4-13-15,8-2 50 16,-3-4-39-16,8 0-24 16,-2 0 26-16,2-28-31 15,2-8-1-15,-3-12 7 0,-1-9-10 16,-13 4 7-16,-4 1-14 15,-10 5 6-15,0 10-4 16,-2 10-18-16,-27 3-3 16,0 18-5-16,-6 6-16 15,-1 0 28-15,5 24 16 16,-2 12 12 0,8 14-3-16,9 4 1 0,12 0-9 0,4-4 7 15,0-10-3 1,4-16-3-16,21-9-4 0,1-11 4 15,8-4 8 1,1 0 3-16,6-7 41 0,3-11-32 16,1 11-7-1,-9 3-8-15,-5 4-5 16,-6 0-2-16,-2 10-5 16,-2 9-2-16,-6 8 7 15,3 1-6-15,-5 4 10 0,-1 0-8 16,-4 0-40-16,-3-2-50 15,-3-10-145-15,-2-12-294 16</inkml:trace>
  <inkml:trace contextRef="#ctx0" brushRef="#br0" timeOffset="75400.13">9538 12603 454 0,'0'0'222'0,"0"0"-129"0,0 0 43 15,0 0-28-15,0 102-38 16,0-58-62-16,0 4 31 16,0 5-31-16,0-1 25 15,0 2-33-15,0-4-23 16,0-2 20-16,-7-8-6 16,-2-10-69-16,0-14-120 15,-1-15-134-15</inkml:trace>
  <inkml:trace contextRef="#ctx0" brushRef="#br0" timeOffset="75620.11">9353 12843 1140 0,'0'0'0'0,"0"0"36"0,0 0-4 15,0 0-11-15,134 26 8 16,-99-26-25-16,5 0 1 16,-4 0-5-16,-7 0-26 15,-3 0 15-15,-3-4-77 16,-1-3-27-16,-4 1-206 16</inkml:trace>
  <inkml:trace contextRef="#ctx0" brushRef="#br0" timeOffset="76335.07">10260 12159 939 0,'0'0'22'0,"0"0"-12"0,0 0 89 0,0 0-43 0,10 119-23 15,-4-60-17 1,-4 0-16-16,-2 7 3 0,0 3 24 16,0-5 14-1,0 5-29-15,-8-4 40 0,-7 3-40 16,5-4 4-16,-2-7-3 15,3-13-11 1,5-16-2-16,4-12 10 0,0-10-20 0,0-6 11 16,0 0-5-1,0 0-10-15,0 0 14 16,0-15 0-16,15-2 9 16,10-4 7-16,8 2-15 15,2-3 2-15,11 6 6 0,-2 1-18 16,-1 1-19-16,-4 2 16 15,-5 10 12 1,3 1-28-16,-3 1 23 0,-7 0 5 16,-3 1-5-16,-3 16 5 15,-8 1-5-15,-5 10 10 16,-8 6 12-16,0 7-8 16,-4 2 7-16,-27 1-16 15,-7-8 15-15,-4-6-6 16,1-8-6-16,2-10-3 0,3-6 8 15,7-6-17 1,2 0-5-16,5 0-13 16,2-13-83-16,0-6-220 15</inkml:trace>
  <inkml:trace contextRef="#ctx0" brushRef="#br0" timeOffset="76882.1">10980 12837 610 0,'0'0'255'0,"0"0"-255"0,0 0-20 0,0 0 20 16,0 0 20-16,0 0 40 0,9 0 35 16,-9 16 17-1,0 9-10-15,0 15-26 0,0 1-60 16,0 2-8-16,4-1-8 0,4-10-58 15,-1-6 49 1,7-10 14-16,3-6-10 0,6-10-36 16,4 0 3-1,8-18-36-15,-2-14-130 0,-6-7-44 16</inkml:trace>
  <inkml:trace contextRef="#ctx0" brushRef="#br0" timeOffset="77399.78">11157 12466 719 0,'0'0'176'0,"0"0"-102"0,0 0 30 0,0 0-47 16,0 0-21-16,0 0-34 16,0 0 37-16,-6 0-14 15,6 0 5-15,0 0-28 16,0 0 7-16,0 0 4 0,0 0-13 16,0 0 9-16,-2 0-3 15,-3 0-12-15,-1 0 11 16,2 0-12-16,-2 0 11 15,6 6-8-15,0 0-1 16,0-6-7-16,0 0-27 16,0 0-60-1,0 0 44-15,0 0 55 0,0 0 6 16,0 0 18-16,0 0-24 16,-6 0-7-1,-3 0-73-15,5 0-325 0</inkml:trace>
  <inkml:trace contextRef="#ctx0" brushRef="#br0" timeOffset="93836.18">9785 13790 81 0,'0'0'332'0,"0"0"-287"16,0 0 0-16,0 0 16 16,0 0-21-16,0 0-2 15,0 0 5-15,-4 1 8 16,4-1 27-16,0 0-29 16,-2 0-7-16,2 0-20 0,0 0 7 15,0 0-28-15,0 0 12 16,0 0-7-16,0 0 4 15,0 0 16-15,0 0-13 16,0 0 16-16,0 0-16 16,0 0 27-16,0 0-30 15,0 0 2-15,0 0-8 16,0-1 13-16,2-6 5 16,5-2-4-16,-5 1 3 15,6-5-13-15,-1 1 18 16,-2 3-11-16,2-5 15 0,-3-1-27 15,2 6 17 1,3-5-20-16,1 2 5 0,3-4-5 16,-3-3 2-16,6-3-6 15,5 0 11-15,-6 4-2 16,3-1 2-16,-3 2-7 16,1 3 4-16,-1 1-4 15,2-4 0-15,-5 5 2 0,5-2-4 16,-2-2 8-1,1-2-4-15,-1 2 0 0,1-2 8 16,-1 2-7 0,-3-1 7-16,7 0-10 15,-3 1 2-15,4-3-2 16,-2 4 0-16,2-4-2 0,-5-1 9 16,2 9-4-16,-7-3 10 0,3 8-21 15,-1-3 13 1,-3-1-6-16,1 5 1 0,0-5 0 15,-1 1-1 1,1 3 4-16,-2-4-13 0,5 4 20 16,3-3-15-1,-3-4 14-15,2 0-11 16,-1-2 5-16,1 0-3 16,-1 4 2-16,-1-1 0 15,-1 2-4-15,-4 0 8 16,1 2-9-16,3-4 15 0,-2 2-22 15,3-4 16-15,3 0-9 16,0 0 3 0,0 2 0-16,-3 1-1 0,3 2 3 15,-3-4-10-15,3 2 17 16,-1-1-16-16,1 0 18 16,-1-3-18-1,-1 6 9-15,-1-1-2 16,-1-5 0-16,1-1 0 0,-1 2-8 15,2 2 18-15,1-3-8 16,2 2 6-16,-4 1-13 16,-2 0 10-16,-2 6-5 15,2-2 0-15,0 0 0 16,5-2-7-16,-3-1 13 16,0 3-13-16,0-5 14 0,-3 3-10 15,-1 0 12-15,-1 6-15 16,2-3 8-16,-4 1-2 15,5-3 0-15,1 1-1 16,-3-2-3-16,-1 4 8 16,1-4-8-16,-2 2 11 15,2-4-12-15,4 4 8 16,-1-2-4-16,-2-1 1 16,1 0 0-16,3 3-3 15,-1-5 6-15,1 4-12 0,1-5 20 16,1 1-22-16,-3 1 22 15,1-2-16 1,1 4 8-16,-3-2-6 0,-1 2 3 16,-1 3 0-16,-3-2-9 15,7 1 19-15,-6 0-20 16,1 0 22 0,1-2-21-16,5-2 16 0,-1 2-12 15,1 2 5-15,-1-2 0 0,-1-1-2 16,1 0 9-1,-1 3-20-15,-3-4 26 0,6 1-22 16,-3 3 21 0,1-7-21-16,-5 9 9 0,4-4 0 15,-1 2-1 1,-4 2 1-16,3 1-6 0,-1-2 16 16,-2-1-20-1,3 2 25-15,3-4-23 0,-1-2 10 16,1-2-4-16,1 0 2 0,1-1 0 15,-3 3-5 1,1 4 9-16,-6 1-11 0,-3 0 14 16,3 0-10-1,-3 3 14-15,7-2-21 16,-4-3 19-16,3 2-16 16,-1-1 7-16,-2-2 0 0,1 1-5 15,3 2 11-15,-6 1-6 16,3-3 6-16,-3 3-12 15,4-4 12 1,-2 4-8-16,1-1 2 16,1 0 0-16,-2-1-4 15,1 0 11-15,2-2-14 0,-2 6 17 16,-4-2-14-16,-1 5 16 16,-2-1-19-16,2-2 13 15,1 1-12-15,2-1 4 16,0 0 2-16,-3 0 0 15,2-2 1-15,-1 2-2 16,-3 4 15-16,0-2-24 16,-2 2 18-16,3 0-12 15,-1-2 5-15,0-1-1 16,5-2 0-16,-3-1 4 16,3 0-6-16,-1 0 11 0,-1 0-7 15,2 0 8-15,-3 0-11 16,1 4 9-16,-3 2-9 15,-2 0 1-15,0 0 0 16,0 0-2-16,0 0 9 16,0 0-8-16,0 0 12 15,0 0-15-15,0 0 10 16,0 0 2-16,0 0-8 16,0 0 4-16,0 0-4 15,0 0 3-15,0 0-10 16,0 0 16-16,0 0-19 15,0 0 3-15,0 0-6 16,0 0-46-16,0 0 4 0,-9 6-43 16,-9 2-192-16</inkml:trace>
  <inkml:trace contextRef="#ctx0" brushRef="#br0" timeOffset="96430.15">10255 14281 239 0,'0'0'312'0,"0"0"-265"0,0 0 3 15,0 0 2 1,0 0-23-16,0 0 35 0,0 0 27 15,0-16-7-15,0 16-22 16,0 0-38-16,0 0 7 16,0 0-13-16,0 0 14 15,0 0-19-15,0 0 3 16,0 0 5-16,0 0-12 16,0 1 0-16,0 12-3 15,0 5-3-15,0 1 9 0,9 11-20 16,-5 1 16-16,2 6-9 15,-2 2 2-15,-2 5 0 16,4 5 1-16,-3 1 2 16,-1-2-5-16,0-2 8 15,-2-2-10-15,0-1 12 16,0-5-9-16,0 2 0 16,0-7-1-16,-2 1 0 15,-5-1 2-15,3-7-5 16,2-3 9-16,0-11-8 0,0-3 14 15,2-3-19-15,0-4 10 16,0-2-2-16,0 0 0 16,0 0 8-16,0 0 11 15,0-6-18-15,0-12 15 16,0-6-15-16,0-6 7 16,0 2-1-16,6 0-5 15,5-3 0-15,1 4-4 16,3 1 2-16,3 0 0 15,1-6-4-15,4 2 12 16,-1-3-11-16,2 7 11 16,-3 8-16-16,-1 4 7 0,-5 11-1 15,-1 3-9 1,5 0-7-16,0 0 13 16,1 6-8-16,2 9 11 15,0 3-11-15,-6 1-41 0,-5 2 54 16,-7 3 20-1,-4 6-10-15,0 2 4 0,0 7-4 16,-18-5-9-16,-1 0 1 0,-2-4 7 16,-3-10 0-1,0 2-4-15,-5-6 6 0,0-1-9 16,0-14 1 0,2-1-3-16,-2 0-3 15,4 0-31-15,3 0-35 0,7 0-60 16,6 0-230-16,9 0-239 15</inkml:trace>
  <inkml:trace contextRef="#ctx0" brushRef="#br0" timeOffset="97179.97">10968 14807 557 0,'0'0'26'0,"0"0"12"0,0 0 68 0,0 0 43 31,0 0 5-31,0 0-105 0,143 0 55 0,-116 0-81 16,0 0 16-1,-6 0-30-15,2 0 1 0,2 0-6 16,-1 0-8 0,4 0-21-16,-3 0 22 15,-9 0-38-15,-1-10-47 0,-5-3-29 16,-8-5-82-16,-2 4 1 15,0-2-395-15</inkml:trace>
  <inkml:trace contextRef="#ctx0" brushRef="#br0" timeOffset="97513.28">11084 14516 768 0,'0'0'262'0,"0"0"-241"15,0 0 6-15,0 0 40 0,0 0-4 16,0 0-11-1,85 0-31-15,-61 0 6 16,7 0-17-16,0 0-7 16,-2 0-4-16,0 0 3 15,2-8-4-15,-2 3-40 16,0-2-24-16,1 1-95 0,-6-2-143 16,1 2-437-16</inkml:trace>
  <inkml:trace contextRef="#ctx0" brushRef="#br0" timeOffset="98299.89">11745 14539 639 0,'0'0'51'0,"0"0"-28"0,0 0-10 0,0 0 12 0,0 0-2 16,0 0 21 0,0 8 26-16,0-2 53 15,0 11-57-15,0 2-29 16,0 6 2-16,0 0-38 15,0 4 10-15,0-6-1 0,0-2-14 16,10 1 8-16,3-4-4 16,3 4 0-16,1-2 0 15,4 1-2-15,-2-6 7 16,8 6-10-16,-4-11 19 16,-1-3-20-16,3-7 12 15,4 0-3-15,-3 0-2 16,1 0-1-16,-5-13 17 0,3-4-15 15,-6-5 22 1,0 0-10-16,-3-6 21 0,-6-8-31 16,6-4 17-1,-7-6-20-15,-2-1 3 16,-3 2-3-16,-2 1-1 16,-2 8 0-16,0 0 1 0,0 3-9 15,0 7 9-15,-13 4-2 16,1 6-14-16,-1 4 10 15,-3 1-12-15,-1 10 14 0,-5 1-2 16,-3 0-5 0,1 0 7-16,-1 0 5 15,3 17-11-15,1-2 12 16,4 7-6-16,1 5-6 0,7 0 9 16,-1 9-3-1,2 4 3-15,0 8-2 0,-1 1-46 16,0-6-69-16,0-8-141 15,2-9-89-15</inkml:trace>
  <inkml:trace contextRef="#ctx0" brushRef="#br0" timeOffset="104990.51">7648 14080 703 0,'0'0'41'0,"0"0"-41"0,0 0 0 16,0 0 31-16,0 0-9 15,0 0-2-15,0 0-19 16,87-8 29-16,-78 8 2 0,-2 0-9 16,-2 0-6-16,-5 11-12 15,0 13 62-15,0 6-44 16,0 10-5-16,-3-1-9 15,-6 3-10-15,-2 2 6 16,2 0-10-16,-2 0 3 0,2-4 2 16,3-4-1-1,1-3 7-15,5-2-2 0,0-5 5 16,0-8-7 0,11-1 2-16,9-6-8 0,9-3 3 15,-4-8-4-15,1 4-44 16,1-4 41-16,-2 0-1 15,-5 0-7 1,-5 0 6-16,-1-4 3 0,-1-2-29 16,-7-1-28-16,2 1-12 15,-8 1 3-15,0 2 18 16,0-1-25-16,0-1-122 16</inkml:trace>
  <inkml:trace contextRef="#ctx0" brushRef="#br0" timeOffset="105239.85">7704 14534 669 0,'0'0'198'0,"0"0"-182"0,0 0 69 0,0 0 19 0,0 0-75 16,0 0-7 0,67-10-22-16,-53-6 6 0,3-3-12 15,-1-2-23 1,-5-1-88-16,-3 6-102 0,0 0-153 16</inkml:trace>
  <inkml:trace contextRef="#ctx0" brushRef="#br0" timeOffset="105790.35">8294 14164 603 0,'0'0'182'0,"0"0"-178"16,0 0 48-16,0 0 26 16,0 0-6-16,0 0-5 15,5 0-22-15,-5 0 4 0,-13 0-47 16,-6 13 8 0,0 1-1-16,-1 6-15 0,-3 2 6 15,4 9 0-15,5 2 9 16,3 2 2-16,7-2-2 15,4-2-4-15,0-1-3 16,0-7 2 0,17-4-8-16,5-3-7 0,10-3 7 15,1-2-17-15,2-3-30 16,4-4 46-16,-1-4-13 16,-1 0-38-16,-1 0-36 15,-5-12-20-15,-4-6 6 16,-13-8-236-16</inkml:trace>
  <inkml:trace contextRef="#ctx0" brushRef="#br0" timeOffset="106110.02">8221 14365 669 0,'0'0'266'0,"0"0"-252"0,0 0 41 0,0 0 11 0,0 0-59 15,0 0-7-15,94-33 5 16,-81 17-11-16,1 5-20 16,3-5-26-16,1 2-96 15,0-3-25-15,-5 0-134 16</inkml:trace>
  <inkml:trace contextRef="#ctx0" brushRef="#br0" timeOffset="106671.05">8853 13854 915 0,'0'0'54'0,"0"0"-25"0,0 0-14 0,0 0 44 15,0 148-36-15,0-88-15 16,0 5 15-16,0-5-1 16,0-6-11-1,0 4 25-15,0-2-19 0,4-3-10 16,-4 3-10-16,0-4 3 16,4-6-58-16,2-11 32 15,3-12-74-15,3-10-83 0,-4-13 22 16,5-6 11-1,-1-25-169-15</inkml:trace>
  <inkml:trace contextRef="#ctx0" brushRef="#br0" timeOffset="107040.15">9036 13864 492 0,'0'0'60'16,"0"0"8"0,0 0 13-16,0 0 44 15,0 0-42-15,25 143 3 0,-25-95-50 16,0-1 12-16,0 4-45 15,0-5 0-15,0 2-3 16,0-4 0 0,-2-3-5-16,-5 0 16 15,3-5-24-15,0-5 13 0,1-12-4 16,3-2-52-16,-5-11-61 16,5-6-26-1,0 0 52-15,0 0 22 0,0-23-235 16,0 0 35-16</inkml:trace>
  <inkml:trace contextRef="#ctx0" brushRef="#br0" timeOffset="107642.83">9027 13818 742 0,'0'0'15'0,"0"0"63"0,0 0 0 0,0 0-75 15,0 0 48-15,0 0 8 16,17-102 7-16,-4 88-35 16,-1 6-4-16,7 4-25 15,-1 4 2-15,1 0-4 16,-3 4-2-16,0 24-3 15,-5 6 5-15,-6 6-3 0,-5 10-17 16,0 8 16 0,0 2-2-16,0 0 6 0,-5-4 0 15,1-12-71 1,1-15 61-16,3-13 20 0,0-8-20 16,16-8 11-1,17 0-5-15,15 0 8 0,2 0 22 16,6 0-24-16,-4 0 17 0,-8 0-2 15,-9 0-14 1,-8 16 9-16,-9 7-7 16,-3 8 22-16,-5 3-24 15,-4 10 0-15,-1 4 5 0,-1-2-11 16,7-6 3 0,5-6-33-16,4-21-19 0,4-13-222 15,5 0 26 1</inkml:trace>
  <inkml:trace contextRef="#ctx0" brushRef="#br0" timeOffset="133479.88">20189 6717 355 0,'0'0'107'16,"0"0"-50"-16,0 0-6 0,0 0-12 15,0 0-32-15,0 0 2 16,0 0-3-16,0 0 40 15,0 0-5-15,4-6 25 16,-4 6-22-16,0 0-13 16,0 0-10-16,0 0 5 0,4-2 23 15,0 0-38-15,-1-2 34 16,1-2-43-16,0 2 18 16,1-3-20-16,0 2 13 15,-3 2-5-15,7-3 9 16,-3 1 7-16,3-3-11 15,2 2 3-15,2-4-9 16,6 2 9-16,-2-4-15 16,-3 4 31-16,5 0-26 0,-3 2 11 15,0 0-12 1,2 0-4-16,0 1 5 0,1-4 4 16,4 1-7-1,-1 0 8-15,0 0-18 0,-4 4 14 16,3-4-7-16,-6 5 1 15,-1 2 1-15,3-3 0 16,3 1 4-16,-2 0-11 16,4-3 20-16,1 2-21 15,-1 0 15-15,-2 0-15 16,2 0 11-16,-1 2-6 16,-2-5 1-16,1 7 0 0,1-2-3 15,0 1 8 1,4-4-9-16,0 5 17 0,2-1-22 15,-3-3 14-15,5 2-10 16,-3-2 7 0,-1 4-2-16,2 0 0 15,-2 0-1-15,-1 0-7 0,0 0 16 16,1 0-13-16,-3-3 15 16,3 2-16-1,-6-2 11-15,8 3-9 0,-4 0 4 16,4 0 0-16,-5 0-5 15,2 0 12-15,-2 0-12 16,3 0 16-16,-2 0-18 16,4 0 12-16,-4 0-8 15,4 0 3-15,-6 0 0 0,1 0-2 16,-2 0 4 0,-2 0-8-16,-1 3 14 0,3 1-11 15,3 2 10 1,-1-1-14-16,2 0 7 15,-3-4-7-15,6 1 7 16,-1 2 0-16,6-1-4 0,-9 1 1 16,0-2-9-16,-3 4 24 15,-2 0-19-15,2 3 14 16,2-1-14-16,-2-2 8 16,5-1-1-16,-1-1 0 15,1 0-5-15,2 0 2 16,-2 0 6-16,0 2-5 15,2 0 8-15,0 3-5 16,2-2 7-16,0-3-11 16,0 2 3-16,2-4-1 0,-4 4-5 15,7-4 12 1,-3 2-16-16,0 0 20 0,2 0-8 16,-4 7 0-16,3-4 0 15,-6 3-2-15,3-2 0 16,-2 2-5-16,-1-1 12 15,5-3-16-15,4-1 13 16,-2-3-12-16,0 2 16 16,-1-2-13-16,-1 3 12 15,-2 0-14-15,4-1 7 16,-2-2 0-16,3 2 0 0,-1 1 8 16,0-4-19-1,1 1 25-15,1 1-16 0,1-2 7 16,-7 4-10-1,2-1 3-15,-6 0 2 0,-3-1 0 16,1 1 1-16,-6 4-11 16,3-4 24-16,1 4-20 15,0 1 15-15,2-2-12 16,2 1 3-16,-1 1-6 16,0 0 4-16,-6-1 1 15,3 5-4-15,-4-3 10 16,1 2-16-16,-1 0 23 0,2-5-21 15,-1 2 18-15,1-3-16 16,2 0 7-16,-2-2-11 16,1 1 5-1,1 2 12-15,0-7-14 0,4 7 14 16,0-4-12-16,-3-1 12 16,1 2-9-16,-2-4 3 15,-4 0 0-15,2 2-2 16,-3-2 2-16,-1 2-4 0,1 2 10 15,1 2-6 1,4 2 3-16,1 3-3 16,-1-4 1-16,0-1 2 15,0 4-3-15,1 0-7 16,-4-5 1-16,-2 1 12 16,-6-5-15-16,-1 4 19 15,-4-3-11-15,4 3 8 16,-2-1-10-16,1 0 11 0,4 2-16 15,-1-2 5-15,2-2 3 16,-4-2 0-16,-2 0 3 16,-5 0-10-16,-2 0-9 15,0 0-52-15,-18-10-264 16</inkml:trace>
  <inkml:trace contextRef="#ctx0" brushRef="#br0" timeOffset="134710.89">20123 8713 742 0,'0'0'107'0,"0"0"-51"15,0 0 34-15,0 0-68 0,0 0 25 16,0 0 5-16,0-26 18 16,0 24-33-16,-4-1 13 15,-5 3-38-15,-4 0-3 16,-3 0-9-16,-7 0 3 15,-3 9-12-15,2 11 22 16,-7 12-18-16,0 1 17 16,-3 12-20-16,5 3 18 0,-2 7-17 15,11 0 7 1,4 5 0-16,5-2-3 0,9-4-6 16,2-1 4-16,0-7 0 0,10-3-10 15,11-8 18 1,6-5-6-1,2-7-2-15,4-8 1 0,2-7-2 16,3-8 1-16,-2 0-2 16,2-14 14-16,-7-13-14 15,-11-6 7-15,-6-1 0 0,-14 0-51 16,0 4-25 0,-18 5 14-16,-18 14-41 0,-8 11 51 15,-8 0 52 1,3 14 13-16,0 20 131 15,7 4-127-15,8 6-13 16,9-3-4-16,13-5-17 16,12-11-133-16,0-10-172 15</inkml:trace>
  <inkml:trace contextRef="#ctx0" brushRef="#br0" timeOffset="137480.01">20193 6703 380 0,'0'0'207'0,"0"0"-188"0,0 0-16 0,0 0 0 16,0 0 6-16,0 0-16 15,8 2 7-15,-5 0-1 16,-1-2 1-16,-2 0 16 15,0 0 60-15,0 0-1 16,0 0 15-16,2 0-66 16,2 0 14-16,4 0-36 15,0-5 7-15,3-8-7 16,1 2-2-16,-1-1 2 16,-1-3 0-16,0 5 23 15,-1 0-15-15,-1 2 42 16,-3 0-38-16,9 4 24 0,-4-4-31 15,6 2 0-15,2-2-7 16,2-2 0 0,-1 0-5-16,4 0 16 0,-3-2-3 15,-2 4-7-15,2-3 45 0,0 2-20 16,0 1-8 0,-4 0-17-16,-1-1 3 15,3 1-4-15,3 3 3 0,0-5-10 16,4 0 21-16,2-1-25 15,-2 2 26 1,-1 0-10-16,0 2-4 16,-1-1 12-16,-1 1-5 15,3 0-8-15,4-2 2 0,2 1 6 16,4-1-10-16,3-1 13 16,0-1-14-16,3 2 10 15,-4 3-3-15,-3-3-4 16,-1 4 11-16,-2-2 0 15,2 1-10-15,-1 1 3 16,3-4 7-16,1 1-13 0,-3-2 11 16,3-2-13-1,4 2 13-15,0 0-14 0,0 0 5 16,-2 8 0 0,-2-4 2-16,-5 6 1 0,-2 0 7 15,0 0-5 1,2 0 2-16,1 0-3 0,1 0-4 15,-2 0 0-15,-2 0 0 16,2 0 0-16,-2 0 0 16,7 0-8-16,-3 0 12 15,3 0-11-15,1 0 14 16,2 0-15-16,5 0 16 16,1 0-15-16,4 0 7 15,0 0 0-15,-7 0-5 16,3 0 10-16,-5 0-14 0,2 0 17 15,-1 0-16-15,-8 0 16 16,7 0-19 0,-3 0 11-16,3 0-10 0,7 0 7 15,3 0 6-15,3 0-13 16,-2 0 13-16,1 0-15 16,-2 0 22-16,0 0-20 15,-4 0-8-15,-5 0 10 0,1 0 8 16,-11 0-6-1,-4 0 1-15,0 0 10 16,-8 0-11-16,6 0 16 16,4 0-15-16,6 6 12 15,6-4-14-15,3 2-2 16,-2 0 9-16,1 1 0 0,1-2 0 16,-3 1-2-1,-3-3 10-15,-3 6-3 0,-4-3 7 16,3 0-18-16,-3 2 22 0,4 0-19 15,-1 0 3 1,4 4-2-16,-2-3 0 0,4 4 2 16,0-1-1-1,3-1 10-15,-2 4-17 16,-3-3 11-16,3 0-6 16,-8 2 3-16,5-1-1 15,2 1-1-15,-5-3 2 0,8 2-3 16,-1-1 7-1,-2-1-13-15,5 0 18 16,-1 1-18-16,3-2 20 16,2 1-28-16,0-2 15 15,-1-4 2-15,-9 4-1 0,-1-5-3 16,-5 2-6-16,-1 2 10 16,-3-2-15-16,-3 2 15 15,-1-1-7-15,2 2 7 16,-3 0-23-16,0 2 20 15,-1 3 2-15,2-4-2 16,-1 5-30-16,-2-6 22 0,-4 5 11 16,7 0-16-1,-6 4 16-15,2-2-7 0,-3 0 5 16,6-1 2 0,-2-4 0-16,3-1-7 15,2-2-21-15,-2 2 28 0,0-2-3 0,2 2 3 16,0 0-18-1,-2 1 18-15,-3-1 1 16,-4-1 1-16,2 4 4 16,-5-5 0-16,-1 3-2 0,5-2 8 15,-2 4-7 1,-2 2-5-16,1-6 1 16,-3 5 14-16,3-1-15 15,-3-1 0-15,3 3 8 16,-3-5-5-16,3 3-2 15,1-1 19-15,-3-4-26 16,-1-4 15-16,-1 0-14 16,1-2 5-16,-5 0-6 0,2 8 2 15,1-4 7-15,-3 2-12 16,6 0 18-16,-3-2-18 16,3 0 22-16,-3 0-22 15,0 0 17-15,2-2-16 16,-6-2 4-16,-1 0 3 15,-1 0-1-15,-3 0 4 16,0 0-9-16,0 2 15 16,-2-2-16-16,3 0 7 15,-1 0-2-15,-2 0-44 16,0 0-261-16</inkml:trace>
  <inkml:trace contextRef="#ctx0" brushRef="#br0" timeOffset="138597.76">20812 8799 455 0,'0'0'274'0,"0"0"-230"0,0 0 45 0,0 0-47 15,0 0 8 1,0 0-34-16,9 20 66 0,-7 6-19 16,-2 10 37-16,2 7-65 0,0 1 22 15,-2 4-52 1,0 2 2-16,0 0-7 0,-4 3-9 15,-11-4 7 1,-1-5-39-16,5-7 10 16,4-8-94-16,4-7-37 15,1-8-35-15,0-4-86 16</inkml:trace>
  <inkml:trace contextRef="#ctx0" brushRef="#br0" timeOffset="138912.57">20690 9160 929 0,'0'0'120'16,"0"0"69"-16,131 0-101 15,-75-3-35-15,-5 0-38 16,-9 0-7-16,-11 1-16 16,-4 2-16-16,-4-3 3 15,-4 1-60-15,-1-2-90 16,-2 4-236-16</inkml:trace>
  <inkml:trace contextRef="#ctx0" brushRef="#br0" timeOffset="139599.97">21556 8735 853 0,'0'0'87'0,"0"0"-11"0,0 0 11 0,0 0-12 16,0 0-5-1,0 0-48-15,87-82 9 0,-62 78-15 16,-1 4-8 0,-2 0-8-16,-8 1 0 15,-12 27-6-15,-2 11-28 0,-16 7 26 16,-19 6-53-16,-7 2 30 15,-3 2 13-15,1 0 15 16,1-4 5-16,5-3-2 16,7-5 28-16,4-10-20 15,12-4 15-15,5-8-21 16,10-6 6-16,0-4-4 0,4-3 7 16,33-8 3-1,9 0 23-15,17-1-9 0,3 0 19 16,2 0-19-16,-13 0 37 15,-10 0-34-15,-18 0-31 16,-12 9 0 0,-9 3-63-16,-6 3 2 0,0 4-29 15,0-1-15-15,0-5-259 16</inkml:trace>
  <inkml:trace contextRef="#ctx0" brushRef="#br0" timeOffset="140279.78">22468 8755 514 0,'0'0'108'0,"0"0"-18"0,0 0 22 0,0 0-38 15,0 0 24-15,0 0-8 0,13-6-25 16,-13 6-14 0,-13 8-33-16,-5 11-7 0,-11 8 27 15,-3 7-31-15,-5 10 26 16,-6 4-32-16,5-1 12 15,3 1-4-15,6-9-15 16,4-5 6-16,10-3 0 16,1-8-3-16,-1-2-19 15,-1-3 6-15,1-7-24 16,-1-2 9-16,3-3-30 0,-1-4 9 16,5-2-54-1,-4 0-76-15,3 0-55 16</inkml:trace>
  <inkml:trace contextRef="#ctx0" brushRef="#br0" timeOffset="140546.53">22020 8935 765 0,'0'0'149'0,"0"0"3"16,0 0-95-1,0 0 32-15,0 0-36 16,0 0 7-16,104 62-23 16,-73-35 26-16,-4 0-43 15,4 4 15-15,-6 0-32 16,-5 2-1-16,-3-1-2 0,0 0-2 16,-5-2-11-1,2 0-77-15,1-4 69 0,2-4-78 16,0-6-147-1,3-6-189-15</inkml:trace>
  <inkml:trace contextRef="#ctx0" brushRef="#br0" timeOffset="141260.18">22988 8887 331 0,'0'0'405'0,"0"0"-348"0,0 0 68 16,0 0-6-16,0 0-38 15,0 0-48-15,-31 87 17 0,18-60-46 16,5 4 27-1,-2 0-4-15,10 3-19 16,0 1 13-16,0-1-21 16,2-4-5-16,16-6-4 15,5-1 8-15,4-9-57 16,4-1-74-16,-2-7-30 0,-5-6-79 16</inkml:trace>
  <inkml:trace contextRef="#ctx0" brushRef="#br0" timeOffset="141829.94">23111 8654 817 0,'0'0'103'0,"0"0"28"0,0 0-21 0,0 0-69 0,0 0-16 15,0 0-25-15,0-17 1 16,0 12 3-16,0-1-3 16,0 4 30-16,0 0-11 15,-4 0 9-15,-1 2-29 16,3 0 10-16,2 0-10 16,-2 0-2-16,2 0-26 15,0 0 21-15,0 0-14 16,-4-3 14-16,1 0 4 0,-1 3-36 15,-6 0-50-15,6 0-178 16,-4 0-356-16</inkml:trace>
  <inkml:trace contextRef="#ctx0" brushRef="#br0" timeOffset="146819.99">21456 7682 252 0,'0'0'183'0,"0"0"-149"15,0 0 59-15,0 0-69 16,0 0 29-16,0 0-2 16,0 0 13-16,0 0-25 0,0-2 61 15,0 2-16 1,0-2-10-16,0 2-36 16,0 0-8-16,0 0-13 0,0 0-15 15,0 0 14 1,0 0-14-16,-2 0 40 0,2 0-30 15,0 0 20-15,0 0-32 16,0 0 11-16,0 0-11 16,0 0 0-16,0 2-4 15,0 2 8-15,0 4-11 16,0-1 15-16,0 1-12 16,0 1 9-16,0-1-10 15,0 0 6-15,0-2-1 16,4 5 0-16,3-4 2 15,-3 1-10-15,3 2 17 16,2-2-3-16,-2 0 1 16,6 1-3-16,-2-5 3 15,-2 3-4-15,4 3-3 0,-3 0 0 16,0 1-6-16,1 1 14 16,1-2-9-16,-4-1 10 15,3-3-14-15,-1 2 13 16,1-1-12-16,-1-1 4 15,0-1 0-15,1-2 0 16,2 0 1-16,1 5-1 16,3-1 4-16,-1-1 1 15,0-2 7-15,-5-3-14 0,2 4 8 16,-1-3-11 0,3 2 5-16,-4-1-1 0,2 1-1 15,0 0 4-15,1 3-5 16,1-5 9-16,-1 2-9 15,4 0 12-15,0 0-17 16,-3 2 8 0,3-3 0-16,-7 2-1 0,5-1 3 15,-3-2-11-15,-1 0 19 16,1 4-14-16,5 0 16 16,-7 0-22-16,9-1 19 15,-3 0-14-15,2-2 5 0,3 1 0 16,2 3-3-1,1-5-6-15,1 4 7 0,1-4 4 16,-4 0-7-16,-4 0 15 16,-5 0-17-16,3 0 7 15,0 2 0 1,-2-4 0-16,5 4 1 0,-2-2-10 16,2 1 18-16,2-1-16 15,-1 3 21-15,0-1-27 16,2-3 21-16,1 1-12 15,-1-2 4-15,1 0 0 0,-4 0-4 16,5 0 8 0,-6 0-11-16,6 0 16 15,-3 0-12-15,3 3 9 16,-5-3-12-16,2 0 6 16,1 0 0-16,-1 0 0 15,2 0 2-15,-4 0-9 0,5 0 15 16,-8 0-11-16,4 0 15 15,-1 0-23-15,-3 0 19 16,4-3-16-16,-4 1 7 16,-1 2 1-16,2-1-5 15,-5 1 10-15,3-3-14 16,0 2 18-16,0 1-13 16,1-5 11-16,1 3-12 0,1-3 5 15,0-1 0 1,1-2-1-16,0 2-6 15,0-2 5-15,-3-1 0 16,-3 3-7-16,-1 4 18 0,-1-1-12 16,-1 1 11-16,-3 0-9 15,6-2 3-15,-3 2-1 16,-2-2-1-16,2 2 5 16,0-4-9-16,-2 1 9 15,3 2-10-15,-4-2 14 16,3 4-15-16,-1-3 6 15,2-1 0-15,0 1 0 16,-1-1 0-16,0 1-8 16,1-1 16-16,1 1-14 15,-1 0 21-15,0-3-25 0,1 0 16 16,1 2-10 0,-1 1 4-16,1-1-4 0,-3 1 1 15,4-4 6 1,-3 5-7-16,-2 0 10 0,2-2-12 15,-3 5 3-15,-1-2-1 16,-1-1-6-16,0 2 8 16,-2 1 1-16,-1-2 1 15,2 2-6-15,1-5 14 16,-3 5-15-16,2 0 19 16,0 0-21-16,-2-1 18 15,3-6-17-15,1 3 8 16,0 4 0-16,1-4-5 15,-3 1 11-15,0 0-10 16,2 2 8-16,-4 1-2 16,1-3 8-16,-3 3-12 15,2-2 2-15,2-2 0 16,-1 4 0-16,2-1 4 0,-2-2-10 16,1 0 14-16,0-1-12 15,1-1 15-15,0 1-19 16,0 0 17-16,-1 1-10 0,-1-2 2 15,-1 5 1-15,-2 0-2 16,3-2 8 0,-2 0-13-16,-1 0 14 15,4 0-14-15,-1-2 15 16,-1 2-17-16,0-3 7 16,-2 2 0-16,1 0 0 0,4 0 4 15,-3-1-10-15,1 2 16 16,-1 0-13-16,-4 0 11 15,0 2-16-15,0 0-25 16,0-2-25-16,-2-2-173 16</inkml:trace>
  <inkml:trace contextRef="#ctx0" brushRef="#br0" timeOffset="148007.26">23601 9119 481 0,'0'0'115'0,"0"0"-66"0,0 0-19 15,0 0 3-15,0 0 9 16,0 0 40-16,0 0 11 16,0 0-46-16,0 0 17 15,0 0-12-15,0 0 27 0,0 0-43 16,0 0-3 0,4 0-25-16,10 0 5 15,1 3 31-15,8 1-10 0,6 2 16 16,9-5-34-16,5 2 17 15,1-3-27-15,-1 0 9 16,-4 0-13-16,-5 0-2 16,-1 0 0-16,-8 0-15 0,-3 0 10 15,-2-3-38 1,-4-6-15-16,-3-2-96 16,-11-1-364-16</inkml:trace>
  <inkml:trace contextRef="#ctx0" brushRef="#br0" timeOffset="149120.15">24691 8715 265 0,'0'0'325'0,"0"0"-244"0,0 0-15 16,0 0-5-16,0 0 16 16,0 0 46-16,0 0-50 15,0 0 2-15,0 0-23 16,2 0-16-16,11-2-14 0,6-7-20 15,0 1 22-15,6 3-22 16,-1 1 12-16,1 4-13 16,-2 0 0-16,-6 0 1 15,-3 0-4-15,-10 9 1 16,-4 12-13-16,0 3 7 16,0 2 14-16,-12 4-6 15,-7-2 5-15,-1 0-6 16,7-2 5-16,-3-2-8 15,13-6 3-15,1-8-2 0,2 0-1 16,0-4-1 0,5 2-11-16,17-1 22 0,5-3-14 15,0 1 5 1,-1-1-3-16,-6 4 3 16,-4 2 2-16,-5 3-1 15,-5 2 6-15,-3 7-11 0,-3 4 20 16,-3 5-11-16,-23 2-2 15,-10 3 17 1,-4-1-16-16,-3 1 2 0,8-8-4 16,4-6-2-16,7-6-5 15,4-4-35-15,6-4-40 16,-4-2-55-16,0 0-188 16</inkml:trace>
  <inkml:trace contextRef="#ctx0" brushRef="#br0" timeOffset="150119.96">25333 8981 668 0,'0'0'150'0,"0"0"-3"15,0 0-55 1,0 0-55-16,0 0 11 0,0 0-9 16,-41 70 37-16,17-33-37 15,4 3 15-15,6 1-34 16,3-3-7-16,11-2-13 15,0-7-1-15,0-2-6 16,0-8 2-16,11 3 2 16,5-4-20-16,-1-2 2 15,6-3-17-15,-3-6-1 16,8-5-65-16,-4-2-106 16,-1 0-165-16</inkml:trace>
  <inkml:trace contextRef="#ctx0" brushRef="#br0" timeOffset="150621.49">25388 8769 335 0,'0'0'0'0,"0"0"-90"0</inkml:trace>
  <inkml:trace contextRef="#ctx0" brushRef="#br0" timeOffset="150701.24">25388 8769 47 0,'16'-69'756'0,"-38"80"-535"0,4 0-29 15,6-2-124-15,8-8-68 16,4-1-25 0,0 0-137-16,9-15-181 0</inkml:trace>
  <inkml:trace contextRef="#ctx0" brushRef="#br0" timeOffset="155079.76">21469 7854 519 0,'0'0'150'0,"0"0"-33"0,0 0-66 0,0 0-47 15,0 0-8 1,0 0 4-16,0 0-9 16,0 9 18-16,0-8-3 15,0-1 30-15,0 0 56 16,0 0-39-16,0 0-24 16,0 3-28-16,0-3 2 15,0 0-5-15,0 0 11 0,0 0 8 16,0 0-14-16,0 0 17 15,0 0-18-15,0 0 11 16,0 5-10-16,2-3-3 16,0-2 4-16,3 4 1 15,0 3 10-15,-1-1-5 16,-2-3 15-16,5 2-19 16,-1 3-5-16,1-5 12 15,-2 5-14-15,2-1 2 16,3-1 11-16,-3 1-12 0,3 2 11 15,-2-3-7 1,1-1 0-16,5 2-3 0,-4-4 7 16,1 4-16-1,1-3 12-15,-3-2-4 0,7 5 0 16,-3-1 4 0,0 1-9-16,3 0 14 0,-3-2-8 15,1 6 10-15,-4-6-17 0,4-2 14 16,-3 8-13-1,-2-9 5-15,0 8 0 16,6 0-4-16,-4-1 13 16,3-1-19-16,1 3 20 0,3-1-15 15,0-4 10 1,4 0-10-16,-4 1 6 0,0-7-1 16,-2 4 0-1,-1-1 2-15,1 4-13 16,-1-2 24-16,8 3-16 15,1-4 13-15,-1 0-20 16,1 0 16-16,-2-4-14 16,1 7 8-16,-3-3-1 0,4 0-3 15,-2 5 8-15,1-3-17 16,8 2 26-16,-2-2-17 16,2 0 6-16,-4 2-4 15,-5-3-2-15,5 0 1 16,-3 1 1-16,1-2-6 15,0 2 3-15,1-2 5 16,1 0-18-16,-1-1 36 16,3-2-33-16,3-1 22 15,1 0-12-15,-2 5 5 0,-2-1 0 16,0-1-2 0,2 2 13-16,1-5-20 15,-1 0 22-15,2 0-26 0,0 0 14 16,-1 0-7-16,-1 0 6 15,0 0 0-15,-2 0 0 16,0 0 2-16,0 0-7 16,0 0 18-16,2 1-17 15,0 2 15-15,1 1-22 16,-1-4 16-16,-2 3-12 16,0 1 2-16,0 0 5 15,0 4-8-15,0-3 18 16,-2 1-6-16,4-2 8 0,2-4-19 15,1 2 16-15,-3-2-13 16,-2 0 4-16,2 0 0 16,2 1 2-16,-4 4 2 15,0 0-7-15,-2 2 12 16,0-1-10-16,2-2 11 16,-1-4-10-16,6 0 8 15,4 0-8-15,0 0 0 16,4 0 0-16,-1-3-8 15,-4 2 20-15,1 1-20 16,-9 0 18-16,2 0-17 16,0 1 14-16,0 6-11 15,1-6 5-15,1-1-1 0,2 0 0 16,-1 0 1 0,-2 0-12-16,3 0 25 0,-8-4-20 15,1 3 15-15,-3 1-13 16,-2 0 9-16,-1 0-5 15,9 0 0-15,0 0-1 16,5-3-4-16,-1 0 10 16,-1 1-12-16,-3-4 18 15,0 3-19-15,-2 2 15 16,-2 1-7-16,-2-3 0 16,-4 2 0-16,0-5-1 0,3 0 8 15,-1 0-12-15,-1-4 17 16,2 2-15-16,-1 2 11 15,-3-1-6 1,0 1 2-16,-2 5-4 16,-1-4 0-16,-1 4 2 0,-3-1-4 15,3-2 11-15,4 1-12 16,0-5 14-16,0 6-20 16,0-3 12-16,-4 0-6 15,-3 3 0-15,-1 0 3 16,-2-1-2-16,3 2 4 0,3-2-10 15,3 0 20-15,0-3-22 16,-3 2 23 0,4 0-25-16,0 0 12 0,-4 0-1 15,-5 0 1-15,0 4 0 16,-4-2-7-16,2 2 17 16,-1-2-18-16,1-2 22 15,1 4-25-15,0-4 17 16,1-1-11-16,1 3 5 15,3-3 0-15,1-3 0 16,-3 6 4-16,1 0-14 16,-3-2 20-16,2 2-14 15,-2-2 12-15,2-2-13 16,1 4 5-16,-3-2 0 16,5-2-1-16,-1 2 3 0,-2-2-7 15,1 2 15 1,-1-2-19-16,-3 6 23 0,3 0-23 15,-3-2 12-15,2 0-5 16,1 2 2-16,-1-4-5 16,1 0-1-16,-5 4 4 15,9-4-6-15,-4 2 16 16,0-3-10-16,5 4 10 16,-4-2-13-16,-1 2 5 15,-3-4 0-15,2 4-1 16,3-3 1-16,-1-2-5 15,1 2 10-15,-3-4-17 16,-1 0 23-16,0 6-23 16,-4-5 19-16,0 3-11 15,-5 4 8-15,0 0-3 0,0 0 4 16,0-1 3 0,5-1-15-16,0-2 17 0,2 0-19 15,-3 0 18-15,3-2-18 16,0 0 4-16,0 0 4 15,-3 4 0-15,1-2 2 16,-3 4-11-16,2-2 22 16,-4-1-3-16,6 0 0 15,1-3-9-15,1 2 10 16,-2-3-15-16,1 0 5 16,-1 0 0-16,2 0-5 15,1 1 13-15,-7 1-13 0,6 0 13 16,-6 5-7-16,-2 0 5 15,-2 0-2-15,0 0-4 16,0 0-9 0,0 0-28-16,0 0-76 0,-2 0-164 15</inkml:trace>
  <inkml:trace contextRef="#ctx0" brushRef="#br0" timeOffset="159343.29">26034 9075 704 0,'0'0'111'0,"0"0"-33"0,0 0 39 16,0 0-89-16,0 0 2 15,0 0 25-15,0 0-4 0,-21 8 15 16,21-8-30 0,0 0 38-16,0 0-39 15,0 0 25-15,0 5-33 16,6-3 5-16,11-2-11 0,14 0 10 16,10 0-6-1,10 0-9-15,5 0 6 16,-3 0-17-16,-8 0-7 0,-9 0 2 15,-14 0 0-15,-6 0-39 16,-5 0-15-16,-7 0-39 16,-4 7-47-16,0 2-174 15</inkml:trace>
  <inkml:trace contextRef="#ctx0" brushRef="#br0" timeOffset="163109.96">27173 8969 432 0,'0'0'272'0,"0"0"-200"0,0 0 23 15,0 0-30 1,0 0-42-16,0 0 26 16,4 2 19-16,-4-2-17 15,0 0 14-15,0 0-30 0,0 0 29 16,3 0-56 0,-3 0 24-16,0 0-31 0,0 0 16 15,0 0-8-15,0 0 1 0,0 0 9 16,0 0-19-1,0 0 16-15,0 3-10 0,0-2-1 16,0 0 4 0,0 6-18-16,0 5 5 15,-9 11 4-15,-18 2 6 16,-9 11-3-16,-4 1 4 16,-5-2 0-16,5 2 0 15,1-3 13-15,5-2-30 16,3-4 13-16,9-4-6 15,3-8-11-15,9-6-8 16,5-5-5-16,3-4-23 16,2-1 14-16,0 0-12 0,0-12-38 15,0-7-117 1,0 2-10-16,0 1-269 16</inkml:trace>
  <inkml:trace contextRef="#ctx0" brushRef="#br0" timeOffset="163522.07">26875 9006 737 0,'0'0'16'0,"0"0"94"0,0 0-63 0,0 0 55 15,0 0-8-15,0 0 12 16,33 82-59-16,-16-46 21 15,0 0-23-15,2-2-39 16,1-2-1 0,-1-4 8-16,-2 2-21 0,1-8 20 15,-3-2-24-15,3 0 9 16,1-6-11-16,4-4-18 16,6-8-41-16,0-2-76 15,-2-8-222-15</inkml:trace>
  <inkml:trace contextRef="#ctx0" brushRef="#br0" timeOffset="164710.07">27534 9119 816 0,'0'0'190'0,"0"0"-65"0,0 0-48 15,0 0-54-15,0 0-5 16,0 0-11-16,0 7 45 16,0-7-37-16,0 0 15 15,0 2-20-15,0-2 21 16,0 0-24-16,0 0 2 0,0 0-9 15,0 0 4 1,0 2-11-16,0-2 14 16,0 0-20-16,0 0 26 15,0 2-21-15,0-2 15 16,0 0-11-16,0 0 4 0,0 0 0 16,0 0-4-16,0 0 8 15,0 0-19-15,0 0 13 16,0 0 0-16,-7 0-14 15,1 0 13-15,4 0-23 16,-3-4-20-16,2 0-14 16,1-1-114-16,2 2-417 15</inkml:trace>
  <inkml:trace contextRef="#ctx0" brushRef="#br0" timeOffset="165727.04">28068 8838 402 0,'0'0'247'0,"0"0"-195"16,0 0-16-16,0 0-12 0,0 0 12 0,0 0 1 15,0 0 33 1,0 0 22-16,0 0 12 0,0 5-31 15,0 3-13 1,-4 6-53-16,-11 8 13 0,-5 9-18 16,-7 2-1-1,7 8 4-15,-2-4 3 0,6 0 7 16,5-2-13 0,0 0 16-16,9-2-15 0,2-2 5 15,0-5-3 1,0-2-5-16,13-4 0 0,5-3-1 15,1-4-9-15,2 1-11 16,-1-4 18 0,-2-4-40-16,2-2 14 15,-1-4-85-15,2 0-59 0,-3-6-213 16</inkml:trace>
  <inkml:trace contextRef="#ctx0" brushRef="#br0" timeOffset="166420.15">28099 8624 162 0,'0'0'649'0,"0"0"-490"0,0 0-11 0,0 0-54 16,0 0-27-16,0 0-43 15,0 0 13-15,-12-2-24 16,5 2 37-16,3 0-43 16,-4 0 8-16,6 0-15 15,0 0-1-15,-4 0-45 16,-3-2-25-16,2 2-82 0,-2 0-235 15,5 0-127-15</inkml:trace>
  <inkml:trace contextRef="#ctx0" brushRef="#br0" timeOffset="167389.75">28546 8245 351 0,'0'0'262'0,"0"0"-182"0,0 0-15 16,0 0 8-16,0 0 42 16,0 0-4-16,13 0-44 15,1 0 16-15,-4 0-42 16,4 0 10-16,-3 0-50 16,4 0 1-16,-1 15-2 15,-3-1-2-15,-3 1-7 16,0 6 1-16,-8 2 2 0,0 6 12 15,0 5-7-15,-12 4 14 16,-12 0-19 0,4 0 8-16,-3-4-4 0,6-2 2 15,3-7 0 1,3-2-1-16,7-4 4 0,-3-8-11 16,7-1 13-16,0-3-14 15,0-2 16-15,0 1-16 16,0 0 7-16,5 2 2 15,14-1 8-15,8-3-5 16,0-3-1-16,6-1 6 0,-3 0-16 16,-4 0-4-1,-5 0-12-15,-8 0-54 16,-3 0-18-16,0 7-46 16,-6 3 27-16,-1-3 27 0,-1-1-48 15</inkml:trace>
  <inkml:trace contextRef="#ctx0" brushRef="#br0" timeOffset="179847.24">29040 7953 568 0,'0'0'150'0,"0"0"-66"0,0 0 39 0,0 0-50 16,0 0 0-16,0 0-19 15,0 0 4-15,11 0-28 16,-9 0 34-16,3 0-42 0,6 0 14 16,6 0-20-1,6-3-8-15,6-6 4 16,11-4-2-16,-1 2-7 15,-2-3 11-15,-1 4-27 0,-5-1 13 16,-4 1-1 0,-7 2-44-16,-9-3-25 0,-3-1-167 15,-8 1-715-15</inkml:trace>
  <inkml:trace contextRef="#ctx0" brushRef="#br0" timeOffset="180359.98">29018 7808 712 0,'0'0'166'0,"0"0"-75"0,0 0 25 0,0 0-19 15,0 0-39-15,0 0-6 16,129-11-34-16,-91 0 14 16,0-1-32-16,-5-1 13 15,-8 5-13-15,-3-2-33 16,-11 1-51-16,-6 1-213 0</inkml:trace>
  <inkml:trace contextRef="#ctx0" brushRef="#br0" timeOffset="180954.78">29805 7749 860 0,'0'0'47'0,"0"0"62"0,0 0-36 0,0 0-33 0,122 0-6 0,-84 0-8 15,-1 0-12-15,-3 0-8 16,-1 0-6-16,-2-6-6 15,-4-1-67 1,-4 3-64-16,-5 2-123 0,1 2-227 16</inkml:trace>
  <inkml:trace contextRef="#ctx0" brushRef="#br0" timeOffset="181661.99">30546 7886 767 0,'0'0'99'0,"0"0"-26"0,0 0 23 0,0 0-35 0,0 0-29 0,0 0 8 16,29-89-14-16,-24 56 2 15,1-5 25-15,1 2-48 16,-5-4 13-16,8-3-12 0,-6 2-8 16,-4 3 10-16,0 2-16 15,0 7 7-15,0 5 1 16,0 13 7-16,0 2-1 16,0 7 8-16,0 2-2 15,0 0 8-15,0 0-16 16,0 22-8-16,0 6 5 15,0 4-3-15,-7 2 1 16,-4-1-15-16,-7-2 13 16,-4 2 4-16,-9-6-16 15,-5 0 30-15,1-4-23 0,3-4 17 16,8 4-18 0,3-11-5-16,6 1-17 15,8-5-34-15,0-8-121 0,1 0-309 16</inkml:trace>
  <inkml:trace contextRef="#ctx0" brushRef="#br0" timeOffset="195300.95">20092 10028 628 0,'0'0'177'0,"0"0"-88"16,0 0 34-16,0 0-77 0,0 0-5 15,0 0 1 1,0 0 19-16,0-14-8 0,0 14-15 16,0 0-2-16,0 0-25 15,0 0 2-15,0 0-2 16,0-2-11-16,0 2 1 16,-7 0 2-16,1 0-1 0,-3 0 0 15,-7 0-2 1,-1 2 4-16,-8 12-10 15,-6 9 14-15,-4 8-16 16,-8 5 17-16,-6 10-10 0,-5 7 3 16,-1 6-4-1,8-1 1-15,6 1-1 0,18-7-6 16,13-8 16 0,10 0-21-16,4-9 25 0,28-7-24 15,6-9 17-15,6-6-10 16,0-13-21-16,6 0 25 15,-3-10 1-15,-3-18-23 0,-6-9 18 16,-13-3-64 0,-19 6-49-16,-6 4 20 0,-6 10 16 15,-23 12 66 1,-9 8 12-16,-7 4 4 0,1 28 78 16,0 6-15-16,3 4-33 15,14 4 29-15,12-11-59 16,15-2 0-1,0-18-100-15,13-5-301 0</inkml:trace>
  <inkml:trace contextRef="#ctx0" brushRef="#br0" timeOffset="196384.94">20954 10040 294 0,'0'0'348'0,"0"0"-296"0,0 0 85 15,0 0-12 1,0 0-62-16,0 0-22 16,0-14-24-16,0 14 7 0,0 11-8 15,0 6 46-15,0 5-37 16,0 2-2-16,0 0-10 15,0 2 51-15,0 6-64 16,-4 7 11-16,-1-3-12 0,-3 1 4 16,1 1-6-1,2-1-14-15,1-7 0 0,4 3-13 16,0-3-50 0,0-5-35-16,0-3-117 15,0-3-70-15</inkml:trace>
  <inkml:trace contextRef="#ctx0" brushRef="#br0" timeOffset="196650.05">20777 10381 489 0,'0'0'576'16,"0"0"-514"-16,166-10 57 16,-110-4-93-16,-14 0-26 0,-1 2-8 15,-15-2-122-15,-6 2-210 16</inkml:trace>
  <inkml:trace contextRef="#ctx0" brushRef="#br0" timeOffset="197382.54">21500 10049 360 0,'0'0'407'0,"0"0"-337"0,0 0 82 0,0 0-75 0,0 0-28 16,0 0-33-16,29-53 54 16,-2 35-11-16,2 3-16 0,2 2 4 15,3 9-31-15,-1 4 6 16,-8 0-22-16,-8 16-1 15,-12 18-15-15,-5 8 7 16,0 10-12-16,-22 1-18 16,-12 4 34-16,-1-3 5 15,-4-1-11-15,2-3 24 16,1-4-19-16,1-2 12 16,10-4 3-16,2-3 0 0,8-8-7 15,7 0-2 1,8-10 7-16,0-5-14 15,8-5 15-15,28-5 12 16,13-4-13-16,8 0 22 16,9 0-24-16,-9-2 5 15,-8-2-10-15,-13 0-20 16,-9 4-17-16,-9 0-64 16,-10 0-106-16,-3 0-435 0</inkml:trace>
  <inkml:trace contextRef="#ctx0" brushRef="#br0" timeOffset="197895.64">22345 10051 961 0,'0'0'11'0,"0"0"46"0,0 0-37 0,0 0 61 0,0 0-57 0,-74 127 7 15,32-83-30 1,-5 3 46-16,1-5-21 0,-4 4-8 15,4-4 9 1,1 2-19-16,5-4 0 0,5-10-2 16,10 0-12-1,7-14-7-15,7-6-24 16,4-8-25-16,3-2-18 16,2-3-32-16,2-19-129 15,-3-11-169-15</inkml:trace>
  <inkml:trace contextRef="#ctx0" brushRef="#br0" timeOffset="198135.2">21928 10172 871 0,'0'0'136'0,"0"0"-5"16,0 0-6-16,0 0-72 15,0 0 3-15,92 122-10 16,-68-82-29-16,1 1-17 15,-1-3 15-15,3-2-33 16,-3 0-3-16,1 0 18 16,-2-4-48-16,-2 1 22 15,4-6-21-15,4-12-90 16,2-11-279-16</inkml:trace>
  <inkml:trace contextRef="#ctx0" brushRef="#br0" timeOffset="198530.14">22786 10395 998 0,'0'0'111'0,"0"0"-41"0,0 0-34 0,-33 129-25 15,33-100-11 1,0-4-31-16,4-3-3 16,11-7 9-16,1-4 22 0,5-4-37 0,-6-4 23 15,-1-3-22 1,-6 0-174-16</inkml:trace>
  <inkml:trace contextRef="#ctx0" brushRef="#br0" timeOffset="198896.77">22838 10024 884 0,'0'0'324'0,"0"0"-290"0,0 0 3 15,0 0-3 1,0 0-34-16,0 0-1 0,50-34-51 16,-48 22 22-1,-2 2 5-15,0 5 22 16,0 5-7-16,0 0 3 16,-10 9 1-16,-1 9-89 0,3 4-156 15,4-2-358 1</inkml:trace>
  <inkml:trace contextRef="#ctx0" brushRef="#br0" timeOffset="199495.11">23327 10449 1140 0,'0'0'70'0,"0"0"61"0,0 0-40 0,0 0-14 16,149 6-17-16,-86-6-38 16,3-8-15-16,-10-8-7 15,-15 0-16-15,-15 8-37 16,-12 4-44-16,-14 0-45 16,0 4-289-16</inkml:trace>
  <inkml:trace contextRef="#ctx0" brushRef="#br0" timeOffset="200739.85">24276 10068 998 0,'0'0'72'0,"0"0"28"0,0 0-55 16,0 0 9-16,0 0-32 16,0 0 13-16,141-69-34 15,-110 69 6-15,-4 0 4 16,-2 0-20-16,-8 8 9 0,-8 22 0 16,-9 9-7-16,0 3 15 15,-9 8-13-15,-18-3 17 16,0-5-24-16,-2 0 9 15,6-9-4-15,2-4 7 16,8-1-2-16,10-8 0 16,3-8-7-16,0-2 5 15,0-6-24-15,18-4 26 16,11 0-36-16,5 0 13 16,-1-3-11-16,-4 3 32 15,-4 0-10-15,-8 0 7 16,-7 17 7-16,-10 8 10 15,0 4 24-15,-21 3 5 16,-21 7 3-16,-9-1-33 16,-3 1 6-16,-1 0-11 0,8-7-8 15,11-4-4 1,9-10-69-16,7-6-85 0,16-8-252 16</inkml:trace>
  <inkml:trace contextRef="#ctx0" brushRef="#br0" timeOffset="201120.17">24849 10596 435 0,'0'0'402'0,"0"0"-330"0,0 0 15 15,-53 117-72-15,53-86-1 16,0-7-4-16,0-5-12 16,16-5 2-16,7-3 0 15,6-7 34-15,0-4-34 0,0 0-8 16,-4-6-154 0,-7-10-324-16</inkml:trace>
  <inkml:trace contextRef="#ctx0" brushRef="#br0" timeOffset="201441.98">24999 10321 202 0,'0'0'978'0,"0"0"-962"16,0 0 4-16,0 0-20 15,0 0-69-15,0 0 37 16,6-67-45-16,-4 60 77 16,-2 3 61-16,0 4 37 15,0 0-62-15,0 0-27 16,0 1-9-16,0 12-3 15,0 1 2-15,0-4-78 16,5-9-167-16</inkml:trace>
  <inkml:trace contextRef="#ctx0" brushRef="#br0" timeOffset="203070.99">25791 10424 468 0,'0'0'67'0,"0"0"7"15,0 0-4-15,0 0-19 16,0 0 50-16,0 0-10 16,0 7 11-16,0-6-48 15,0 2 23-15,0 1-1 16,10 2-27-16,9-2-2 16,12-4-19-16,12 0 23 15,6 0-45-15,0 0 16 0,3-10-20 16,-15 0-4-16,-8 2-5 15,-16 2-26-15,1 6-3 16,-12 0-45-16,-2 0-116 16,0 9-388-16</inkml:trace>
  <inkml:trace contextRef="#ctx0" brushRef="#br0" timeOffset="203693.78">26877 10196 976 0,'0'0'61'0,"0"0"-22"0,0 0-14 0,0 0 7 15,0 0-16-15,-45 109-11 16,20-71-5-16,-1 0 10 16,-3 5 41-16,-7 2-5 15,-4 4-31-15,-4 1 13 16,-1-3-18-16,5-5-13 16,4-7 7-16,12-5-8 15,5-8-9-15,9-6-13 0,3-8-7 16,3-6-38-1,-6-2-40-15,4 0-169 16,-3-4-358-16</inkml:trace>
  <inkml:trace contextRef="#ctx0" brushRef="#br0" timeOffset="203943.73">26520 10424 865 0,'0'0'285'16,"0"0"-233"-16,0 0 16 0,0 0-37 16,0 0 52-1,0 0-60-15,102 105 13 16,-79-71-28-16,-5 4-1 16,-3-3-5-16,1-5 1 0,-3 4-6 15,3-4-13-15,-7 2 14 16,7 0-48-1,-3-6 12-15,2-2-81 16,-1-8-135-16,-5-10-727 0</inkml:trace>
  <inkml:trace contextRef="#ctx0" brushRef="#br0" timeOffset="204519.8">27233 10722 217 0,'0'0'482'0,"0"0"-422"0,0 0 4 16,0 0-63-16,0 0 61 15,0 0-24-15,16 0-1 16,-12 0 10-16,1-6 9 15,-3-4-8-15,-2 3-30 0,0 0 22 16,0 5-21 0,0 0 43-16,0 2-31 15,0 0-5-15,-7 0-26 16,3 0-7-16,2 0 1 0,0 0-76 16,0 0-183-1,-8 0-419-15</inkml:trace>
  <inkml:trace contextRef="#ctx0" brushRef="#br0" timeOffset="207054.3">27808 10559 136 0,'0'0'742'0,"0"0"-634"0,0 0-2 16,0 0 8-16,0 0-55 0,0 0 9 15,18-31-39-15,-13 27 12 16,-1-1-20-16,2-1 18 16,7 2-2-16,3 1-13 15,5-4 3-15,8 7-26 16,6 0 21-16,5 0-12 16,7 0-15-16,4 0 10 15,-2 0-10-15,-4-2-19 16,-8-2-32-16,-6 0-22 15,-6 2-47-15,-4 0-90 16,-13 2-614-16</inkml:trace>
  <inkml:trace contextRef="#ctx0" brushRef="#br0" timeOffset="207554.61">28494 10756 182 0,'0'0'492'0,"0"0"-397"0,0 0 55 15,0 0-27-15,0 0-28 16,29-147-23-16,-20 91-64 15,11 2 20-15,-2 2-18 16,-3 4-6-16,-3 8 6 16,-5 12 18-16,-5 6-25 0,-2 7 17 15,0 9-6 1,0 5 2-16,0 1-16 16,0 0-20-16,-4 0 10 15,-13 18 10-15,-9 8-4 0,-3 2 14 16,-3 2-20-16,-1 0-30 15,-2-4-193-15</inkml:trace>
  <inkml:trace contextRef="#ctx0" brushRef="#br0" timeOffset="208189.82">27690 10800 671 0,'0'0'160'0,"0"0"-114"0,0 0-46 0,0 0-8 16,0 0 8-16,0 0 25 15,-71-74 56-15,61 48 27 16,6-5-10-16,4-6-14 16,0-8-53-16,4-5-5 15,19 0-19-15,12 2-6 0,8 2-2 16,6 2 2-1,2 4-11-15,-1 2 4 0,-11 10-45 16,-10 6-293 0</inkml:trace>
  <inkml:trace contextRef="#ctx0" brushRef="#br0" timeOffset="208799.87">28878 10381 835 0,'0'0'207'0,"0"0"-81"0,0 0-48 0,0 0-42 16,0 0-22 0,0 0 17-16,48-6-22 0,-41 30 42 15,-2 9-41 1,-5 6 58-16,0 3-48 16,0 8 14-16,-18 2-31 15,-7-1-2-15,-2 3-2 16,0-8-8-16,4-5 7 0,-2-4-57 15,0-11-36-15,0-14-250 16</inkml:trace>
  <inkml:trace contextRef="#ctx0" brushRef="#br0" timeOffset="210931.88">19948 11437 698 0,'0'0'161'0,"0"0"-87"0,0 0 15 16,0 0-60-16,0 0-17 0,0 0-8 15,-29-14 2-15,13 14 67 16,-4 0-28-16,-2 5 18 15,-1 11-41 1,-2 8 31-16,4 5-41 0,-2 13 10 16,5 3-22-16,-1 8-3 15,2 10 2-15,5-1 2 16,-2 1-1-16,5-5 3 16,9-8 2-16,0-4 4 0,0-10-9 15,9-5 1 1,15-9-2-16,5-8 0 0,7-9-3 15,5-5-2 1,1 0 12-16,-3-19 20 16,-7-14-19-16,-12-5-5 15,-7-1-2-15,-13-3-10 0,0 15-31 16,-9 7 16 0,-24 17 17-16,-9 3 6 0,-3 23-9 15,-1 14 22-15,7 3-12 16,10 2 1-16,14-7-13 15,11-7-132-15,4-8-152 16,0-5-283-16</inkml:trace>
  <inkml:trace contextRef="#ctx0" brushRef="#br0" timeOffset="212134.93">20783 11466 551 0,'0'0'184'0,"0"0"-15"16,0 0-44-16,0 0-75 15,0 0 22-15,0 0-19 16,0-15-24-16,0 15-9 0,0 0 5 16,0 5-15-16,2 21 1 0,0 18 37 15,-2 8-36 1,0 7 3-16,0 4-12 0,0 2-5 15,-13 3 2 1,-9-8 0-16,-3 0-4 16,3-7 4-16,4-13-3 15,9-7-19-15,9-12-26 0,0-9-63 16,0-9-62 0,0-3-98-16,7 0-10 15</inkml:trace>
  <inkml:trace contextRef="#ctx0" brushRef="#br0" timeOffset="212369.73">20558 11901 1125 0,'0'0'67'15,"0"0"62"-15,147 0-66 16,-94 0-60-16,-9 0 21 16,2 0-13-16,-11 0-22 15,-2 0-9-15,-4 0-17 0,-6 0-38 16,-6-2-40 0,-7-6-209-16</inkml:trace>
  <inkml:trace contextRef="#ctx0" brushRef="#br0" timeOffset="213051.7">21540 11482 72 0,'0'0'655'0,"0"0"-563"0,0 0 48 0,0 0-42 15,0 0-61 1,0 0 33-1,25-42-23-15,-9 36 6 0,-3 4-28 16,1 2-4-16,-4 0-9 16,1 2-8-16,-6 20-8 15,-5 12 16-15,0 10-26 0,-26 15 7 16,-13 6 4 0,-3 8-15-16,0-7 16 15,3-4-11-15,8-10 13 16,8-8-4-16,2-4 12 0,5-7-14 15,7-3 15 1,5-9-10-16,4 0 6 0,0-9 1 16,18-2 5-16,16-3 5 15,10-7 23-15,7 0-26 16,-2 0 18-16,-2 0-24 16,-11 0-5-16,-1 0 1 0,-12 0-6 15,-3 0-48 1,-3 4-8-16,-5-1-56 0,-8 1-90 15,1-4-269 1</inkml:trace>
  <inkml:trace contextRef="#ctx0" brushRef="#br0" timeOffset="213459.87">22354 11683 869 0,'0'0'106'0,"0"0"12"16,0 0-53-16,0 0-30 0,0 0-24 15,0 0 15-15,-114 104 10 16,60-54-22-16,-3 4 17 16,-3-2-23-16,0-2 22 15,2 0-27-15,8-6 19 16,8-3-20-16,15-13 0 15,14-11-2-15,8-8-11 16,5-9-28-16,2-9-54 16,19-20-55-16,1-12-102 0,-2 0-38 15,-9-5-162 1</inkml:trace>
  <inkml:trace contextRef="#ctx0" brushRef="#br0" timeOffset="213699.88">21949 11751 342 0,'0'0'352'0,"0"0"-239"16,0 0 49-16,0 0-39 16,0 0-20-16,0 0 1 15,71 42-63-15,-36-13 26 0,1 2-34 16,-1 1-2 0,1-6-18-16,-2 2-5 0,-5-2-8 15,-5-2-12-15,0-5 4 16,-3-6-38-16,-1-3 2 15,4-10-61 1,9 0-128-16,0 0-446 0</inkml:trace>
  <inkml:trace contextRef="#ctx0" brushRef="#br0" timeOffset="214062.92">22875 11728 975 0,'0'0'56'16,"0"0"68"-16,0 0-57 0,-47 138-19 0,36-88-39 0,3 5-9 16,8-11-2-16,0-1-22 15,0-10 23-15,6-2 2 16,11-3-8-1,4-5-1-15,1-2-4 0,3-9-82 16,1-10-48-16,-4-2-194 16</inkml:trace>
  <inkml:trace contextRef="#ctx0" brushRef="#br0" timeOffset="214350.13">22933 11600 1085 0,'0'0'50'0,"0"0"1"15,0 0-50 1,0 0-2-16,0 0-14 15,0 0-7-15,5-66 22 16,-5 66 5-16,0 0 0 0,-10 0-5 16,1 5-94-1,7 2-387-15</inkml:trace>
  <inkml:trace contextRef="#ctx0" brushRef="#br0" timeOffset="-214682.3">23428 11951 1210 0,'0'0'89'0,"0"0"17"0,0 0-38 0,149-18 13 0,-100 10-81 16,-6-2-2-16,-6 4-26 0,-8 2-52 15,-7 2 12 1,-4 2-64-16,-7 0-120 0</inkml:trace>
  <inkml:trace contextRef="#ctx0" brushRef="#br0" timeOffset="-213981.62">24357 11596 1003 0,'0'0'198'15,"0"0"-121"-15,0 0-11 16,0 0-45-16,0 0 13 16,0 0-27-16,33-9 9 15,-6 9-5-15,2 0-11 16,-6 0 0-16,-2 0 5 16,-5 0-22-16,-7 14 23 15,-3 11-12-15,-3 5 5 16,-3 1 1-16,0 3-4 0,0-4 4 15,-3 0-1 1,1-6-17-16,0-8 8 0,2-9-38 16,0 6 40-1,0-3-13-15,2-2 12 16,12-1 11-16,1 2-8 16,-1-6 6-16,1 8-1 15,-8-1-6-15,2 5 14 16,-6 2-6-16,-3 5 3 0,0 4 18 15,-12 1-18-15,-13-2-4 16,-8 9 2-16,-5-3-2 16,-2-5 0-16,3 2-2 15,0-9-4-15,6-2-14 16,3-6 18-16,10-5-59 0,2-1-164 16,7-5-732-1</inkml:trace>
  <inkml:trace contextRef="#ctx0" brushRef="#br0" timeOffset="-213597.07">24862 11965 1057 0,'0'0'84'0,"0"0"-38"0,0 0-40 16,-42 114-4-16,42-85-2 15,0-5-24-15,5-6 18 0,15-4-28 16,-3-2 27 0,4-8-34-16,-1-2-37 0,-1-2-231 15</inkml:trace>
  <inkml:trace contextRef="#ctx0" brushRef="#br0" timeOffset="-213286.79">25032 11731 791 0,'0'0'106'16,"0"0"-77"-16,0 0-21 16,0 0-8-16,0 0-44 0,0 0 22 15,33-64 22-15,-33 64 50 0,0 0 71 16,0 0-28-1,0 0-51-15,0 0-35 0,0 0-7 16,0 0-210 0,0-7-748-16</inkml:trace>
  <inkml:trace contextRef="#ctx0" brushRef="#br0" timeOffset="-212214.89">26021 11634 1018 0,'0'0'118'0,"0"0"-26"0,-8 110-32 16,5-57-20-16,0-1-34 0,-3-2-1 15,1-6 0 1,-1-2-10-16,2-6-4 0,2-1 6 16,-3-4-5-1,5-6-21-15,0-1-8 0,0-10-142 16,0-8-223-16</inkml:trace>
  <inkml:trace contextRef="#ctx0" brushRef="#br0" timeOffset="-211966.75">25899 11947 1071 0,'0'0'175'16,"0"0"-86"-16,0 0-13 15,116-4-44-15,-76 4-7 16,-3 0-25-16,1-6-21 16,-2 2-31-16,-2-4-43 15,-3-1-89-15,-2 8-332 16</inkml:trace>
  <inkml:trace contextRef="#ctx0" brushRef="#br0" timeOffset="-211515.02">27089 11674 1032 0,'0'0'171'0,"0"0"-123"0,-81 123-9 0,44-77-12 15,-4 0-23-15,1-2 13 16,-2-1-11-16,4-3 22 15,2-4-8-15,7-6-3 0,5-9-17 16,4-5-8 0,9-7-8-16,1-5-69 15,2-4-46-15,1 0-167 16</inkml:trace>
  <inkml:trace contextRef="#ctx0" brushRef="#br0" timeOffset="-211266.92">26770 11734 1004 0,'0'0'182'0,"0"0"-15"0,0 0-116 16,0 0 26 0,0 0-24-16,62 130 10 15,-48-83-56-15,-3 0 5 0,7-8-12 16,1 1-24-16,-1 1-15 15,5-7-24 1,-4 0 8-16,-2 0 5 0,2 2-6 16,3-2-34-16,-3-1-155 15,-2-12-512-15</inkml:trace>
  <inkml:trace contextRef="#ctx0" brushRef="#br0" timeOffset="-199775.45">19295 12448 714 0,'0'0'109'0,"0"0"-109"16,0 0 1-16,0 0 3 16,0 0 45-16,0 0 77 0,125 0-49 15,-72 0 46-15,9-5-48 16,8-2-49-16,-4 2 17 15,-3 1-40-15,-7-1-2 16,-8 1-1-16,-8-2-4 16,-9-3-64-16,-23 2-46 15,-8 5-442-15</inkml:trace>
  <inkml:trace contextRef="#ctx0" brushRef="#br0" timeOffset="-197646.98">26466 12603 704 0,'0'0'161'0,"0"0"-48"0,0 0-3 0,0 0-12 0,0 0-11 16,0 0-49-16,6-16 12 16,13 7 4-16,1 2-10 15,7 1 9-15,5 2-27 16,5-2 34-16,7 6-46 15,8-2 22-15,10 0-36 0,-2 2-26 16,-2 0 21 0,-13 0-84-16,-12 0-42 0,-15 0-129 15</inkml:trace>
  <inkml:trace contextRef="#ctx0" brushRef="#br0" timeOffset="-194583.29">19466 14311 656 0,'0'0'29'0,"0"0"-18"0,0 0 35 0,0 0 20 0,0 0-25 0,0 0-33 15,-2 4 21 1,0-4 21-16,0 0 38 16,-5 0 21-16,0 0-45 15,-2 0-23-15,-4 0-33 16,3 0 15-16,-7-7-20 0,-1-10 27 15,-1-3-29 1,-2-10 35-16,-1-12-1 16,0-12-15-16,8-17-11 15,3-10-4-15,11-8 0 16,0-9 1-16,0 10-12 0,7 7 2 16,8 8 4-16,7 11-19 15,1 11 7-15,6 11-3 16,2 7-93-16,5 7-210 15,-1 2-555-15</inkml:trace>
  <inkml:trace contextRef="#ctx0" brushRef="#br0" timeOffset="-193597.03">20032 13475 251 0,'0'0'487'0,"0"0"-443"0,0 0 4 0,0 0 6 16,0 0-3-16,0 0-20 16,-15 0 8-1,6 0-29-15,-3 0 61 0,-1 0-21 16,-1 6-2-16,-3 8-25 16,-3 6 1-16,-7 8-22 15,5 6 0-15,-9 7 2 16,4 9 3-16,2 4-4 15,-1 10 0-15,7 4 16 16,6 2-18-16,11 0 10 16,2-7-10-16,0-9-2 15,18-12-10-15,8-8-1 16,11-7 11-16,7-10 1 0,0-9-1 16,3-8 5-1,-7 0 13-15,-4-18-14 16,-12-10 10-16,-5-6-13 15,-13-4-7-15,-6 1-25 0,-4 5 1 16,-30 4-41-16,-5 15 60 16,-4 9 11-1,-4 4 2-15,4 0 12 0,10 17-13 0,8 14 1 16,10 1-2 0,7 5-20-16,2-2-76 0,4-9-284 15</inkml:trace>
  <inkml:trace contextRef="#ctx0" brushRef="#br0" timeOffset="-192966.65">20611 13511 183 0,'0'0'723'0,"0"0"-692"0,0 0-3 0,0 0 25 0,0 0 38 0,10 112-27 15,-2-62-34-15,1 3-5 16,-5-1-22-16,1 3-2 16,-5-2 2-16,0 5-3 15,0 0 0-15,-5-3 5 16,-3 2-12-16,-1-7 17 16,5-11-21-16,4-3-1 15,0-22-112-15,0-9-129 0,0-5-75 16,0-6-131-16</inkml:trace>
  <inkml:trace contextRef="#ctx0" brushRef="#br0" timeOffset="-192686.72">20428 13946 333 0,'0'0'887'15,"0"0"-871"-15,0 0-6 0,0 0 58 16,0 0-50-16,0 0-8 16,156-2-4-16,-108-8-6 15,3 3 0-15,-2 2-12 16,2-7-2-16,-5 6-42 15,2-8-2-15,-9 2-159 16,-3 0-219-16</inkml:trace>
  <inkml:trace contextRef="#ctx0" brushRef="#br0" timeOffset="-192246.8">21608 13472 196 0,'0'0'795'16,"0"0"-785"-16,0 0 22 16,0 0 18-16,0 0 14 0,-87 151-37 15,49-92-4-15,-5 0 11 16,-1 6-31-16,-1-7 26 15,5-6-22-15,2-6 13 16,5-4-17-16,6-7-6 16,2-9-4-16,7-8-14 15,5-12-10-15,7-6-33 16,4 0-27-16,2-11-157 16,0-15-259-16</inkml:trace>
  <inkml:trace contextRef="#ctx0" brushRef="#br0" timeOffset="-191999.01">21186 13677 694 0,'0'0'360'0,"0"0"-276"15,0 0 39-15,0 0-59 16,92 113-52-16,-70-73 7 15,2 0-19-15,-2 0 0 0,-1-4-5 16,-2 1 2-16,2 1-5 16,1-4-27-1,1 0 24-15,1-1-46 16,2-4-35-16,1-14-165 16,-2-10-365-16</inkml:trace>
  <inkml:trace contextRef="#ctx0" brushRef="#br0" timeOffset="-191498.7">21888 13207 446 0,'0'0'529'0,"0"0"-523"0,0 0 129 0,0 0-42 0,150 33-20 15,-97-4-27-15,2 11-19 0,-3 8 7 16,-8 6-28-16,-11 7 3 15,-14 6 1-15,-17 8-14 16,-2 5 4-16,-21 6-4 16,-18 2-24-16,-3-2 27 15,1-6-3-15,3-13-53 16,5-25-144-16,0-16-884 0</inkml:trace>
  <inkml:trace contextRef="#ctx0" brushRef="#br0" timeOffset="-190033.45">19956 15123 738 0,'0'0'160'0,"0"0"-82"16,0 0 11-16,0 0-25 15,0 0-32-15,0 0-26 16,-4-10 19-16,2 16-24 15,2 21 35-15,-2 9-10 16,-3 8 13-16,2 0-38 0,-5 6 14 16,3-6-15-1,-3 6 0-15,-2-10 0 0,1 0 4 16,5-13-8 0,-2-5 12-16,-1-8-10 0,2-6 11 15,-2-2-18-15,5-6 7 16,-2-5-7-16,-3-23-12 15,3-12-10-15,4-18 29 0,0-8-4 16,0-10 0 0,13 0-37-16,3-9 2 0,-5 6-14 15,-2 12 11 1,5 15 25-16,-4 18-53 16,1 16 61-16,-1 18-17 0,-2 0 28 15,-3 14 0 1,-5 24 18-16,0 14-17 15,0 4 0-15,0 2 0 0,-11-4-2 16,-1-5-1-16,6-8-4 16,-1-3 6-1,5-5 12-15,2-7 42 0,0-8-10 16,0-3 8-16,9-10-6 16,17 1 20-16,1 0-23 15,7 0-14-15,-5 6 35 16,-5 3-57-16,-4 0-10 15,-6 7 6-15,-1-4-6 16,-4 6-34-16,-2-3 17 16,-5-2-3-16,-2 4-86 15,0-7-149-15</inkml:trace>
  <inkml:trace contextRef="#ctx0" brushRef="#br0" timeOffset="-189736.82">20204 15488 737 0,'0'0'85'0,"0"0"-36"0,0 0 12 0,0 0-23 0,0 0 12 16,114 99-48-16,-79-99-4 16,7 0-7-16,-7-13 3 15,-5-4-1 1,-10-2-55-16,-9 4 58 16,-2-4-59-16,-9 3-68 0,0 1-135 15</inkml:trace>
  <inkml:trace contextRef="#ctx0" brushRef="#br0" timeOffset="-189535.22">20301 15408 837 0,'0'0'141'16,"0"0"-127"-16,0 0 13 15,0 0-27-15,0 0-5 16,0 0-41-16,25-12-66 0,-25-1-19 16,0-8-323-16</inkml:trace>
  <inkml:trace contextRef="#ctx0" brushRef="#br0" timeOffset="-189416.87">20301 15408 548 0,'-2'-115'348'0,"11"115"-311"15,5 0 54-15,5-6-65 0,0-5-26 16,3-3-10-16,-5-2-141 16,-3 4-100-16</inkml:trace>
  <inkml:trace contextRef="#ctx0" brushRef="#br0" timeOffset="-189070.98">20573 15364 701 0,'0'0'168'0,"0"0"-55"0,0 0 14 16,0 0-23-16,42-106-38 15,-25 74-56-15,-2 2 2 16,1 2-12-16,-8 6 0 15,2-1-6-15,-4 13 13 16,-3 10-21-16,1 0 9 0,0 20 5 16,5 15 3-1,0 2 3-15,2 6-6 0,7 0-10 16,-2-1-36 0,2-5-176-16,-5-5 207 15,-7-5-78-15,-4-2-28 16,-2-6 70-16,0-12-94 15,0-7-400-15</inkml:trace>
  <inkml:trace contextRef="#ctx0" brushRef="#br0" timeOffset="-188886.8">20721 15236 823 0,'0'0'142'0,"0"0"-141"0,0 0-1 16,0 0-26-1,0 0-130-15,0 0-69 0,93 16-176 16</inkml:trace>
  <inkml:trace contextRef="#ctx0" brushRef="#br0" timeOffset="-188570.52">21041 15108 161 0,'0'0'627'16,"0"0"-567"-16,0 0 63 15,0 0-32-15,0 0-75 16,21 118 1-16,-21-82-14 15,0 0 7-15,0-8 37 0,0-4-5 16,0-10-3-16,0 1-38 16,0-10 26-1,0-2-15-15,6 0 14 16,14 3-17-16,5-6 13 0,6 0-20 16,0 4-3-1,1-4 1-15,-1 2-27 0,0-2-3 0,-5 0-79 16,-4 0-44-1,-8-6-243-15</inkml:trace>
  <inkml:trace contextRef="#ctx0" brushRef="#br0" timeOffset="-186336.67">22998 13587 452 0,'0'0'532'0,"0"0"-526"0,0 0 18 0,0 0-11 0,0 0 29 16,0 0-3-16,0 0 28 15,79 82-33 1,-67-49 2-16,-3 1-4 0,-3 2-19 16,1 2 14-16,-4 2-24 15,-1 6 10-15,-2 4-4 16,0 6-12-16,0-1 6 16,0-5-6-16,0-6-23 15,0-10-32-15,2-16-89 0,-2-5-215 16</inkml:trace>
  <inkml:trace contextRef="#ctx0" brushRef="#br0" timeOffset="-186021.16">22924 13934 1206 0,'0'0'35'0,"0"0"21"15,0 0-38-15,0 0 55 16,0 0-44-16,163-24-2 0,-112 10-27 15,-2 4-2 1,-7-4-25-16,-6 6-18 16,-7 8-11-16,-11 0-107 0,-7 0-116 15</inkml:trace>
  <inkml:trace contextRef="#ctx0" brushRef="#br0" timeOffset="-177526.83">21224 12466 557 0,'0'0'89'0,"0"0"-9"15,0 0-15-15,0 0-50 16,0 0 12-16,0 0 1 15,0 0 41-15,-4 0 3 16,4 0-14-16,0 0 26 16,0 0-34-16,0 0-20 0,0 0-21 15,0 0-13-15,0 0 11 16,0 15-7-16,10-6 1 16,0 5-1-16,1 3 17 15,2-1-14-15,3 0 33 16,4-3-34-16,0 2 2 15,0-3 8-15,0-2-16 0,-2 2 8 16,2-6-7 0,-7 4 3-16,7-6 0 0,1 4-8 15,3-2 18 1,0 0-5-16,3-2 5 0,-2 2-14 16,0-2 12-1,-4-1-14-15,2 0 6 0,-5 5 0 16,-5-2 0-16,3 0 5 15,-1 4-13 1,1-1 19-16,1-1-21 0,-1 1 23 0,6-3-19 16,-4 0 6-1,3-2-2-15,-4-2 1 16,8-2 2-16,-3 0-10 16,-2 0 22-16,-2 4-22 15,0-4 26-15,-1 3-27 0,6-1 17 16,2-1-7-16,0-1 0 15,4 0-2-15,-4 0-2 16,2 0 8-16,-2 0-10 16,-1-3 18-16,3-6-20 15,-5 1 16-15,5-2-16 16,0 0 11 0,-3-1-3-16,5-4 0 0,-2 1 4 0,-5 0-14 15,-2 2 20 1,1-2-17-16,-2 3 20 15,-5-1-21-15,1 3 17 16,3-3-9-16,-5 4 2 0,3-2-2 16,4-2 0-1,0-2 7-15,3-3-20 0,-4-1 20 16,-3 6-14 0,-9 2 6-16,1 5-3 0,-6-1 4 15,2 6-2-15,-2-5-14 0,-2 5-4 16,0-1 14-1,2 1 9-15,-2 0-16 16,2 0 6-16,-2 0-12 16,0 0-121-1,0 1-151-15</inkml:trace>
  <inkml:trace contextRef="#ctx0" brushRef="#br0" timeOffset="-176096.76">23811 12472 539 0,'0'0'174'0,"0"0"-95"0,0 0-11 16,0 0 25-16,0 0-24 15,0 0-20-15,0 35-18 0,4-17-18 16,6-2 23-16,-2-2-36 15,1 2 30 1,5 2-22-16,-1 0 29 16,5 0-34-16,1 0 32 0,6 3-23 15,2-2 9-15,2 1-21 16,0-1 12-16,2 0-19 16,-2-1 14-16,0-4-13 15,-2 4 12-15,-1-3-12 16,1-3 7-16,4-1-1 0,-2-3 0 15,0 1-6-15,2-3 2 16,0-5 4 0,5-1-16-16,5 0 28 0,-1 0-24 15,4 0 12 1,1 0-8-16,-3 0 8 0,3-3-12 16,-7-10 5-16,-3-1-29 0,-6 0 35 15,-4 1-11 1,-8-2 4-16,-1 5 16 0,-3 3-14 15,-3 1 12 1,-4 1-3-16,-2 1-3 16,-1 2-7-16,5 2-13 15,-2-2-47-15,-2 2 35 0,2 0-5 16,-1 0 35 0,3 0-33-16,0 0-66 0,-4 0-121 15,2 0-95-15</inkml:trace>
  <inkml:trace contextRef="#ctx0" brushRef="#br0" timeOffset="-139010.67">23925 14258 283 0,'0'0'239'0,"0"0"-220"0,0 0-13 16,0 0 17 0,0 0 24-16,0 0-12 0,0 0 3 15,0 0 16 1,2 0 13-16,2 0 27 0,0 0-32 16,3-6 10-1,-2 1-35-15,-3 1 28 0,1 2-42 16,-1 2 16-16,-2 0-17 15,0 0-19-15,0 0-3 16,0 0 11-16,0 0-5 16,0 0 4-16,0 0 10 15,0 0-4-15,0-2 21 16,-7-10-30-16,-13 1 2 16,-5-12 2-16,3-5-11 15,0-10 5-15,4-15 4 0,11-5-10 16,7-14 11-1,0-8-20-15,21-8 4 0,12 6 5 16,0 7-2 0,1 21-6-16,1 18 2 0,1 15-59 15,-3 4-7 1,2 15-269-16</inkml:trace>
  <inkml:trace contextRef="#ctx0" brushRef="#br0" timeOffset="-138116.71">24590 13577 752 0,'0'0'139'0,"0"0"-73"16,0 0-12-16,0 0-3 16,0 0-20-16,0 0-17 15,85-44 2-15,-71 44-14 0,-3 4 39 16,-3 12-24-1,0 4 17-15,-8 4-28 0,0 5-12 16,0-2 5 0,0 7 1-16,-16 5 0 0,-2-7 3 15,0 1-9 1,4 0 12-16,-1-7 6 0,9 1-11 16,4-8 16-1,2 1-7-15,0-3-2 0,2-4-2 16,17-2 4-16,8-6 1 0,2-1-5 15,2-2-1 1,1-2 12-16,-6 0-29 16,1 0 13-16,-2 0-2 15,-3 0-5-15,0 0-7 0,3 0-44 16,-5 0-140 0,0 0-450-16</inkml:trace>
  <inkml:trace contextRef="#ctx0" brushRef="#br0" timeOffset="-137596.91">25506 13691 764 0,'0'0'139'0,"0"0"-133"0,0 0-6 0,-64 115 7 16,37-80 2-1,2 4-9-15,-1-5 46 0,-1-2 23 16,3 0 20-16,-1 1 12 16,2-1-77-16,2-10-3 15,7 2-21-15,5-6 0 16,3-6-37-16,-2-9-20 16,4-3-29-16,-2 0-18 15,1-3-113-15,-1-19-200 0</inkml:trace>
  <inkml:trace contextRef="#ctx0" brushRef="#br0" timeOffset="-137366.55">25234 13734 472 0,'0'0'785'15,"0"0"-740"-15,0 0 13 0,0 0-9 16,41 106-5-1,-22-66-25-15,4 2-5 0,0-14-28 16,-6 6 9-16,3-3-8 0,-4-3-20 16,2-6 27-1,-2 2-41-15,1 1-38 0,-3-6-135 16,-1-1-478 0</inkml:trace>
  <inkml:trace contextRef="#ctx0" brushRef="#br0" timeOffset="-136395.73">26090 13856 450 0,'0'0'248'0,"0"0"-173"0,0 0-24 16,0 0-16-16,0 0-3 16,0 0 46-16,0 0-58 15,-9-10 48-15,7 10 6 16,2 0 29-16,0 0-48 16,0 0-5-16,0 0-12 15,9 0-4-15,11 0 17 16,11 0-51-16,5 0 41 15,4-6-40-15,1-1 4 16,-4-2-5-16,-3 3-6 16,-5 2-63-16,-5 2-25 15,-6 2-126-15,-12 0-677 16</inkml:trace>
  <inkml:trace contextRef="#ctx0" brushRef="#br0" timeOffset="-135686.66">26761 13629 1039 0,'0'0'72'0,"0"0"2"0,0 0-71 16,0 0 3-16,0 0-2 0,133-2 7 15,-108 2 2 1,-5 0-13-16,-9 23 23 0,-4 3-7 16,-7 6-7-1,0 0-7-15,0 0-2 0,-13-2 9 16,6-6-6 0,3-4-6-16,1-6 12 0,3-4-22 15,0-8 6-15,0 4-1 16,14-1 16-16,10-5 4 15,-2 3-11-15,5 7-1 16,-5 0-1-16,-1 2 1 16,-8 4-5-16,1 4 5 15,-10 0-2-15,-4 3 4 16,0 1 23-16,-10-2-16 16,-13 0 14-16,-12 0-6 15,2 0-11-15,-5-4-6 16,-4 0-18-16,-5-4 16 15,14-4-52-15,6-7-40 16,14-3-144-16,6 0-443 16</inkml:trace>
  <inkml:trace contextRef="#ctx0" brushRef="#br0" timeOffset="-135036.64">27384 13495 584 0,'0'0'219'0,"0"0"-97"16,0 0-12-16,0 0-15 0,0 0 4 15,0 0-42 1,0 0-33-16,36 44 34 0,-9-24-35 16,0 0 34-1,6 4-43-15,-2 10 2 0,-2 5-7 16,-2 7 1 0,-6 4-10-16,-13 4 13 15,-8 6-28-15,0 4 28 0,-14 7-26 16,-14-5 25-16,-6-2-25 15,1-4 7 1,7-6-7-16,1-8-35 0,2-8-52 16,1-14-24-16,-3-11-258 15</inkml:trace>
  <inkml:trace contextRef="#ctx0" brushRef="#br0" timeOffset="-134033.4">28145 13886 606 0,'0'0'180'0,"0"0"-75"0,0 0-22 0,0 0-55 16,0 0 24-16,0 0-4 15,2 0 32-15,-2 0-22 16,0 0-39-16,0 0 13 15,0 0-31-15,0 0 16 16,0 10-7-16,0 10 8 16,-2 4-8-16,-12 4 16 15,3 6-18-15,-2-2-4 16,-1 5 4-16,1 1 3 16,-1 0-7-16,3 2 12 0,3-2-27 15,3-5 22-15,5-6-22 16,0-7 11-16,13-10-19 15,19-10 14-15,10 0-9 16,9-13 1-16,1-18-60 16,-8-7-125-16,-11-2-728 0</inkml:trace>
  <inkml:trace contextRef="#ctx0" brushRef="#br0" timeOffset="-133386.7">28234 13565 537 0,'0'0'408'0,"0"0"-308"16,0 0 22-16,0 0-72 0,0 0-35 16,0 0-6-16,0 0-1 15,-36 4-3-15,36-4-1 16,0 0 55-16,0 0-25 16,0-5-13-16,0 0-17 15,0 1-4-15,0 4 0 16,-2 0 6-16,-5 0-13 15,-2 0 16-15,-2 6-10 16,2 2 13-16,4-2-13 16,5-4 1-16,0-2-16 15,0 0-50-15,0 0-26 0,10-2-122 16,-4-8-591 0</inkml:trace>
  <inkml:trace contextRef="#ctx0" brushRef="#br0" timeOffset="-122806.8">24506 15186 39 0,'0'0'205'0,"0"0"-64"0,0 0-4 16,0 0-31-16,0 0-56 16,0 0-32-16,0 0 0 15,0 0-17-15,0 26 13 0,0-20-7 16,-2-6 59-1,0 0-7-15,0 0 2 0,-1 0-43 16,1 0 9 0,-3 0-3-16,3 0 11 0,-2 0 20 15,-1 0 1 1,1 0 55-16,4 0-76 0,-2 0 12 16,2-10-43-1,0 1 12-15,0-3-13 0,0 7-3 16,0-1 13-16,0-2-3 0,2 3 27 15,-2 5-18 1,0 0 36-16,0 0-46 0,7 0 20 16,-3 23-22-1,-2 17 6-15,0 10-11 0,-2 4-2 16,0 0-6 0,0-2-32-16,0-8 23 0,0-8-24 15,0-9 27-15,0 1-55 16,0-2 23-16,0-2-52 15,0-7-94-15,0-8-172 16</inkml:trace>
  <inkml:trace contextRef="#ctx0" brushRef="#br0" timeOffset="-122576.81">24582 14977 1072 0,'0'0'173'0,"0"0"-138"0,0 0-35 0,0 0-4 16,0 0-103-16,0 0-252 15</inkml:trace>
  <inkml:trace contextRef="#ctx0" brushRef="#br0" timeOffset="-121846.43">24812 15504 179 0,'0'0'581'0,"0"0"-417"15,0 0-11-15,0 0-50 0,0 0-90 16,0 0 23-1,50-108-29-15,-36 68 14 0,3-6-20 16,2 6 2 0,-4 6-3-16,-1 10 0 15,-8 16-4-15,-4 3 14 16,-2 5-12-16,0 6 14 0,0 23 6 16,0 9-8-1,0 0 13-15,2-5-23 0,7-8 0 16,7-10-7-16,9-15-10 0,4 0 8 15,4-23 8 1,1-13-6-16,-3 2 14 0,-4 6-12 16,-8 9 16-1,-5 8-15-15,-5 9 4 16,-1 2-2-16,2 0-3 16,-2 13 10-16,3 6-5 0,-1 3 6 15,5-8-12-15,1 4-16 16,1-8 22-16,-5 5-18 15,-1-4 0-15,-3 1 18 16,-3-2 1-16,0 0 29 16,-1-4-30-1,3-6 24-15,4 0-16 0,7-3-10 16,2-20 13-16,4-8-17 16,3-4 7-16,0-1-1 15,0 6 0-15,-3 6 1 16,-4 9-7-16,-4 8 12 0,-3 7-15 15,-6 5 9 1,-2 26-5-16,-5 9 10 0,0 18-2 16,0 1-3-1,0-2-7-15,0-3-18 0,0-10 25 16,0-7-15 0,0-10-47-16,0-7 61 0,0-5-41 15,0-11-21-15,0-4-95 16,-8 0-416-16</inkml:trace>
  <inkml:trace contextRef="#ctx0" brushRef="#br0" timeOffset="-121641.91">25482 15364 1202 0,'0'0'29'0,"0"0"20"0,0 0-16 16,0 0-33-16,0 0-36 16,0 0-9-16,127 26-91 15,-93-42-63-15,6-8-189 16</inkml:trace>
  <inkml:trace contextRef="#ctx0" brushRef="#br0" timeOffset="-121143.46">26144 15091 624 0,'0'0'114'0,"0"0"5"0,0 0 30 15,0 0-112 1,-116 96-15-16,98-53-10 0,0 3-24 16,10-6 18-1,-2 4-6-15,8-8 12 0,2-8 3 16,0-11 43 0,4-4-36-16,10-3 14 0,3-6-31 15,-1-4 4-15,3 0-8 16,-2 0-2-1,1-2-57-15,-7-10 25 0,-5-6 12 16,2 5 2-16,-4-6 18 16,-2 11 1-16,3-5 12 15,-1 4-5-15,2-1 3 16,8 8-8-16,-3 0 51 16,7 2-25-16,0 0 0 15,2 0 16-15,5 14-23 16,-6-1-21-16,-1 4 6 0,-5-3-16 15,-1-3 17 1,-3 1-14-16,-1-3 1 0,2-1 3 16,-1-2-52-1,3-2-87-15,0-4-155 16,-1 0-416-16</inkml:trace>
  <inkml:trace contextRef="#ctx0" brushRef="#br0" timeOffset="-120996.62">26466 15400 953 0,'0'0'31'0,"0"0"39"0,0 0-52 0,0 107-18 16,0-85-70-16,2-8-46 16,2-9-191-16</inkml:trace>
  <inkml:trace contextRef="#ctx0" brushRef="#br0" timeOffset="-120846.54">26531 15176 1273 0,'0'0'9'15,"0"0"-9"-15,0 0-152 16,0 0-468-16</inkml:trace>
  <inkml:trace contextRef="#ctx0" brushRef="#br0" timeOffset="-120246.74">26680 15400 858 0,'0'0'101'0,"0"0"-59"15,0 0-18-15,63-110-19 16,-41 78 37-16,-4 4-5 0,2 6 22 16,-11 7-38-1,2 8-2-15,-6 7-19 0,-3 0-20 16,-2 18 5 0,0 10 15-16,0 2 1 0,0 1 11 15,2 0-17-15,10-14 16 16,-4 2 4-16,1-15-10 15,5-4 12 1,1 0-1-16,3-2-7 0,2-23-2 16,0 0 1-16,-2-3-16 15,-5 2 7-15,-2 4 0 16,-1 8-8-16,-4 0-10 16,-4 11-30-16,-2 3 15 0,0 0-27 15,0 13 4 1,0 12 45-16,0 2 24 15,0 5-7-15,0-8-4 16,0 0 31-16,0-10-6 16,0-4 14-16,2-10 2 15,9 0-17-15,12-6 5 0,-1-21-23 16,5 2 9 0,-2-5-11-16,-4 2 12 0,-2 6-16 15,-6 8 2-15,-2 1-3 0,4 8 0 16,-4 5-15-1,-1 0-11-15,-2 0 17 16,-1 22-19-16,3 0 12 16,-6 6-22-16,2 4-66 15,-1 1 104-15,-3 0-1 16,4-3-97-16,-4-5-10 16,-2-6-387-16</inkml:trace>
  <inkml:trace contextRef="#ctx0" brushRef="#br0" timeOffset="-119996.62">27284 15310 991 0,'0'0'0'0,"0"0"-62"0,0 0-208 16</inkml:trace>
  <inkml:trace contextRef="#ctx0" brushRef="#br0" timeOffset="-119596.73">27543 14972 1008 0,'0'0'380'16,"0"0"-308"-16,0 0-72 15,0 0-14-15,0 0-14 0,111-125-22 16,-84 93 5 0,2 11-49-16,-9 4-73 0,-4 14-203 15,-12 3-278-15</inkml:trace>
  <inkml:trace contextRef="#ctx0" brushRef="#br0" timeOffset="-118976.84">27717 15137 867 0,'0'0'191'16,"0"0"-99"-16,0 0-17 0,-61 109-71 15,49-79-8-15,-2 2-55 16,-1-6 22-16,-4-4-12 16,6-10 46-16,4-6 6 15,4-6 39-15,5 0 10 16,0 0-35-16,0-22-17 15,0 0 9-15,14-2-22 16,4-2 26-16,6-2-26 16,-1 2 7-16,-4 4 1 0,0 4-4 15,-11 8 9 1,2 6-2-16,-6 4-11 0,-2 0 8 16,0 21 10-16,-2 8 3 15,5-2-8-15,-3 8-13 16,-2-13 13-16,4-2 0 15,-2-5-5-15,3-8 5 16,2-3 16-16,-3 0-15 16,3 0 25-16,-1 0-25 15,-1 2 2-15,6-2 1 0,-2 1-8 16,2-5-10 0,5 0-14-16,-1 0-10 0,3 0-38 15,-5 0 46-15,1 4 30 16,-3 0 38-16,3 9 0 15,-3-5-8-15,-1 7-30 16,-2-5-3-16,0 1-1 16,-3 3-53-16,-3 1 48 15,-2-4 13-15,0 5-12 16,0-8 9-16,2 5-2 16,2-13-142-16,1 0-281 0</inkml:trace>
  <inkml:trace contextRef="#ctx0" brushRef="#br0" timeOffset="-118793.99">28049 15096 79 0,'0'0'1222'0,"0"0"-1222"0,0 0-1 16,0 0-119-16,0 0-242 16</inkml:trace>
  <inkml:trace contextRef="#ctx0" brushRef="#br0" timeOffset="-118463.45">28120 15498 576 0,'0'0'543'15,"0"0"-487"-15,0 0 49 16,33-119-68-16,-10 74-21 16,-1 9 7-16,-4 0-19 15,-2 8-3-15,-8 16 5 0,-1 2 14 16,-5 10 9-1,0 0-28-15,2 6-2 0,4 12 1 16,-2 8-1 0,3-2-21-16,-3 6 17 0,0 0-18 15,-4 3 11 1,2-2 6-16,-4-1-5 0,0-4-30 16,0-4 10-16,2-3-4 0,-2-10-53 15,0-4-52 1,0-5-214-16</inkml:trace>
  <inkml:trace contextRef="#ctx0" brushRef="#br0" timeOffset="-118296.6">28218 15383 877 0,'0'0'239'15,"0"0"-169"-15,0 0-24 16,0 0-46-16,0 0-79 16,124-23-259-16</inkml:trace>
  <inkml:trace contextRef="#ctx0" brushRef="#br0" timeOffset="-98816.58">15605 2729 18 0,'0'0'681'0,"0"0"-669"15,0 0 13-15,140-44 27 16,-113 34-22-16,-2-1 10 15,-10 5 45-15,-1 0-39 16,-10 6 8-16,-2 0-12 0,-2 0 10 16,0 0-47-16,0 0-2 15,0 0-3-15,0 0 1 16,0 0 12-16,0 0 6 16,0 0 48-16,0 0-55 15,-2-3 13-15,-7 0-20 16,-9-1-8-16,-2-6 3 15,-4 2-6-15,-3-6 5 16,-4 5 2-16,-5-4-4 16,-9 3 9-16,-8 5-8 0,-7-5 12 15,-7 5-17 1,-2-1 7-16,0 0 0 0,2 4 0 16,-2 2 2-1,0 0-10-15,-4 0 16 0,2 0-6 16,3 14 11-1,3 1-16-15,3 0 12 0,-3 7-13 16,1-1 4-16,-1 0-2 0,3 2-1 16,4-7 6-1,2 6-9-15,6-2 17 0,0-1-14 16,8 2 16 0,4-3-18-16,4 2 8 0,3 1-3 15,2 0 0 1,2 2-4-16,3-1 0 0,0 3 8 15,-1-3-21-15,2 9 30 16,2-4-24-16,0 6 19 16,3 2-15-16,5 7 7 15,7-3-3-15,6 1 0 16,0 0-18-16,6-3 9 16,19-2-24-16,2 2 19 15,6-1-1-15,-2 0 13 16,3 2 5-16,-3 0 0 15,0 2 0-15,-4-6 4 16,0-1-13-16,-3 0 8 0,9-9-6 16,6 0-9-1,7-6 14-15,10 0-5 0,6-5 3 16,3-5-1 0,-1 0 5-16,5-4 0 0,-4-2 5 15,0-2-15 1,-5 0 9-16,9 0-5 0,0 0-2 15,0 5 2-15,5 4 3 0,-5 0 2 16,-5 2 0 0,-4-4 2-16,-4-3-8 0,-7-4 16 15,7 0-22 1,-5-1 16-16,-2-14-9 0,2-5 6 16,-1-2-1-1,0-7 1-15,2-1 0 0,1-1 1 16,-6 5 4-1,-4 8 11-15,-6-1-11 16,-1 0-4-16,1-2 4 16,6 0-10-16,-5-4-2 0,-2 2 1 15,1 1 5-15,-8 2 2 16,-4 2-4-16,0-3 11 16,-6 3-6-16,4-4 12 15,1 2-26-15,-1-2 18 16,2-4-12-16,-6 1-4 15,1-2-4-15,-9-1 12 16,-2 0 4-16,-2-2-7 16,-5 0 14-16,-2-4-18 0,0 0 4 15,0 0 2 1,-14 2-11-16,-1-1 8 0,-5 1 5 16,1 6-3-16,-4-2-5 15,-4 0 18-15,-4 2-5 16,-7-2 2-16,-7-1 8 15,-5 0-13-15,-2-3 17 16,-2 5-2-16,8 4-15 0,1-1 14 16,5 8-4-1,0 3 15-15,-5 7-18 16,-9 6 14-16,-10 0-16 16,-11 0-6-16,-4 0 0 0,4 5-5 15,8-4-26-15,9 6-10 16,17-1 14-16,6 1-38 15,6 2-72-15,5 1-492 16</inkml:trace>
  <inkml:trace contextRef="#ctx0" brushRef="#br0" timeOffset="-44566.53">28361 7917 352 0,'0'0'199'0,"0"0"-191"16,0 0 9-16,0 0 11 15,0 0-14-15,0 0 4 0,0 0 32 16,0 0 44-16,0 0-4 15,0 0 6 1,0 0-39-16,0 0-10 0,0 0-46 16,0 0 7-16,0 0-8 15,0 0 2-15,0 0-11 16,0 0 18-16,-9 0-6 16,2 1 1-16,-2 3 15 15,0 2-12-15,1-3-14 16,-2 4 7-16,2-1-10 0,-5 3 10 15,-1-1-25-15,-1-1 23 16,1 1-22-16,-1-3 21 16,-6 2 3-16,1-1-2 15,2 1 4-15,0-1 7 16,7 0-9-16,-2 2 3 16,4 0-6-16,-2 1 10 15,-1-2-22-15,2 5 13 0,-3-4 1 16,1 3-20-1,-1 1 19-15,-1 1-1 0,1 1 3 16,2 0-5 0,-1 4 11-16,2-4-7 15,1 4 5-15,-1-4-8 16,4 2-17-16,0 0-2 16,-1-2-3-16,0 0 1 15,2 1 24-15,-1-1 1 0,1 0 7 16,3 0-6-16,2 1 12 0,0 0-3 15,0-1-19 1,0 1 17-16,0-2-13 16,-6 5 5-16,3-5 0 15,-6 4-3-15,3 2 7 0,1-5 34 16,-1 1-35 0,1 1 37-16,0-4-37 15,3 2 20-15,2-2-18 0,0-1-2 16,0 0-3-16,0 1 6 15,0 2-6-15,0 0 11 16,-2 2-9 0,0 0 7-16,-3 2-6 15,1-2 4-15,0 0 1 0,-4-1-8 16,2-3 1-16,-3 0-7 16,5-1 16-16,-3 4-10 0,0-1 11 15,-4 0-7 1,3-2 0-16,-6-2 13 15,3 0-17-15,4 0 0 16,-2-2-4-16,7-2 8 0,-5-2-13 16,1 2 18-1,-1-3-13-15,-2 6 14 0,4-3-14 16,-1-2 13 0,-3 4-9-16,0 2 0 15,0-3 1-15,3 4-2 16,-3-1 6-16,-1 0-12 0,-1 2 19 15,-1-2-20-15,-2 2 18 16,1 0-13-16,3 0 6 16,-1-2-1-16,3 1 0 15,-2-2 5-15,1 0-14 16,3 0 20-16,2 0-25 16,-3-2 24-16,5 5-20 15,-1 1 14-15,-1 1-6 16,1-5 0-16,-1 5-1 15,2-5-5-15,0 1 12 0,2 0-1 16,0 0 3-16,0 3 0 16,0-2-2-16,0 1 5 15,0 4-6-15,0-4-4 16,0 0-1-16,0 2 4 16,0-2-12-16,0 1 18 15,2 4-15-15,2-3 18 16,3 3-7-16,-2-4-2 15,6-1 2-15,-3 1-6 16,4-4 0-16,-3 1-5 16,-1-2 15-16,1 0-17 0,1 2 20 15,-2 2-21 1,-1-2 18-16,5 0-16 16,-6 4 6-16,5-4 0 15,-3-2-6-15,4 0 11 0,-1 3-12 16,1-4 14-16,1 0-8 15,0-1 11-15,3-1-15 16,-3-2 12-16,5 1-10 16,-5 0 3-16,1 2 0 15,-1-2-5-15,1 4 11 0,-6 2-14 16,5-1 18 0,-5-3-16-16,-2 5 12 0,3-1-11 15,-3 1 5-15,4 1 0 16,1 1-2-1,-1-5 5-15,4 2-11 0,-3 2 18 16,3-4-16-16,-3-2 18 16,-3 0-21-1,-1-2 15-15,-2-2-11 16,0 4 5-16,-3-1 0 0,2 1-4 16,0-1 8-16,1 3-9 15,9 0 20-15,-1 0-25 16,0-4 20-16,5 2-14 0,-4-1 4 15,1-4 0 1,-2-1-1-16,1 2 3 16,-1-2-7-16,0 0 16 15,3 0-19-15,2 0 22 16,2 0-28-16,0 0 10 16,0-2 1-16,-1-4 1 15,6 0 2-15,-2 4-4 16,1-2 9-16,1-4-16 15,-6-3 19-15,6 8-16 16,-4-5 12-16,-2 0-12 0,-3 0 8 16,1 2 0-16,2-2-3 15,-3-1 6-15,1 6-13 16,3-7 21-16,2 4-25 16,-2-4 27-16,1 0-26 15,-2 2 14-15,1-1-1 16,-3 2 9-16,2-1-5 15,-1 2-3-15,-3 0 8 0,1-2-9 16,-1-1 1 0,2 1-2-16,-2-5-10 15,-1 3 8-15,3-4-3 0,-3 2 6 16,3 0 0-16,-1-1 2 16,5 0-6-16,-6-2 14 15,5 1-18-15,-5-1 14 16,-3-4-12-16,-3 3-3 15,-5 2 7-15,0 0 3 0,3 2-1 16,-3 0 1 0,3-4 10-16,0-2-15 0,1 0 18 15,1-4-28 1,3-3 12-16,1-2 1 16,3 3-30-16,1 0 17 15,-3-1 2-15,-3 6 1 0,-3 0 2 16,-2 0 18-16,0 1-15 0,1-1 14 15,1 1-13 1,0 2 7-16,0 0-2 16,-1 0 0-16,-5-2 1 15,-2 1-4-15,0-4-12 0,0 1 14 16,0-2-63 0,0-1 57-16,0 8-19 0,0-3 22 15,0 4 2-15,0 0 2 16,2 2 0-16,3-4 7 15,2 0-13 1,-3 2 10-16,3-5-8 0,-3 3-26 16,0 1 8-16,1-1-14 15,-3 1 36 1,-2 3-2-16,0-2 6 16,0 1 0-16,0-2-2 0,-7-3 11 15,1 1-1-15,-1-2-21 16,5-2 13-16,-5 2-8 15,-2-2 0-15,5 2-7 16,-3 1 11-16,1-2 0 16,-4 0 3-16,2 2 1 15,-3-1 19-15,1 1-16 0,6 3-14 16,0 1 0 0,2 0 6-16,-1 1-3 15,-7 4 4-15,-2-2 0 16,-8 0-12-16,2-1 5 15,-2 4 14-15,3-1-14 0,0 1 12 16,7 0-10-16,1 0-12 16,4-1 1-16,-2 1-13 15,3-3 29-15,0-1-8 16,-5 3 27-16,-3-1-21 16,-5 6 4-16,-3-3 1 15,-9 1-3-15,0 0-3 16,4-4-1-16,3 2-10 15,6-2 11-15,3-2 3 0,4 6-1 16,0-2 1 0,5 0 0-16,-1-1 1 0,1 2 13 15,-2-5-14-15,0 7 0 16,0-2 1-16,2 0 9 16,-1 1-14-16,3-1 11 15,0 5-11-15,2-5 10 16,0 3 2-16,0-1-7 15,0-5 1-15,0 0-2 0,0-2 2 16,2 6-10 0,-2-1 18-16,0-1 15 15,0 5-5-15,0 0 0 16,-10-2-16-16,-3 5-6 0,-2-5 2 16,4-3 0-1,0 7-5-15,-1-6 5 0,6 3-4 16,-3 2-6-16,-2 0 5 0,-3 2 8 31,-3 0-9-31,-6 0 6 0,-3 0 0 16,-10 0-1-16,3 0 2 15,4 0-8-15,0 2 15 16,4 4-13-16,8 7 14 16,1 0-18-16,1 0 4 0,-2 1-14 15,1-2-35-15,-3-1-34 16,1 0 24-16,3-8-37 15,3 0-138-15</inkml:trace>
  <inkml:trace contextRef="#ctx0" brushRef="#br0" timeOffset="-18596.66">15190 13555 1089 0,'0'0'48'0,"0"0"-13"0,0 0-12 16,0 0-16-16,0 0 15 16,0 0-17-16,0 0 24 15,0 0-16-15,92-74 19 16,-74 68-13-16,-5 0 14 15,-5 6-33-15,2 0 0 0,-6 2-4 16,-4 24 4-16,0 16-3 16,-4 15 7-16,-27 6-3 15,-12 12 1-15,-6 1-4 16,-2-3 4-16,5 6 6 16,-4-4-1-16,4-10-1 15,7-6-6-15,16-12 6 16,13-16 1-16,10-12 0 0,16-13-14 15,28-6-11 1,10 0 18-16,17-15 0 0,-4-12-2 16,-3 4-6-1,-8-7-32-15,-13 2-9 0,-10 1-34 16,-13 6 8 0,-6 0-16-16,-12 6-19 15,-2 1-68-15,-5-1-177 0</inkml:trace>
  <inkml:trace contextRef="#ctx0" brushRef="#br0" timeOffset="-18346.82">15010 13916 810 0,'0'0'238'0,"0"0"-201"0,0 0 21 0,0 0 61 15,0 0-86-15,0 0-18 0,101 0-15 16,-76 0-3 0,-2-6-44-16,-5-4-29 0,0-4-59 15,-2 6-82-15,-1 0-86 0</inkml:trace>
  <inkml:trace contextRef="#ctx0" brushRef="#br0" timeOffset="-17966.41">15560 14141 708 0,'0'0'150'0,"0"0"-1"16,0 0-68-16,0 0-63 16,0 0 2-1,0 0-4-15,41 24 34 0,-35-30 12 16,7-25-7-16,1-8 0 16,1-11-36-16,1-5 20 0,-3 1-36 15,1 1-2 1,-5 9-1-16,-5 2 0 0,-2 17-4 15,-2 5 1-15,0 10-2 16,0 6-5 0,0 4-2-16,-8 0-19 15,-4 0 28-15,-3 9-4 0,-1 16 5 16,-1 5-7-16,0 2 5 16,7-2-23-16,-4-2-65 15,3-4-60-15,-4-4-155 16,7-9 18-16</inkml:trace>
  <inkml:trace contextRef="#ctx0" brushRef="#br0" timeOffset="-17546.46">16050 13864 884 0,'0'0'156'0,"0"0"-104"0,0 0 30 0,0 0-58 16,0 0-14-1,0 0 1-15,21 2-1 0,-13-2-5 16,1-14 30-16,-2 1-10 16,-2 0-7-16,-5 5 4 15,0 4-21-15,0 4 29 0,0 0-28 16,0 0-2-1,0 0-32-15,0 0-6 16,0 0-61-16,0-4-196 16,0 0-374-16</inkml:trace>
  <inkml:trace contextRef="#ctx0" brushRef="#br0" timeOffset="-16947.87">16705 13431 1149 0,'0'0'15'0,"0"0"3"0,0 0-5 16,0 0 28-16,0 0-35 15,130-34 6-15,-110 34-5 16,-7 0-8-16,-4 0 7 16,-5 8-6-16,-4 14 22 15,0 12-12-15,-6 10 22 0,-21 6-28 16,-4 9 11 0,2-4-11-16,4 2-5 15,12-11 1-15,7-4 0 0,6-4-2 0,0-7-8 16,0-4 3-1,6-3 14-15,9-1-17 16,-1-6 22-16,-3-7-24 16,3 0 9-16,1-6-4 0,1 0-11 15,4-4 2 1,2 0-11-16,3 0-26 0,-8 0-35 16,-5-9-127-16,-12 0 70 15,0-1 109-15,-2 0-92 16,-21-4-201-16</inkml:trace>
  <inkml:trace contextRef="#ctx0" brushRef="#br0" timeOffset="-16736.61">16516 13840 1051 0,'0'0'36'0,"0"0"99"16,0 0-53-16,0 0-31 16,120-43-26-16,-77 40-21 15,-1-8-4-15,2 2-1 16,-5-3-11-16,-4 2-70 0,-8-1-12 16,-5 4-114-16,-2 3-224 15</inkml:trace>
  <inkml:trace contextRef="#ctx0" brushRef="#br0" timeOffset="-16250.53">17080 13791 297 0,'0'0'341'0,"0"0"-329"0,0 0 57 16,0 0 31-16,0 0 35 16,0 0-22-16,44-1-42 15,-25-3-8-15,-4 1-50 16,-3 3 8-16,-8 0-17 15,0 8-8-15,-4 21 8 16,0 11-6-16,-8 10 2 16,-15 2 0-16,0-3-2 15,3-8 15-15,3-4-12 0,3-7 9 16,12-12-8 0,2-4-1-16,0-4 27 0,0-6-28 15,11-3 0-15,7-1 8 16,0 0-6-16,-3 0 2 15,5 0 6-15,-3 0-11 16,-2 0 10-16,11 0-16 16,6 0 7-16,3 3-13 15,1-3-12-15,3 0-82 16,0 0-83-16,-8-4-82 0,0-10-20 16</inkml:trace>
  <inkml:trace contextRef="#ctx0" brushRef="#br0" timeOffset="-15786.72">18000 13984 1006 0,'0'0'102'0,"0"0"14"0,0 0-56 0,151 10-57 15,-108-10-1-15,-7 0-2 16,-5 0-33-1,-9 0 9-15,-7 0-55 16,-6 0 22-16,-6 0-45 16,-3 0-95-16,0 0-7 15,0 0-164-15</inkml:trace>
  <inkml:trace contextRef="#ctx0" brushRef="#br0" timeOffset="-15548.56">18029 13878 1065 0,'0'0'85'0,"0"0"1"0,0 0-9 15,122 0-30 1,-72 0-26-16,-3-8-21 0,-5 4-17 15,-2 2-40-15,-5-6 23 16,-4 6-148-16,0-2-299 16</inkml:trace>
  <inkml:trace contextRef="#ctx0" brushRef="#br0" timeOffset="-8856.87">16460 12176 631 0,'0'0'38'0,"0"0"45"0,0 0 77 15,0 0-7-15,0 0-81 16,0 0 16-16,0 0-48 0,0 0 10 16,0 0-32-1,0 0 21-15,0 0-12 0,-6 0-15 16,-19 0-6 0,-3 0 0-16,-17 18 0 0,-7 16 7 15,-1 16-5-15,2 6-4 16,13 6 16-16,7 0-20 15,11-8 2-15,9-5-4 16,6-7-5-16,5-10 0 16,0-8-37-16,16-8 36 15,13 0-22-15,16-8 21 0,5-6-6 16,8-2 2 0,3 0-24-16,-3-2-36 0,-10-14-65 15,-7-2-204-15</inkml:trace>
  <inkml:trace contextRef="#ctx0" brushRef="#br0" timeOffset="-8556.49">16108 12555 990 0,'0'0'36'0,"0"0"20"0,0 0 73 0,158-14-99 0,-115 0-21 16,-7-6-9-16,-3-1-26 15,-6-3-73-15,-3-2-113 16,-8 2-259-16</inkml:trace>
  <inkml:trace contextRef="#ctx0" brushRef="#br0" timeOffset="-8104.61">17027 11765 1183 0,'0'0'23'0,"0"0"-16"15,0 0 12-15,4 120-9 16,9-58-3-16,-4 3-5 15,2 1 9-15,-9 0 16 16,3-1-18-16,-5 0 12 0,0 2-15 16,0-8-1-1,7-6 2-15,6-12-14 16,0-7-48-16,5-9-36 16,-5-17-237-16,3-8-104 0</inkml:trace>
  <inkml:trace contextRef="#ctx0" brushRef="#br0" timeOffset="-7789.27">17345 11660 550 0,'0'0'474'0,"6"105"-429"15,-4-36 38-15,-2 5-40 16,0-7-37-16,0 1-2 0,0-5-6 16,0-3 9-16,0-4 13 15,0-4-5-15,0-4-8 16,0-4-7-16,0-7-7 15,0-4-62-15,8-8 2 0,-2-11-24 16,1-8-176 0,-5-6 33-16,-2 0-84 0</inkml:trace>
  <inkml:trace contextRef="#ctx0" brushRef="#br0" timeOffset="-7294.79">17220 11570 1030 0,'0'0'16'0,"0"0"-13"0,0 0-3 15,0 0 19 1,0 0 27-16,0 0 51 0,143-100-65 16,-114 100 23-16,0 0-46 15,-7 0-9-15,-2 20 0 16,-9 4-14-16,-11 8-18 15,0 9 15-15,0 6 15 16,-11 9 4-16,-2 5 32 0,4 0-13 16,9-4 17-1,0-10-38-15,9-5 0 0,20-9-4 16,7-3 4 0,1-5 0-16,1 0 1 0,5 0-8 15,-5-3 14-15,-1 0 0 16,-3 2-1-16,-3-2-2 15,0 1-1-15,0 0-6 0,2-8-13 16,-4 2-2 0,-4-7-58-16,-12-1-187 15</inkml:trace>
  <inkml:trace contextRef="#ctx0" brushRef="#br0" timeOffset="2663.52">19379 17017 428 0,'0'0'83'0,"0"0"-53"0,0 0 13 16,0 0-25-16,0 0-7 16,0 0-7-16,0 0-1 15,-19-13 77-15,13 7 5 16,4 2 8 0,-2 4-37-16,-1 0-28 0,5 0-25 15,-2 0 7-15,2 0-6 16,-2 0 15-16,2 0 18 15,0 0-9-15,0 0-7 16,0 0-17-16,0 0 8 16,0 0-6-16,0 0 6 15,0 0 3-15,0 0 14 16,0 0 0-16,0 0-6 16,0 0 2-16,0-4-12 15,0-10 10-15,9-4-19 0,11 0 15 16,7-8-15-16,0 4 10 15,2 4-12-15,0 4-2 16,-5 6 0-16,5 4-3 16,-7 4 3-16,-1 0-36 15,-13 8 8-15,-8 17-28 16,0 12-5-16,-18 13 0 16,-20 5 3-16,-6 2 13 15,-1 0 22-15,1-3 22 0,9-4 1 16,8-6-7-16,11-8 13 15,11-6-13-15,5-6 12 16,0-12-11-16,21-7 12 16,12-5 45-16,9 0 3 15,3 0-9-15,6-5 43 16,-8 1-49-16,-8 0 6 16,-6 4-41-16,-9 0-3 15,-9 4-1-15,4 6-48 16,-7 2-150-16,-2-4-329 15</inkml:trace>
  <inkml:trace contextRef="#ctx0" brushRef="#br0" timeOffset="3233.1">20295 16931 573 0,'0'0'165'0,"0"0"-82"0,0 0 34 16,0 0-39-16,-110 131-21 15,73-82 12-15,-5 1-50 16,-6 1 15-16,0-1-20 15,1-6 8-15,3 1-20 0,3-13-3 16,13-10 1-16,7-12-9 16,11-10 5-16,7 0-28 15,3-17-96-15,0-20-153 16,0-7 13-16</inkml:trace>
  <inkml:trace contextRef="#ctx0" brushRef="#br0" timeOffset="3468.94">19836 17008 1008 0,'0'0'50'0,"0"0"57"15,0 0-18 1,0 0-16-16,145 80-24 16,-114-44 13-16,-2 1-46 0,-4-3-2 15,-1-2-13-15,-4 0-2 16,3-6-40-16,-4 6 8 15,1-10 2-15,9 0-50 16,5-8 31-16,3-10-168 16,6-4-467-16</inkml:trace>
  <inkml:trace contextRef="#ctx0" brushRef="#br0" timeOffset="3933.34">20779 17115 437 0,'0'0'775'0,"0"0"-718"0,0 0 42 16,0 0-47 0,0 0-32-16,144 18-20 15,-105-18-4-15,3 0-41 0,-9 0 24 16,-4 0-139-16,-7-9 67 15,-9 3-350-15</inkml:trace>
  <inkml:trace contextRef="#ctx0" brushRef="#br0" timeOffset="4663.31">21683 16749 937 0,'0'0'68'0,"0"0"-57"0,0 0-11 0,0 0-4 16,0 0-20-1,0 0-11-15,118 23 21 0,-116 3 14 16,-2-2 14-16,0 6-14 16,0-8-30-16,0 4 30 15,0-6 0-15,0 2 1 16,0-4 1-16,7 2 1 16,9-6 71-16,3-4-34 15,8 3 23-15,2-7 11 16,2 1-57-16,-2 7-17 15,-4-2-2-15,-14 6-7 16,-5 6-36-16,-6 7 45 0,-6 1 31 16,-21 4 50-1,-4 2-37-15,2-2-2 16,1-1-24-16,1 2-10 16,2-7-8-16,3-2-10 0,-1-6-3 15,4-8-25-15,3-2-18 0,-4-6-239 16,6-6-600-1</inkml:trace>
  <inkml:trace contextRef="#ctx0" brushRef="#br0" timeOffset="5600.38">22971 17187 470 0,'0'0'667'15,"0"0"-544"-15,143 0-29 0,-86 0-47 16,-3 0-33-16,-7 0-14 15,-9-4-6-15,-11-2 3 16,-3-6-43-16,-13 2 2 16,-4 2-34-16,-7-2-56 0,0-3-266 15</inkml:trace>
  <inkml:trace contextRef="#ctx0" brushRef="#br0" timeOffset="5796.4">22977 16958 1319 0,'0'0'38'0,"0"0"11"16,0 0-3-16,148-4-46 15,-102 4-15-15,1 0-48 0,0 0-61 16,-4 0-100-16,-6 0-248 15</inkml:trace>
  <inkml:trace contextRef="#ctx0" brushRef="#br0" timeOffset="6213.34">23911 17187 17 0,'0'0'816'0,"0"0"-638"0,130 14-94 16,-59-24 36-1,2-26-75-15,7-13-8 0,-11-9-4 16,-15 0-26 0,-18-1-7-16,-20 9-7 0,-16 11 0 15,-10 13-17-15,-36 12 23 0,-23 14-36 16,-14 10 25-1,-10 30-1-15,-1 14 6 16,11 4-26-16,17 1-139 16,24-12-521-16</inkml:trace>
  <inkml:trace contextRef="#ctx0" brushRef="#br0" timeOffset="12493.31">25355 17079 1242 0,'0'0'6'0,"0"0"36"0,134 5-23 0,-70-5-19 15,7 0-20-15,3-10-11 16,-2 3 0-16,-8-4 6 16,-6 3 20-16,-9 4-6 15,-9-2-74-15,-8 6-200 16,-9-4-519-16</inkml:trace>
  <inkml:trace contextRef="#ctx0" brushRef="#br0" timeOffset="12959.62">26048 16843 306 0,'0'0'781'0,"0"0"-768"15,0 0 42 1,0 0-13-16,0 0-42 16,0 0-13-16,100-6-25 15,-93 6 10-15,-7 5 25 0,0 13 3 16,0 3 74 0,0 8-40-16,-7 3-7 0,-6 2-4 15,-5-2-21-15,0 0-4 0,-2-2-14 16,2-8-7-1,1-3-80-15,5-10-1 0,10-5-129 16,2-4-303 0</inkml:trace>
  <inkml:trace contextRef="#ctx0" brushRef="#br0" timeOffset="13929.57">27031 16548 917 0,'0'0'88'0,"0"0"36"0,0 0-43 0,129-44-41 16,-89 39-12-16,-3 1-19 15,-6 4 1 1,-4 0-8-16,-4 4 8 0,-7 9-6 16,-10 14-8-16,-6 5 0 15,-2 12-3-15,-29 6 7 16,-10 7-6-16,-3-3 3 0,-3 0 3 15,7-5-2 1,7-8 6-16,12-3 13 0,11-10-16 16,10-6 4-16,0-7 2 15,18 0-3 1,11-9 9-16,4-2 9 0,11 0-10 16,-2-4-5-16,1 0 6 15,1 0-5-15,-3 0-16 0,-3 0-28 16,-7 0 16-1,-10-4-100-15,-9-6-322 0</inkml:trace>
  <inkml:trace contextRef="#ctx0" brushRef="#br0" timeOffset="14454.27">28216 16495 984 0,'0'0'112'0,"0"0"8"0,0 0-69 0,0 0-32 0,0 0-18 16,0 0 39-1,-69 103-38-15,24-59 10 16,-6 6-4-16,2-11-3 16,5 6-4-16,-2-5 1 0,4-4 8 15,9-1-9-15,4 2-2 16,7-11-10-16,6-8-6 15,7-10-50-15,7-8-40 0,2 0-48 16,0-3-33 0,0-20-378-16</inkml:trace>
  <inkml:trace contextRef="#ctx0" brushRef="#br0" timeOffset="14683.38">27739 16681 1117 0,'0'0'117'0,"0"0"-44"16,0 0-34-1,0 0-33-15,0 0 33 0,0 0 5 16,82 68-10-16,-62-41-2 16,9-5-31-16,-8 2 7 15,5 6-8-15,-2-8-14 16,-1 6-90-16,0 1 100 15,-2-6-83-15,4-4-105 0,6-11-466 16</inkml:trace>
  <inkml:trace contextRef="#ctx0" brushRef="#br0" timeOffset="15156.7">28784 16808 622 0,'0'0'205'0,"0"0"-188"0,0 0-20 0,0 0 3 16,113 0-87 0,-82-4-71-16,3 2-125 0,-1-7 127 15,-6 6 17-15</inkml:trace>
  <inkml:trace contextRef="#ctx0" brushRef="#br0" timeOffset="15453.55">28849 16615 1285 0,'0'0'69'16,"0"0"6"-16,0 0-44 15,0 0-31-15,0 0-41 0,127-22-44 16,-90 0-80 0,-3-6-319-16</inkml:trace>
  <inkml:trace contextRef="#ctx0" brushRef="#br0" timeOffset="16256.19">29701 16317 144 0,'0'0'749'0,"0"0"-579"0,0 0-40 0,0 0-75 16,0 0-46-16,0 0-8 0,46-19 24 15,-20 11-15 1,-1 2 18-16,3 6-27 0,-3 0 30 16,-3 0-31-1,-11 4 3-15,-5 19-9 16,-6 0 12-16,0 17-12 0,-23 1-24 15,-2 3 30 1,-2-4 0-16,5-4-4 16,7-6 11-16,8-10-15 0,7-4 8 15,0-11-11-15,9-5-9 16,13 0-6-16,2 0 24 16,3 0-11-16,-7 0 9 15,-3 0-10-15,-9 0 14 0,-4 5 0 16,-4 17 26-1,0 0-11-15,0 9 11 0,-18 1-3 16,-11 4-23 0,-11 3 7-16,-2 2-2 15,-3-1-10-15,1 0-5 16,9-4 6-16,8-6-15 0,15-12-61 16,8-12-238-1</inkml:trace>
  <inkml:trace contextRef="#ctx0" brushRef="#br0" timeOffset="17503.29">27831 17455 707 0,'0'0'120'0,"0"0"64"0,0 0-71 15,0 0-25-15,0 0-18 16,0 0-40-16,44-1-14 16,-44 1 1-16,0 5-2 0,-7 13 19 15,-22 13-12-15,-16 9 1 16,-8 5-13-16,-2-1-20 15,1 0 13-15,14-7-8 16,7-1 5-16,6-6-13 16,4-6-6-16,8-3-27 15,6-8-1-15,4-7-63 16,3-6-87-16,2 0-104 0,0-6-78 16</inkml:trace>
  <inkml:trace contextRef="#ctx0" brushRef="#br0" timeOffset="17753.09">27440 17517 781 0,'0'0'361'0,"0"0"-287"16,0 0 24-16,0 0-32 15,123 99-23-15,-79-63-16 0,3-7-3 16,-9 4-22 0,-5-3-2-16,-8-1-8 0,-7-4-20 15,-5 1-29 1,-4-2 7-16,-9 2-47 0,0 1-133 16,0-10-299-1</inkml:trace>
  <inkml:trace contextRef="#ctx0" brushRef="#br0" timeOffset="18273.26">28309 17762 918 0,'0'0'171'0,"0"0"-128"0,0 0 34 0,143-4-56 15,-101 0-42-15,-6 0 5 16,0-2-44-16,-10-2-43 16,-8-2-109-16,-5-2-33 15</inkml:trace>
  <inkml:trace contextRef="#ctx0" brushRef="#br0" timeOffset="18523.26">28425 17536 1160 0,'0'0'92'0,"0"0"-22"0,0 0 6 15,0 0-57 1,0 0-19-16,121 3-4 16,-97 1-29-16,0-4-18 0,3 0-47 15,-5-13-243-15</inkml:trace>
  <inkml:trace contextRef="#ctx0" brushRef="#br0" timeOffset="19303.36">29084 17401 791 0,'0'0'250'15,"0"0"-127"-15,0 0-56 0,0 0-47 0,0 0-17 16,0 0 20-1,87-9-23-15,-58 9 25 16,-6 0-6-16,-6 0 10 16,-7 1-29-16,-6 15-4 15,-4 6-1-15,0 2 10 0,-18 10-10 16,-9-1 17-16,3-3-15 16,2-2 12-16,6-6-18 15,7-4 5-15,9-8-4 16,0-3-14-16,0-7-16 15,18 0 35-15,4 0 3 0,0 0 17 16,-3 0-16 0,-2 5 14-16,-10-1-13 15,-4 10 21-15,-3 5-20 16,0 2 2-16,-17 10-9 16,-7 6 4-16,-7-3 0 15,2 2-21-15,-3-4 15 0,1 4-59 16,0-9-49-16,-2-5-126 15,4-4-426-15</inkml:trace>
  <inkml:trace contextRef="#ctx0" brushRef="#br0" timeOffset="19753.67">28991 18187 24 0,'0'0'1151'0,"0"0"-1101"0,0 0 47 0,132-160-56 0,-52 92-8 16,15-4-20-16,4-3-7 15,3 3-4-15,-12 11 13 0,-13 2 3 16,-13 15-18 0,-16 11 0-16,-17 12-37 0,-14 7-8 15,-17 14-61 1,0 0-137-16,0 4-396 0</inkml:trace>
  <inkml:trace contextRef="#ctx0" brushRef="#br0" timeOffset="20273.14">29506 17874 118 0,'0'0'890'15,"0"0"-869"-15,0 0 59 0,0 0-61 16,0 0-3-16,116-40 8 15,-101 40-24 1,-3 0-3-16,-12 8-31 0,0 17 32 0,-2 5 4 16,-19 6-2-1,1 12 7-15,-2-2 63 16,2 6-20-16,7-2 19 16,5-10-42-16,8-7-12 15,0-15 21-15,10-7-29 0,14-11 18 16,5 0-23-16,9 0 8 15,2-4-6-15,2-3-1 16,-1-8-1 0,1 2 6-16,-4 2-8 0,9-1-2 15,-3 6-19-15,1-2 3 16,-5 1 1-16,-5 2-59 16,-8-1-41-16,-14-2-283 15</inkml:trace>
  <inkml:trace contextRef="#ctx0" brushRef="#br0" timeOffset="21953.56">1421 12865 7 0,'0'0'0'0</inkml:trace>
  <inkml:trace contextRef="#ctx0" brushRef="#br0" timeOffset="23233.32">1421 12865 62 0,'0'0'172'16,"0"0"-34"-16,-65-13 18 0,65 11-135 16,-2-1 16-1,0-1-37-15,-2 2 0 0,-1-2 3 16,0-1-3-16,1 1 2 15,2-1 20 1,-3 3 47-16,5 2-12 16,0-2-18-16,0 1-33 15,0-3-8-15,-2 4 9 16,0-5 2-16,0 4 21 0,0-5 30 16,2 0-29-16,0-1-30 15,0 3 4-15,0 2-3 16,0 2 18-16,0 0-11 15,0 0 47-15,0 0-44 16,0 0-3-16,0 23-4 16,0 7 16-16,0 10 6 15,8 7-24-15,3 6 1 16,-6 11 2-16,-5 8 12 0,0 9-6 16,-5-2 7-16,-14 13-17 15,0-7 34-15,2-11-35 16,3-11-1-16,10-20 0 15,0-8 5-15,1-13-17 16,1-5 14-16,2 2-9 16,0-7-2-16,0-5-12 15,29-1 4-15,9-4 17 0,11-2 3 16,4 0-1 0,3 0-4-16,0 0 12 0,-2 4-23 15,-4 9 20 1,2-1-14-16,2 7 7 15,4 2-5-15,8 0 5 0,5-6 0 16,8-5 0-16,5-4 3 16,7 4-5-16,3 1 15 15,13 4-21-15,-5 6 8 16,-4 2-2-16,-9-2-24 16,-17-3-4-16,-9-9 2 15,-11-5-65-15,-4-4 37 16,-11 0 36-16,-3 0 8 0,-14-5-27 15,-7 2 2 1,-7 3 17-16,-2 0 14 0,-4 0 6 16,2 8 33-1,-2 1-3-15,0-4 7 0,2 0 26 16,0-5-58 0,-2 0 3-16,4 0 1 0,-1 0 21 15,-1 0-26-15,0 0-2 16,0 0-1-1,0 0 1-15,2 0-4 0,2 0 1 16,0-5-5-16,3-7 9 16,4-8-3-16,5-6 5 0,7-2 25 15,-1-2-26 1,2 2 1-16,-3 8-10 0,-3-2-19 16,1 4-16-16,-4-4 20 15,3-6-24-15,2-4 31 16,-2-7 7-16,5-5 5 15,2-1-2 1,0-4 0-16,-4-5 6 16,2 4 22-16,-4-4-17 15,3-2 9-15,1-3-14 16,-1-3-3-16,5 2 7 0,-2-2 3 16,-7 10-8-16,-7 5 0 15,-9 16 1-15,-4 6 2 16,0 14 18-16,-13-1 12 15,-7 3 16-15,-5 2-45 16,-3-1-6-16,-6 0-4 16,-4-2 4-16,-6-1 5 15,-10-1-5-15,-6 0 20 16,-9 0 87-16,3-3-90 0,1 3 1 16,3-3 4-1,4 1-17-15,8 6 4 0,8 2 1 16,-3 3-5-16,3 3 11 15,-7 0-15-15,-4 0 15 16,-7 0-8-16,-8 0-9 16,-5 0 1-16,-2-3-2 15,-1-1 1-15,0 4 0 16,6 0-3-16,-7 22 8 16,-4 4-15-16,2-2 25 0,5-8-16 15,21-10 4-15,12-6 3 16,12 0-5-1,7-11-1-15,6-10-5 0,6 1-4 16,0 2 2-16,1 11-13 16,-1 5-29-1,-9 2-198-15,-10 0-449 0</inkml:trace>
  <inkml:trace contextRef="#ctx0" brushRef="#br0" timeOffset="89810.85">25801 13339 491 0,'0'0'161'0,"0"0"-86"0,0 0-45 0,0 0-7 16,0 0 2-16,0 0 2 15,0 0 31-15,0 0 13 16,0-6 33-16,0 6-24 15,0 0 0-15,0 0-47 16,2 0 2-16,7 0-19 16,4 0-4-16,7-6 8 0,2-5-15 15,3-3 22 1,9-1-15-16,1-3 15 0,0 2-23 16,3-4 12-16,-9 5-14 15,-4 4 3-15,-9-2-5 16,-7 9-26-16,-5 3-13 15,-4 1-79-15,0 0-152 16,-11 0-530-16</inkml:trace>
  <inkml:trace contextRef="#ctx0" brushRef="#br0" timeOffset="90259.1">25693 13200 539 0,'0'0'296'0,"0"0"-129"0,0 0-57 0,0 0-2 0,0 0-44 15,0 0 0-15,48-40-39 0,-17 28 18 16,6-2-29 0,5-2 21-16,3-2-30 0,-7-2-5 15,2 6 0 1,-7-2-33-16,-2 2-7 0,-2 6-55 16,-8 2-89-1,-7 0-303-15</inkml:trace>
  <inkml:trace contextRef="#ctx0" brushRef="#br0" timeOffset="91573.4">26320 12515 597 0,'0'0'134'0,"0"0"11"15,0 0-22-15,0 0-62 16,0 0-51-16,0 0 11 0,73 110-17 16,-66-84 32-1,-1-2 4-15,-1 9 6 0,0-2-24 16,3 3-9-16,-3 2-10 0,1 2-1 15,2 1-4 1,-8-3 10-16,6 0-1 16,-6-4 3-16,2 4-2 15,-2-6-1-15,2 5 3 16,-2-6-4-16,3 1 1 16,-1-2-6-16,0-2 3 15,0-3-8-15,2-2 12 16,2-4-13-16,-4-10 16 15,2 4-12-15,-2-11 6 16,0 0-4-16,5 0 6 0,2-5 1 16,2-16 4-16,2-3-10 15,1-1 21-15,1 1-19 16,4 0-2 0,2 0 4-16,-1 0-10 0,5 1 5 15,-2-2-2-15,-2 1-5 16,0 6-1-16,1 2 1 15,-5 6 12-15,0 3-4 16,-2 0 1-16,1 7 8 16,-1 0-8-16,1 0-6 15,-5 0 2-15,1 0-4 0,-4 4 3 16,-1 6 4 0,-3 0-16-16,-2 6 20 0,2 1-12 15,-4 0 12-15,3 5-9 16,-3-4 3-16,0 2 0 15,0 0 0-15,0 0-1 16,-20 2 1-16,-7 3 0 16,0-1 19-16,-2 2-18 15,-2-7 20-15,-2 3-19 16,2-5 11-16,6-7-4 16,0-4-8-16,4-5-1 15,-6-1-10-15,2 0 8 16,-4 0-32-16,2 5 23 0,10 3-40 15,1-2-3-15,7 6-90 16,7 0-178 0</inkml:trace>
  <inkml:trace contextRef="#ctx0" brushRef="#br0" timeOffset="114623.5">22169 16160 643 0,'0'0'83'0,"0"0"27"15,0 0-50-15,0 0-21 16,0 0-14-16,0 0 11 16,0 0 10-16,0 0-9 15,0 0 34-15,-2-10-37 16,2 10 10-16,0 0-38 16,0 0 21-16,0 0-26 0,0 0 17 15,0 0-10-15,0 14 4 16,0 8 15-16,0 10-24 15,0 2 13-15,2 4-10 16,2 2-12-16,-2 4-4 16,-2 5-10-16,0-5-36 15,0-7-3-15,5-6-73 16,1-17-106-16,2-9-257 16</inkml:trace>
  <inkml:trace contextRef="#ctx0" brushRef="#br0" timeOffset="114953.19">22088 16356 438 0,'0'0'788'0,"0"0"-759"0,0 0 54 16,0 0-45-16,0 0-38 0,0 0-5 15,116-22-34-15,-97 12-27 16,0 3 8-16,4-12 17 15,1 1-49-15,5-4-33 0,3 4-162 16,-9 8-140 0</inkml:trace>
  <inkml:trace contextRef="#ctx0" brushRef="#br0" timeOffset="115653.41">22608 16030 837 0,'0'0'100'0,"0"0"36"0,0 0-13 0,0 0-89 16,0 0-30-16,0 0 2 16,2 4-3-16,14-8 2 0,-1 0 3 15,3 4-9-15,-5 0 3 16,-1 0-2-16,-3 0 0 15,-1 4 2-15,-1 9-6 16,0 0 10-16,-3 5-12 16,1-8-3-16,1 2 4 15,1-2-6-15,-1-2 10 16,4-2 0-16,1 3 0 16,2-7-3-1,-2-2 8-15,7 11-9 0,-7-7 13 16,2 2-16-16,-5 6 17 0,-8 5-17 15,0 2 8 1,0 7-6-16,-21 0 5 0,-8 6 2 16,-8 5 8-1,-6-2-4-15,5-4-5 0,9-3 0 16,14-16-23 0,13-2-173-16,2-10-384 0</inkml:trace>
  <inkml:trace contextRef="#ctx0" brushRef="#br0" timeOffset="116403.23">24854 16321 792 0,'0'0'337'0,"0"0"-276"15,0 120-23-15,0-72-36 16,-5-2-2-16,1-6-23 0,0 0 5 16,4-9 14-1,0-4 8-15,0-1 27 0,0-3-27 16,8-5-4 0,3-4-21-16,-1-5-69 0,-6 0-157 15,2-9-373-15</inkml:trace>
  <inkml:trace contextRef="#ctx0" brushRef="#br0" timeOffset="116683.33">24646 16606 209 0,'0'0'954'0,"0"0"-894"15,0 0 57-15,0 0-60 16,127 9-37-16,-88-9-20 16,-4-4-43-16,1-9 4 15,-3-2-8-15,-4-3 1 16,-4 7-47-16,-6-4-90 15,-1 3-206-15</inkml:trace>
  <inkml:trace contextRef="#ctx0" brushRef="#br0" timeOffset="117283.33">25257 16226 885 0,'0'0'193'0,"0"0"-46"0,0 0-105 16,0 0-28-16,0 0-4 15,0 0-8-15,31 0-2 16,-17 0 0-16,-8 18 1 16,-1 9 22-16,-5 4 23 15,0 1-12-15,0-1 11 16,0-3-44-16,0-3 11 16,6-6-12-16,10-11-10 0,4-4-19 15,7-4-8-15,-1 0 22 16,-1 0 13-16,4 0-12 15,-7 0 3-15,-6 0 0 16,-8 0 4-16,-3 13 3 16,-5 10 0-16,0 4 4 15,0 9 1-15,-7-5 1 16,-10 5 0-16,-1 0 5 0,-1-1-14 16,2-8 2-1,3 0-41-15,-3-13-69 0,1-5-118 16,-1-4-557-16</inkml:trace>
  <inkml:trace contextRef="#ctx0" brushRef="#br0" timeOffset="118353.52">21070 16936 573 0,'0'0'177'0,"0"0"-177"0,0 0 52 15,0 0-20-15,0 0-27 16,0 0 28-16,-35 4 44 16,35-4 44-16,0 0-23 0,0 2-12 15,0 6-47 1,13 0 8-16,21 10-23 0,8 6 6 16,16 2-20-1,4 4-2-15,7-2-8 16,4 3 6-16,6-8-16 0,-4 4-8 0,1-1 6 15,-5-8-24 1,-8 0 12-16,-7-8-37 16,-19-6-82-16,-12-4-100 15,-11 0-442-15</inkml:trace>
  <inkml:trace contextRef="#ctx0" brushRef="#br0" timeOffset="119103.37">21988 16298 649 0,'0'0'126'0,"0"0"5"0,0 0-23 0,0 0-92 0,0 0-10 15,0 0 20 1,23-14 76-16,10 14-28 0,16 0 3 16,13 0-5-1,21 14-27-15,12 9 5 0,11-6-34 16,9 6 0-16,1-5-5 15,-9-4-22-15,-7-2 2 16,-15-2-8-16,-20 2-24 16,-15-2-15-16,-13-6-15 15,-24 2-162-15,-13-4-443 0</inkml:trace>
  <inkml:trace contextRef="#ctx0" brushRef="#br0" timeOffset="126414.66">27951 16236 733 0,'0'0'84'0,"0"0"43"0,0 0-69 0,0 0-53 15,0 0 38 1,123-36-13-16,-106 30 56 0,1-2-30 16,4 3 3-1,5-3-39-15,-3-1 6 0,3-3-19 16,-4 2-7 0,-4-1-6-16,-1 4-26 0,-9 3-4 15,-5-2-40-15,-4 4-39 0,0 0-257 16</inkml:trace>
  <inkml:trace contextRef="#ctx0" brushRef="#br0" timeOffset="126743.33">28051 16016 576 0,'0'0'502'0,"0"0"-386"15,0 0-20-15,0 0-57 16,0 0-2-16,0 0-29 16,11-8-8-16,-7 4-5 0,0-1-11 15,-4 4-34 1,0 1-47-16,0 0-225 0</inkml:trace>
  <inkml:trace contextRef="#ctx0" brushRef="#br0" timeOffset="127093.16">28129 16333 721 0,'0'0'112'16,"0"0"-15"-16,0 0-17 15,0 0-16-15,0 0 20 16,0 0-3-16,-5 5-27 0,10-9-33 15,-3-1-5 1,3 0-14-16,-5 2-2 0,0-1-17 16,2-1-74-1,0 4-253-15</inkml:trace>
  <inkml:trace contextRef="#ctx0" brushRef="#br0" timeOffset="127743.2">28483 15993 568 0,'0'0'328'0,"0"0"-302"16,0 0 58-16,0 0-49 0,0 0-14 15,0 0-5 1,119-3 23-16,-102-1 42 0,1 4-56 16,1 0-10-1,0 0-13-15,-5 0 18 0,1 0-15 16,-7 0 2-16,-3 4-7 15,-5 10 4-15,0 8-4 16,-11 4-3-16,-12 2 0 0,0 2-1 16,-9 2-1-1,6-1 10-15,-1-8 4 16,6 7-4-16,8-12 18 16,2 0-22-16,11-9 9 0,-3 0-4 15,3-9-6-15,0 0 0 16,0 0 11-16,5 0 2 15,15 0-11 1,3 0 8-16,-1 0-10 0,0-4-2 16,0-5-21-16,-3-6-39 15,-2 3-109 1,1 2-613-16</inkml:trace>
  <inkml:trace contextRef="#ctx0" brushRef="#br0" timeOffset="128493.67">30079 16066 977 0,'0'0'135'0,"0"0"7"0,0 0-73 16,0 0-42-16,113-40-26 15,-82 22 3-15,2 3 8 16,2-2-24-16,-2-1 9 16,-2 6 0-16,-7-3-7 0,-4 3 10 15,-4 6-30-15,-3 2-50 16,-6 0-105-16,-7-2-262 16</inkml:trace>
  <inkml:trace contextRef="#ctx0" brushRef="#br0" timeOffset="128858.73">30141 15887 854 0,'0'0'250'0,"0"0"-143"15,0 0-32-15,0 0-23 16,0 0-29-16,0 0 5 15,-9 26-28-15,9-26 6 0,0 0 1 16,0 0-14-16,0 0 4 16,0 0-6-16,0 5-51 15,0 0-75-15,0 3-192 16</inkml:trace>
  <inkml:trace contextRef="#ctx0" brushRef="#br0" timeOffset="129175.31">30259 16131 663 0,'0'0'281'16,"0"0"-137"-16,0 0-1 16,0 0-87-16,0 0 10 15,0 0-17-15,7 11 19 0,-3-11-39 16,-2 0 0 0,3 0-23-16,-5 0 1 15,4 0-7-15,0 0-23 0,2 0-29 16,2-5-46-1,-1-3-40-15,-3-1-475 0</inkml:trace>
  <inkml:trace contextRef="#ctx0" brushRef="#br0" timeOffset="129773.48">30684 15804 619 0,'0'0'208'0,"0"0"-53"0,0 0-45 0,0 0-34 15,0 0-7-15,0 0-47 16,74 0 9-16,-63 0-31 16,0 2 3-16,-4 3-3 15,-2-1-12-15,-5 2 12 16,0 6-2-16,0 7 2 16,-12 2 0-16,-10 4 9 15,-2 0-3-15,-3 1-9 0,4-2 3 16,4-4-5-1,9-1 2-15,1-9 3 0,9-6-5 16,0 0 12 0,0 0-10-16,0-4 11 0,9 0 10 15,9 0-18 1,3 0-32-16,2 0 27 0,4 0-60 16,2-16-59-16,-4 6-198 15,-7-5-194-15</inkml:trace>
  <inkml:trace contextRef="#ctx0" brushRef="#br0" timeOffset="-171113.39">12136 16212 529 0,'0'0'46'0,"0"0"-16"16,0 0 91-16,0 0-48 0,0 0-48 16,0 0-12-1,0 0-2-15,0 0 8 0,-13-16 31 16,11 14 24-16,2-2 7 0,0 0-45 15,0-1-18 1,0 1-13-16,0 0 0 0,0-1 11 16,-4 5 15-1,2-4 6-15,0 0-6 0,-4 4 12 16,4 0-35 0,-11 0 19-16,1 0-27 15,-10 8 0-15,-5 16 0 0,-2 10-4 0,0 11 4 16,0 5-2-1,7 8-2 1,5 4 7-16,9 3-10 0,8-6 4 16,0-9 0-16,29-14-7 15,18-10-8-15,11-11 5 16,9-11 3-16,6-4 7 16,-4-9 6-16,-7-15-6 15,-12-6 6-15,-17-2-6 16,-21-4-9-16,-12 6-5 15,0 1-39-15,-29 4-33 16,-18 12-74-16,-11 13 21 16,-3 0 140-16,3 31 2 15,6 9 37-15,11 14 9 0,12-1 19 16,14-7-37 0,10-12-28-16,5-11-101 0,29-14-203 15</inkml:trace>
  <inkml:trace contextRef="#ctx0" brushRef="#br0" timeOffset="-170680.1">12691 16092 646 0,'0'0'112'0,"0"0"-13"0,0 0 51 16,0 148-88-16,0-95-37 15,0 1-18-15,0-4-7 16,0-2 0-16,0-8 0 0,0 0-1 16,8-4-1-16,0 1-3 0,0-12 5 15,1-2-5 1,-5-10-57-16,-2-3-49 0,-2-10-68 15,0 0-95 1</inkml:trace>
  <inkml:trace contextRef="#ctx0" brushRef="#br0" timeOffset="-170463.23">12481 16509 1168 0,'0'0'33'15,"0"0"-12"-15,0 0-1 16,0 0 48-16,0 0-34 16,147-64 1-16,-97 42-21 15,0 0-1-15,-5 0-13 16,-3 4-10-16,-4 4-4 16,-7 0-49-16,-2 2 56 15,-2-7-88-15,-2 1-114 16,4-8-210-16</inkml:trace>
  <inkml:trace contextRef="#ctx0" brushRef="#br0" timeOffset="-170097.4">13335 16018 614 0,'0'0'148'0,"0"0"-44"15,0 0 14-15,0 0-40 0,0 0-20 16,-67 124-23-16,44-85-21 15,1 6-8-15,-5 0 1 16,1 1-1-16,1-7-9 16,3 2 6-16,7-9 7 15,3-6 1-15,5-8-11 16,3-10-4-16,4-8-67 16,-2 0-22-16,-5-4-67 0,-4-26-94 15,-2-6-307-15</inkml:trace>
  <inkml:trace contextRef="#ctx0" brushRef="#br0" timeOffset="-169883.28">13021 16146 592 0,'0'0'104'15,"0"0"53"1,0 0-16-16,0 0-61 0,0 0-9 16,0 0 16-1,58 66-39-15,-16-26-15 0,2-4 16 16,9-3-46-16,-3-6-6 0,-2 4-1 15,-5-13-5 1,-3 8-28-16,-11-4 13 0,-4-5-10 16,-8 2-24-1,1-9-40-15,0-10-146 0,-2 0-274 16</inkml:trace>
  <inkml:trace contextRef="#ctx0" brushRef="#br0" timeOffset="-167583.35">14723 16231 367 0,'0'0'68'0,"0"0"-53"0,0 0 79 15,0 0-49-15,0 0-14 0,0 0 15 16,-16 0 30-16,16 0-18 15,-3 0 10-15,1 0-18 16,-2 0 7-16,-1 0-8 16,-3 0-35-16,-4 0-11 15,8 0-1-15,-1 0-4 16,3 0 4-16,2 0 6 0,0 0 5 16,0 0 5-1,0 0 6-15,0 0-10 0,0 0 2 16,-2 0-12-16,2 0 6 15,0 0-6-15,0 0 3 16,0 0-5-16,0 0 8 16,0 0 27-16,18 0-32 15,18 0 25-15,14-1-27 0,11-6 11 16,3-8-14 0,0-7-19-16,-10 0-52 0,-6-5-28 15,-15 2-117-15,-16 0-162 16</inkml:trace>
  <inkml:trace contextRef="#ctx0" brushRef="#br0" timeOffset="-167352.27">14658 16037 940 0,'0'0'138'0,"0"0"-136"0,0 0 115 0,0 0-106 0,0 0-11 16,116 6-3 0,-101-13-86-16,-1-7 3 0,-5 0-87 15,-3-1-146-15</inkml:trace>
  <inkml:trace contextRef="#ctx0" brushRef="#br0" timeOffset="-166749.81">15539 15538 777 0,'0'0'57'16,"0"0"-55"-16,0 0 51 0,-117 77-22 16,82-33-4-16,8 6 6 15,2 7-8-15,9-2 29 16,12-1-25-1,4-2 15-15,0-6-31 0,29-3 33 16,9-7-35-16,7-4-1 16,8-10-10-16,6-8-8 15,-2-5 2-15,-2-9 12 16,1 0-20-16,-12-15 12 16,-9-7 2-16,-16-4-6 15,-17-6-6-15,-2 2-4 16,-13 7-10-16,-26 10-20 15,-9 8-8-15,-3 5 1 16,-4 14 53-16,1 22-3 0,5 7 6 16,7 7-8-16,8-6 0 15,14-8-10-15,20-4-103 16,0-20-304-16</inkml:trace>
  <inkml:trace contextRef="#ctx0" brushRef="#br0" timeOffset="-166315.9">16102 15618 783 0,'0'0'211'0,"4"103"-182"0,5-45 37 0,5-4-42 16,-3-8-17-16,1 2-4 16,0-12-6-16,1 0 0 15,-3-5-23-15,-2-13 9 16,-3-8-100-16,-3-2-3 15,-2-8-89-15,0 0-119 16</inkml:trace>
  <inkml:trace contextRef="#ctx0" brushRef="#br0" timeOffset="-166115.7">15977 15946 1115 0,'0'0'102'0,"0"0"-27"16,167-19-17-1,-105 5-57-15,-4 3-1 0,-2-4-23 16,-12-3-74 0,-3 1-178-16,-12-2-4 0</inkml:trace>
  <inkml:trace contextRef="#ctx0" brushRef="#br0" timeOffset="-165433.55">16799 15302 871 0,'0'0'56'0,"0"0"-33"0,0 0-9 0,0 0 34 16,0 0-25-16,0 0-19 16,118-4 3-16,-100 14-3 15,-1 15 14-15,-7 6-8 16,-4 5-8-16,-6 4 2 16,0 0-3-16,0-4 6 15,0-4-12-15,0-6 11 0,0-7-12 16,13-10 3-1,12-5-28-15,8 1 28 0,6-1-21 16,-3-4 21 0,1 3-28-16,-6 2-35 15,-8 5-55-15,-10 2 22 0,-11 5 18 16,-2 8 81-16,-6 9 87 16,-23 4-5-1,-9 9-6-15,-5 6-18 0,-10 1 12 16,2-9-67-16,7-13-6 15,12-18-70-15,14-10-91 16</inkml:trace>
  <inkml:trace contextRef="#ctx0" brushRef="#br0" timeOffset="-164901.56">16686 16254 800 0,'0'0'50'0,"0"0"64"0,0 0-27 16,0 0-32-16,0 0 56 16,0 0-45-16,122 22-3 15,-53-27-32-15,12-22-10 0,3 6-21 16,5-12-7-16,2 3-8 15,1 1 0-15,-3 8-31 16,-9 3-29-16,-4 2-48 16,-12 6-91-16,-8 0-127 15</inkml:trace>
  <inkml:trace contextRef="#ctx0" brushRef="#br0" timeOffset="-164333.21">17322 16374 932 0,'0'0'25'0,"0"0"-25"0,0 0 3 16,0 0 4-16,0 0-5 16,0 0-4-16,110-13-1 15,-88 13 3-15,-6 13 4 16,-5 10 6-16,-4 7-10 16,-7 5-4-16,0 7 4 0,0 2 12 15,-5-5 33 1,1-3 2-16,-1-4 10 0,5-10-39 15,0-7 21 1,0-3-24-16,25-11-3 0,6-1 3 16,10 0-1-1,-4 0 0-15,5 0-14 0,-2 0-12 16,5-1 11 0,-3 1-6-16,-1 0-63 0,-6 0 49 15,-6 0-106-15,-3 0-95 0,-10 0-188 16</inkml:trace>
  <inkml:trace contextRef="#ctx0" brushRef="#br0" timeOffset="-161143.26">15346 16499 722 0,'0'0'31'0,"0"0"24"0,0 0 3 15,0 0-10 1,0 0-9-16,0 0 46 16,12-22-5-16,1 13 15 0,3 3-29 0,8-1-22 15,5-7-8 1,4 0-25-1,6 2 9-15,-4-6-15 0,5 0-10 16,-2 0-3-16,-2 4-5 16,0 1-17-16,-3 9 1 15,-6 4-56-15,-6 0-95 16,-13 0-302-16</inkml:trace>
  <inkml:trace contextRef="#ctx0" brushRef="#br0" timeOffset="-160408.34">15821 16929 118 0,'0'0'63'0,"0"0"36"0,0 0 31 16,0 0-75-16,0 0-2 0,0 0-13 16,15 13 9-16,-15-9 12 15,0 0 2-15,0 0-25 16,0-4 34-16,0 0-28 15,0 0 14-15,0 0 5 0,0 0 14 16,0 0-7 0,0-18-33-16,0-12-18 0,0-10-17 15,-4-10 14 1,-5 6-6-16,-2-1-7 16,2 5 7-16,-2 8-11 0,-1 2 1 0,2 10-19 31,1 8 19-31,3 12-14 15,-4 0 12-15,1 8-22 16,1 18 21-16,-2 10-48 16,6 5 35-16,0 1-88 0,-5 2-208 15</inkml:trace>
  <inkml:trace contextRef="#ctx0" brushRef="#br0" timeOffset="-158773.4">14818 18304 505 0,'0'0'115'0,"0"0"-43"0,0 0 111 15,0 0-53-15,0 0-63 16,0 0 43-16,43 14-67 16,-12-10 3-16,3-4-19 15,-1 0-22-15,0-4 4 16,-1-16-18-16,-10-2-1 0,-5 0-13 15,-6 4-14-15,-3 2 11 16,-4 5-13-16,-2 6-23 16,-2-4-24-16,0 1-89 15,-6-2-211-15</inkml:trace>
  <inkml:trace contextRef="#ctx0" brushRef="#br0" timeOffset="-158573.45">14854 18063 1050 0,'0'0'37'0,"0"0"-33"0,0 0 108 16,0 0-109 0,0 0 3-16,122-40-6 0,-97 22-8 15,-5 0-51-15,0-7-46 16,0 4-96-16,-2-6-154 15</inkml:trace>
  <inkml:trace contextRef="#ctx0" brushRef="#br0" timeOffset="-157813.01">15928 17985 609 0,'0'0'111'0,"0"0"-78"0,0 0 88 0,0 0-61 16,0 0-14 0,0 0 4-16,0-12-6 15,22 4 20-15,10-2-8 0,7 2-16 16,15-2-25-16,11 6 11 15,13 0-21-15,13 2 7 16,12-2 0-16,5-5 6 16,13 0-14-16,3-4-2 15,4 4-4-15,-5-4 12 0,-4-1-24 16,-3 0 11 0,-8 2-3-16,-6-1-7 15,-9 4-7-15,-12-5-28 0,-6 0-32 16,-12 2-6-1,-14 6-80-15,-13 2-55 16,-19 4-195-16</inkml:trace>
  <inkml:trace contextRef="#ctx0" brushRef="#br0" timeOffset="-157063.09">16993 18242 432 0,'0'0'194'0,"0"0"-170"0,0 0 63 0,0 0 0 0,0 0-60 16,0 0 22-16,15-33 55 16,4 19-17-1,7 2-43-15,-1 2 9 0,-8 10-44 16,2 0-6-16,-6 10-3 16,-7 20-25-1,-6 6-58-15,0 8 6 0,0 6 3 16,-4-1 36-16,-11 1 26 15,-4-2 12-15,13-8 4 16,2-8 25-16,4-6 31 16,0-8-2-16,6-7-21 15,14-11-24-15,9 0-10 16,9-3 13-16,2-23-16 16,5 5-5-16,-3-6-8 0,0 10 9 15,3 2 2 1,-7 1-2-16,-5 1-1 0,-2 11-63 15,-13-1-112-15,-11 3-270 16</inkml:trace>
  <inkml:trace contextRef="#ctx0" brushRef="#br0" timeOffset="-154977.88">16048 17668 598 0,'0'0'14'16,"0"0"45"-16,0 0 39 0,0 0 13 15,0 0-1-15,0 0-22 0,0 0-38 16,-13-48 38 0,11 15-13-16,-3 4-37 15,-2-3-8-15,3 1-29 0,2-1-2 16,-2 6-13-1,4 12 4-15,-3 6 8 0,1 8-4 16,0 0 5-16,0 0-10 16,2 0 1-1,-2 16 3-15,-4 12 3 0,4 8-20 16,-2 0-34 0,-2-1-104-16,-1-8-184 0,-3-8-153 15</inkml:trace>
  <inkml:trace contextRef="#ctx0" brushRef="#br0" timeOffset="-154543.48">16202 17383 655 0,'0'0'56'0,"0"0"-40"15,0 0 29 1,0 0-36-16,0 0 52 16,0 0-2-16,73-32-22 15,-44 20-27-15,-9 6-5 0,3 2-5 16,-10 4-16-16,-1 0-25 15,-6 22-19 1,-4 6-8-16,-2 2 14 16,0 6 30-16,0 0-20 15,-6 0 19-15,-6 5 24 16,6-12 1-16,6-6 39 0,0-9-14 16,0-8 34-16,8-2-50 15,8-4-7-15,2 0 3 16,0 0-10-16,0-4 2 15,4-10-9-15,2-9-67 16,1 6 16-16,4-1-31 16,-6 3-175-16</inkml:trace>
  <inkml:trace contextRef="#ctx0" brushRef="#br0" timeOffset="-153063.44">16830 17267 760 0,'0'0'110'0,"0"0"-75"0,0 0 6 0,0 0-16 16,0 0-21-16,0 0 32 16,14 58-17-1,-6-28-11-15,2-2-4 16,-1-2-3-16,-3 2 2 0,1-2-3 16,-1-3 0-1,-1 3-2-15,-2-8 2 0,-3 0-28 16,2-4-24-16,-2-6-105 15,0-8-60-15,0 0-272 16</inkml:trace>
  <inkml:trace contextRef="#ctx0" brushRef="#br0" timeOffset="-152863.33">16784 17387 883 0,'0'0'194'16,"0"0"-192"-16,0 0 39 15,0 0-41-15,118-36-11 16,-96 33-48-16,-2-6-150 16,-2-1-285-16</inkml:trace>
  <inkml:trace contextRef="#ctx0" brushRef="#br0" timeOffset="-152311.04">17243 17254 602 0,'0'0'226'16,"0"0"-223"-1,0 0 6 1,0 0-9-16,0 0-22 0,0 0 22 16,44 0-4-16,-20 0 7 0,-1 0-3 15,-4 0 18 1,-2 8 73-16,-9 7-3 16,-4 7-36-16,0 0-19 0,0 0-30 15,-2-4-5 1,0-4 2-16,7-6-27 15,7-4-78-15,-1-4 20 16,3 0 61-16,-5 0 10 16,5 0-29-16,0 0 38 15,-4 0 1-15,-6 5-5 16,3 16-13-16,-9 3 9 16,-2 6 13-16,0 7 9 0,-13-2 6 15,-7-2 56-15,5-12-26 16,-3 2-2-16,7-15-43 15,2-3-14-15,2-5-173 16</inkml:trace>
  <inkml:trace contextRef="#ctx0" brushRef="#br0" timeOffset="-151633.39">18248 17834 335 0,'0'0'865'0,"0"0"-850"16,0 0 37-16,0 0-14 15,113-4-25-15,-80-9-8 0,0-2-5 16,-3 1 0 0,-4-1-3-16,-5 4-21 0,-6-1-4 15,-8-2-57-15,0 1-69 16,-7 0-189 0</inkml:trace>
  <inkml:trace contextRef="#ctx0" brushRef="#br0" timeOffset="-151433.18">18338 17612 1304 0,'0'0'22'16,"0"0"-20"-16,0 0 5 15,0 0-7-15,0 0-5 0,0 0-34 16,92-6-84-16,-72-13-59 15,-4 4-132-15,1-3-172 16</inkml:trace>
  <inkml:trace contextRef="#ctx0" brushRef="#br0" timeOffset="-150663.37">18996 17379 104 0,'0'0'556'0,"0"0"-474"0,0 0 18 16,0 0-5-16,0 0 6 0,0 0-40 15,-12 0 23-15,10-28-78 0,2-12 27 16,0-9-6-1,0-4 8-15,0-1-28 0,0 5 22 16,0 5-14 0,0 8 0-16,0 10-15 0,0 6 9 15,0 8-13 1,0 8 4-16,0 4-2 0,-2 0-25 16,-4 0 4-1,-1 16 4-15,-1 12 16 0,-4 4-14 16,1 7-8-16,2-3 12 0,6 0-68 15,1-4-48 1,2-3-176 0,-2-6-250-16</inkml:trace>
  <inkml:trace contextRef="#ctx0" brushRef="#br0" timeOffset="-149981.5">19161 17004 179 0,'0'0'319'0,"0"0"-188"0,0 0-39 0,0 0-39 15,0 0 15-15,0 0-51 16,4-10 10-16,-4 10-3 16,4-4 17-16,-4 4 7 15,0 0-1-15,0 0-1 16,0 0 5-16,0 0 17 16,0 0-37-16,0 4-14 15,-6 10-10-15,-1 4-11 0,1 0 8 16,2 0-4-16,4-1 0 15,0-4 1 1,0 1 9-16,4-5-8 0,23 0 16 16,8 0-16-16,7-5-4 15,6 1 9 1,0-5-15-16,-3 0 8 16,-3 5-2-16,-11 3 1 0,-6-2-7 15,-10 6 6-15,-5 2-14 16,-8 4 13-16,-2 8 6 15,0 2-8-15,-18 2 5 0,-9 2-3 16,-4-5-1 0,-3-6-1-16,-3-3 1 0,5-7-25 15,1-8 0 1,4-3-63-16,7 0 28 0,11-3-90 16,5-16-140-16,0-4-147 15</inkml:trace>
  <inkml:trace contextRef="#ctx0" brushRef="#br0" timeOffset="-149763.38">19254 17062 1120 0,'0'0'103'0,"0"0"-86"0,0 0 38 16,0 0-13-1,0 0-11-15,0 0-25 16,141-54-6-16,-108 32-15 0,-6 0-41 16,0 4-22-16,-12 3-183 15,-8 8-202-15</inkml:trace>
  <inkml:trace contextRef="#ctx0" brushRef="#br0" timeOffset="-149182.97">18982 17812 640 0,'0'0'204'0,"0"0"-125"0,0 0 22 0,0 0-54 0,0 0 30 16,0 0-10-16,39 17 14 0,5-34-20 16,12-5 1-1,6-6-25-15,11-3-26 0,-6 4-11 16,1 2-24-16,-8-2-18 15,-7 5-22-15,-10 8-44 16,-12 4-175-16</inkml:trace>
  <inkml:trace contextRef="#ctx0" brushRef="#br0" timeOffset="-148683.47">19290 18045 949 0,'0'0'108'0,"0"0"-77"0,0 0-10 16,0 0-6 0,0 0 5-16,0 0-20 15,93-54-6-15,-79 54 4 0,-7 13-17 0,-3 10 13 16,-4 17 12-1,0-1-12 1,0 10 15-16,0 5-9 0,-4-3 2 16,-1-3 62-16,5-13-9 15,0-12-9-15,5-6-32 16,22-17 3-16,10 0 15 16,8 0-26-16,4-13 19 15,-4-5-23-15,1-1 7 16,-6 8-9-16,-1 5-31 15,-6 2 17-15,-8 4-69 0,-8 0-68 16,-11 0-249-16</inkml:trace>
  <inkml:trace contextRef="#ctx0" brushRef="#br0" timeOffset="-145117.9">16227 11512 701 0,'0'0'24'0,"0"0"58"0,0 0 16 16,0 0-19-16,0 0-3 16,0 0-17-16,0 0 22 15,22-16-36-15,9-12 10 16,11-12-19-16,8-9 2 15,2-2-21-15,0 1-5 16,-8 3-12-16,-7 15-12 0,-11 5-20 16,-10 12-36-1,-10 7 5-15,-6 8-120 0,0 0-141 16,-6 0-397 0</inkml:trace>
  <inkml:trace contextRef="#ctx0" brushRef="#br0" timeOffset="-144673.49">16075 11378 727 0,'0'0'293'0,"0"0"-241"0,0 0 65 0,0 0-31 16,0 0-57-16,0 0 13 0,125-141-23 16,-78 91-9-1,-3 0-10-15,-6 4-17 0,-5 3-4 16,-2 7-48-16,-4 8-41 0,7 1-144 31,-3 1-141-31</inkml:trace>
  <inkml:trace contextRef="#ctx0" brushRef="#br0" timeOffset="-144083.27">16623 9657 850 0,'0'0'173'0,"0"0"-161"0,0 0 9 0,0 0 72 15,44 118-63-15,-12-68 20 16,8 1-44-16,0-1 28 16,-2-4-21-1,-5-4-5-15,-4-5-8 0,-4 5-2 16,-10-9-8-16,-5-3-43 16,-8-4-7-16,-2-5-81 15,0-13-147-15,-2-8-448 0</inkml:trace>
  <inkml:trace contextRef="#ctx0" brushRef="#br0" timeOffset="-143783.24">16574 9679 607 0,'0'0'160'16,"0"0"14"-16,0 0-31 15,0 0-41-15,81 127-95 0,-69-100-7 16,0-3-4-16,-10 2-49 15,-2-2 6-15,0 1-34 16,0-7-65 0,-2-5-143-16</inkml:trace>
  <inkml:trace contextRef="#ctx0" brushRef="#br0" timeOffset="-143290.04">17047 9454 510 0,'0'0'54'0,"0"0"-42"16,0 0 16-16,0 0-27 15,-118 61 0-15,104-39 47 16,7 4 45-16,7-1 20 0,0 0-56 16,2-6 1-1,21-4-19-15,4-5 15 16,0-2-21-16,6-4 0 0,0-2-5 15,3 1-20-15,-1-3 29 16,1 7-36-16,-3 1 25 16,-2 6-24-16,3 4-1 15,-14 6 0-15,-9 2-1 16,-9 4 0-16,-2 5 2 16,-17 5 4-16,-17 0-2 15,-1-2-1-15,0-6 3 0,5-11-12 16,4-6-15-1,5-15-59-15,8 0 4 0,-3-15-97 16,3-16-89 0,-1-7-39-16</inkml:trace>
  <inkml:trace contextRef="#ctx0" brushRef="#br0" timeOffset="-143119.53">17013 9551 1094 0,'0'0'106'0,"0"0"-84"16,0 0 40-1,114-64-62-15,-79 38-22 0,-4-3-54 16,-10 1-152 0,-15 6-179-16</inkml:trace>
  <inkml:trace contextRef="#ctx0" brushRef="#br0" timeOffset="-142723.17">17567 9378 683 0,'0'0'166'0,"0"0"-150"0,0 0-4 16,0 0 29-16,43 116-40 15,-43-51 18 1,-11 8-11-16,-13 7 39 0,-5-7 14 16,6-2-14-16,3-8-28 15,0-4-15-15,7-9-8 16,2-6 4-16,0-10-2 16,1-14-66-16,2-9-137 15,-1-11-93-15</inkml:trace>
  <inkml:trace contextRef="#ctx0" brushRef="#br0" timeOffset="-142318.93">17599 9882 794 0,'0'0'25'0,"0"0"17"16,0 0 51-16,0 0-22 0,124-53-57 16,-103 49-14-1,-3 4-6-15,-12 0-32 0,-6 21-9 16,0 13 47-16,-16 10 33 15,-5 10-1-15,-6 2 22 16,6 0 2-16,9-6-35 16,5-9 17-16,7-15-38 15,0-7 8-15,17-7-5 16,12-10 37-16,9-2-38 16,7 0 8-16,6-14-4 0,2-5-6 15,-7 2-1-15,-7-1-60 16,-5 2-60-16,-12 3-155 15,-11 7-493-15</inkml:trace>
  <inkml:trace contextRef="#ctx0" brushRef="#br0" timeOffset="-141723.16">18107 9408 927 0,'0'0'138'0,"0"0"-118"0,0 0 108 0,0 0-108 15,0 0-14 1,114-121-6-16,-103 104-10 16,-9-2-67-16,-2 4-37 15,0 1-87-15,0-1-246 0</inkml:trace>
  <inkml:trace contextRef="#ctx0" brushRef="#br0" timeOffset="-141521.47">17960 9204 696 0,'0'0'467'0,"0"0"-451"16,0 0 69-1,0 0-42-15,0 0-9 0,0 0-28 16,125-122-12-16,-103 90-49 16,-4 0-57-16,-5 3-216 15,-6 8-159-15</inkml:trace>
  <inkml:trace contextRef="#ctx0" brushRef="#br0" timeOffset="-141003.27">18341 8444 816 0,'0'0'73'0,"0"0"-40"0,0 0 71 0,0 0-61 16,0 0-42-1,118-93-2-15,-107 88 0 0,-4 2-5 16,4 3 6-16,-2 0-5 16,4 17-3-16,0 17 16 15,8 12 12-15,3 7-18 16,5 4 3-16,7-1-5 15,1-2-5-15,1-3 5 0,-4 1-12 16,-10-4 5 0,-1-4-55-16,-7-6 57 0,-8-10-50 15,-3-10-70 1,-3-12-24-16,-2-6-106 0</inkml:trace>
  <inkml:trace contextRef="#ctx0" brushRef="#br0" timeOffset="-140788.93">18519 8805 876 0,'0'0'53'0,"0"0"106"16,0 0-27-16,151-17-127 15,-115-2-5 1,-5-1-67-16,-6-7-81 0,-9 4-213 16</inkml:trace>
  <inkml:trace contextRef="#ctx0" brushRef="#br0" timeOffset="-140590.17">18978 8653 993 0,'0'0'69'0,"0"0"4"0,60 108-26 16,-44-70-36 0,-3-2-11-16,-9-2-47 0,-4 0-51 15,0-5-56-15,-12-6-127 0,-7-10-287 16</inkml:trace>
  <inkml:trace contextRef="#ctx0" brushRef="#br0" timeOffset="-139993.15">18980 8205 591 0,'0'0'63'0,"0"0"-31"0,0 0 28 0,0 0-7 15,0 0-33-15,-6 102 10 16,37-84 12-16,4-1 57 16,8-3-8-16,8-2-10 15,5 0-19-15,-3 2-49 16,-1-1 2-16,-4 6-10 16,-8-1-10-16,-9 1 5 15,-8 4 0-15,-11-2-1 16,-8 0 1-16,-4 1 13 0,-2 4-7 15,-27 4 23-15,-12 2-24 16,1-2-5 0,-2-5 0-16,6-5-2 0,8-11-24 15,3-6-17-15,3-3-32 16,3-3-16 0,2-19-59-16,-1-6-57 15,3-1-245-15</inkml:trace>
  <inkml:trace contextRef="#ctx0" brushRef="#br0" timeOffset="-139813.17">19132 8293 1091 0,'0'0'43'15,"0"0"-23"-15,0 0 48 0,0 0-68 0,136-88-9 16,-102 68-80-1,-1-4-17-15,-4-1-186 0</inkml:trace>
  <inkml:trace contextRef="#ctx0" brushRef="#br0" timeOffset="-139193.46">18791 7743 176 0,'0'0'347'0,"0"0"-321"16,-136 7 85-16,87 19-46 16,11 8 24-16,3 6 1 15,6 9 8-15,13 5-87 16,5 6 41-16,9 9-22 15,2 6-10-15,0 10-16 0,0 9-5 16,0 12 5-16,0 3-8 16,0 3-7-16,0-8 2 15,0-6 5-15,0-4 8 16,22-10-3-16,14-11 7 16,14-9 21-16,20-12 14 0,1-10-28 15,4-10-1 1,-5-8-14-16,-5-10 0 0,2-9 3 15,-1-5-10-15,7-3 14 16,1-19-18-16,-3-6 8 16,-6-2-4-16,-7-4-15 15,-2-2-26 1,-5-6 15-16,0-5-21 0,-6-4-10 16,-5-6 4-1,-7-3 55-15,-4-3 6 0,-2-6-2 16,-4-3-25-16,-4-13-78 0,-3-7-3 15,-1-3-118 1</inkml:trace>
  <inkml:trace contextRef="#ctx0" brushRef="#br0" timeOffset="-139101.31">19513 7778 192 0,'-116'-12'0'0</inkml:trace>
  <inkml:trace contextRef="#ctx0" brushRef="#br0" timeOffset="-117262.95">25099 3170 641 0,'0'0'63'16,"0"0"16"-16,0 0-3 15,0 0-52-15,0 0 51 16,0 0 6-16,0 0 5 16,0 0-19-16,-21-20-9 15,21 18-14-15,0-2-17 16,0-2-1-16,19-6-25 16,14-1 19-16,9 0-18 15,5-1 9-15,-1 5-3 0,-7 5-9 16,-1 4 1-1,-9 0-6-15,-7 0-6 16,-4 9-30-16,-14 11 24 0,-4 10-43 16,-11 9 40-16,-31 16-9 15,-12 3-44-15,-4 4 26 16,2 3 30-16,5-3 16 16,9-4 2-16,6-7 0 15,14-4 1-15,9-7 15 16,13-6-9-16,0-11-14 0,11-7 5 15,24-9-9-15,12-3-6 16,0-4 17-16,-2 0-2 16,-5 0-17-16,-7-10 14 15,-6-4-142-15,-7 2-26 16,-11 2-132-16</inkml:trace>
  <inkml:trace contextRef="#ctx0" brushRef="#br0" timeOffset="-117007.12">24920 3501 113 0,'0'0'1000'0,"0"0"-973"0,0 0 104 16,160 8-114-16,-97-16-17 0,1-9-73 15,-8-2-149 1,-6 0-506-16</inkml:trace>
  <inkml:trace contextRef="#ctx0" brushRef="#br0" timeOffset="-116643.38">26013 3596 826 0,'0'0'237'15,"0"0"-147"1,129 0-8-16,-69 0-41 0,-2-5-41 16,-12-1-33-16,-13-8-159 15,-12-2-191-15</inkml:trace>
  <inkml:trace contextRef="#ctx0" brushRef="#br0" timeOffset="-116442.99">26019 3443 1237 0,'0'0'4'0,"0"0"42"16,0 0-13-16,114 2 1 15,-55-8-34-15,5-12-21 16,-5-1-48-16,-8 2-156 0,-11 5-565 15</inkml:trace>
  <inkml:trace contextRef="#ctx0" brushRef="#br0" timeOffset="-115826.31">26961 3579 482 0,'0'0'210'16,"0"0"-81"-16,0 0 44 16,0 0-75-16,0 0-8 15,136 28-45-15,-75-32-8 16,5-24-30-16,1-5 7 15,-7-11-9-15,-13 0-6 16,-18 1 1-16,-24 1-4 16,-5 1-29-16,-29 14-21 15,-21 4-16-15,-12 18 21 16,-5 5 46-16,-4 1 3 16,9 29 16-16,4 4 15 15,8 1 0-15,17 1-14 0,16-6-6 16,17-4-7-16,0-6-1 15,21-4 10 1,25 0-2-16,8-6 35 0,7-3-26 16,4 4 22-16,-8-1-29 15,-7 6 4-15,-11 4-17 16,-10 8-12-16,-8 6 0 16,-6-2-19-16,5 3 26 15,3-3-83-15,4-7-71 16,2-4-239-16,-5-13 14 0</inkml:trace>
  <inkml:trace contextRef="#ctx0" brushRef="#br0" timeOffset="-115243.18">28321 3150 981 0,'0'0'39'0,"0"0"12"0,0 0 66 0,0 0-78 0,0 0-11 16,55 128-27-16,-55-83 12 15,0 3-4-15,0-1-8 16,-9-2 6-16,3-7-14 16,1 3 7-16,1-8-20 15,-1-1-70-15,-4 0 36 16,3-5-41-16,-10-8-225 16,1-5 98-16</inkml:trace>
  <inkml:trace contextRef="#ctx0" brushRef="#br0" timeOffset="-115009.04">28037 3534 1074 0,'0'0'112'16,"0"0"-48"-16,0 0 19 0,0 0-51 15,0 0-16-15,154 31-16 16,-90-31-2-16,11 0-19 16,-2-6-48-1,-5-4-3-15,-7 3-99 0,-8-1-243 16</inkml:trace>
  <inkml:trace contextRef="#ctx0" brushRef="#br0" timeOffset="-114313.42">29165 2817 823 0,'0'0'30'0,"0"0"92"0,0 0-46 0,0 116-14 16,0-61-26-16,2 5 19 0,2 0-29 16,-1 2-5-16,-1-4-13 15,-2-4-1-15,0-8-11 16,0-1 11-16,0-9-10 15,0-8 12-15,-9-6-13 16,9-12 6-16,-2-6-2 16,2-2 0-16,0-2 2 15,0 0-6-15,22-6-9 16,14-9 4-16,8-4-3 0,3 1 8 16,0-1-2-1,0 6 6-15,-3 6-8 0,3 7 8 16,-3 0 5-16,-1 4-5 15,-1 21 3-15,-8-3 2 16,-10 3-10 0,-5 2 22-16,-11-7-20 0,-6 8 3 15,-2-2 0-15,-8 7 0 0,-31-2 26 16,-7 7 1 0,-10-6-19-16,0-4 34 15,0-2-39-15,-1-7-6 16,-5-8-40-16,-6-5-51 0,13-6-96 15,10 0-195-15</inkml:trace>
  <inkml:trace contextRef="#ctx0" brushRef="#br0" timeOffset="-113763.21">30161 3498 843 0,'0'0'140'0,"0"0"-14"0,0 0-40 0,0 0-83 16,-42 128-3-16,42-103-8 15,0-5-34-15,0-3 24 16,10-6 15-16,11-3 3 15,-3-2 4-15,8-2-4 16,-1-1-1-16,1-2-14 16,6-1-44-16,-1 0-301 15,-2-4 328-15,-4-18-253 16</inkml:trace>
  <inkml:trace contextRef="#ctx0" brushRef="#br0" timeOffset="-113443.38">30326 3120 995 0,'0'0'123'0,"0"0"-30"16,0 0-67-16,0 0-26 16,0 0-59-16,0 0 6 15,31-58 53-15,-26 56 38 16,-5 2 27-16,0 0-20 16,0 0 5-16,0 0-33 15,0 6-15-15,0 4-2 16,-5-3-15-16,5-2-101 0,0-5-247 15</inkml:trace>
  <inkml:trace contextRef="#ctx0" brushRef="#br0" timeOffset="-111778.79">29397 4423 131 0,'0'0'152'0,"0"0"-151"0,0 0 133 0,0 0-16 15,0 0-48-15,0 0-19 16,0-7 8-1,0 0 55-15,0 1-22 16,0 2 10-16,0 0-35 16,0 0 9-16,0-1-37 15,0 1 19-15,0-2-40 0,0-1 15 16,-5 1-16-16,5 2-5 16,0 0 5-16,0 0-17 15,0 2 24-15,0-1-18 16,0 2 14-16,0 1-17 15,0 0 3-15,0 0-5 16,0 0-2-16,0 0-5 16,0 8-10-16,0 24 3 15,-5 18 13-15,-3 18 4 0,4 7 5 16,-1 1-7 0,1 0 3-16,4-5-6 0,-3-5 1 15,1-4-4-15,-3-5 2 16,-1-4-25-16,2-7 7 15,-5-3-67-15,-1-12-32 16,4-11-165-16,2-4-16 16</inkml:trace>
  <inkml:trace contextRef="#ctx0" brushRef="#br0" timeOffset="-110863.46">29145 5117 423 0,'0'0'191'0,"0"0"-62"0,0 0 14 0,0 0-45 16,0 0-39-16,0 0-14 16,0-12-17-16,0 12 17 15,0-2-13-15,0 2 29 16,0 0-37-16,0 0 21 16,0 0-35-16,0 4-5 0,-7 17 3 15,1 14-5-15,-1 4 3 16,3 2 1-16,4-2-6 15,0-4 15-15,0 0-22 16,0-5 8-16,0-3-4 16,0-8 1-16,0-9 0 15,2-6-1-15,2-4-10 16,7 0 4-16,7-4 16 0,7-23 18 16,13-4-25-1,1-9 16-15,1 0-15 16,3 7-4-16,-9 1 0 0,-5 6-2 15,-8 6-1-15,-5 7 0 16,-7 6-2-16,-7 7 11 16,-2 0-8-16,0 0-14 15,0 0 6-15,0 0-18 16,-2 4-21 0,-7 2-99-16,-4 1-214 0</inkml:trace>
  <inkml:trace contextRef="#ctx0" brushRef="#br0" timeOffset="-109900.58">28802 6217 689 0,'0'0'12'0,"0"0"2"16,0 0 52-16,0 0 14 16,0 0-61-16,16 115 45 15,5-97-12-15,6-4 32 16,4-4-13-16,5-2-17 15,2-5-29-15,4-3 5 16,3 0-24-16,2-18 18 16,2-13-23-16,-3-8 11 0,-6-5-13 15,-13 1 7 1,-7-6-12-16,-20-1-10 0,0 3-5 16,-18 5-11-1,-8 9 9-15,-10 16 23 0,-8 11 10 16,-12 6 45-16,-6 6-52 15,1 25-6-15,3 12 1 16,10 3-11-16,5 4-40 16,12-4-101-16,9-10-278 15</inkml:trace>
  <inkml:trace contextRef="#ctx0" brushRef="#br0" timeOffset="-99811.64">27347 2802 296 0,'0'0'53'0,"0"0"36"0,0 0 15 16,0 0-47-16,0 0-29 0,0 0 17 15,0 0-18-15,0 0 35 16,-2 5-5-16,-3-5 1 15,5 0-2-15,0 0-14 16,0 0-9-16,-2 0-30 16,0 2 39-16,2-2-36 15,0 0 29-15,0 2-33 16,0-2 3-16,0 0 2 16,0 0-1-16,0 0 42 15,-2 2-8-15,2-2-1 16,-3 2-28-16,1-2 20 15,-1 0-31-15,3 2 13 16,0-2-7-16,0 0 4 16,0 0 13-16,0-4 1 0,23-20-10 15,12-10-4-15,19-6-11 16,13-6 2-16,9-2-2 16,2 1-15-16,-7 1 14 15,1 4-23-15,-16 8-1 16,-12 3 5-16,-13 12-11 15,-11 7-34-15,-7-2-96 16,-4 8-236-16</inkml:trace>
  <inkml:trace contextRef="#ctx0" brushRef="#br0" timeOffset="-99123.22">27737 2320 735 0,'0'0'0'0,"0"0"132"0,0 0 4 0,0 0-50 0,0 0-13 16,0 0-24-16,133-1-32 0,-114-2-11 16,-4-1 1-1,-4 4-2-15,-4 0-10 0,4 0 10 16,-3 0-15-1,-1 12 1-15,-2 8 9 16,-5 10-22-16,0 4 22 16,0 0 15-16,-18 2-4 15,0-1-11-15,0-7 2 16,5-6-10-16,4-7-51 0,9-9-116 16,0-6-211-16</inkml:trace>
  <inkml:trace contextRef="#ctx0" brushRef="#br0" timeOffset="-98423.38">28280 2163 400 0,'0'0'32'0,"0"0"85"0,0 0-42 0,0 0-20 15,0 0-14-15,0 0 56 16,54 63 15-16,-23-63-22 15,11-9-24-15,1-17-16 0,11-6 0 16,-2-6-39 0,0 5 20-16,0-6-27 0,-15 7 7 15,-12 3-7 1,-14-2-2-16,-11 6 20 0,-2 4-17 16,-30 4-4-1,-13 6 26-15,-5 11-27 16,-8 0-8-16,2 24 5 15,2 10-18-15,12 4-34 16,7 0-113-16,6 0-261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22T22:20:15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8965 2119 489 0,'0'0'79'0,"0"0"29"16,0 0-73-16,0 0-20 0,0 0 1 16,0 0-1-1,0 0 16-15,0 0-1 0,0 0 30 16,-8-24 9-16,5 24-23 16,-1 0-9-16,4 0-32 15,-2 0 9-15,-1 0-8 16,-2 0 3-16,-1 0-8 15,-1 0 13-15,-3 0-5 0,2 0 18 16,0 1-2 0,1 6-21-16,1 1 1 15,-2 7 2-15,4-2-14 16,2 3 14-16,2-4-15 16,0-2 16-16,0-2-10 15,0-4 4-15,0-2-2 0,2 1 10 16,18-3 3-16,1 0 13 15,7-11-8-15,1-13 11 16,-2-8-18-16,4-7 10 16,-2-5-20-16,-4-1-1 15,-9-3-1-15,-3 14-11 16,-11 6 10-16,-2 8-5 16,-2 6 3-16,-21 4-12 15,-8 7 0-15,0 3-16 0,-1 7 31 16,1 18-10-1,0 12 11-15,9 1 6 0,4 4-5 16,10-10 10 0,6-9-5-16,2-6-12 0,0-13 2 15,15 0 0-15,14-4 4 16,2 2 24-16,2-2-5 16,5 0-15-16,-5 4 10 15,-2-2-10-15,-4 1-8 16,-4 0 0-16,-3 0-4 0,-5-3-12 15,6 0 1 1,-6 0-24-16,1 0-52 0,-3 0-101 16,-9 0-63-1,6 0-339-15</inkml:trace>
  <inkml:trace contextRef="#ctx0" brushRef="#br0" timeOffset="535.57">9534 1792 44 0,'0'0'580'0,"0"0"-476"0,0 0-15 0,11 115-25 15,-1-81-21 1,2 4-38-16,-5-2 13 0,-1 1-14 15,3-1-4 1,0-3 5-16,-4-5-15 16,-3-4-6-16,4-9-46 15,-6-8-53-15,0 0-29 16,0-7-183-16</inkml:trace>
  <inkml:trace contextRef="#ctx0" brushRef="#br0" timeOffset="749.83">9395 2059 697 0,'0'0'83'15,"0"0"133"-15,0 0-52 16,150 4-98-16,-101-4-33 15,-5-2-33-15,-13-4-8 16,-2 2-35-16,-6-1-83 16,-6 3-79-16,1-3-113 15</inkml:trace>
  <inkml:trace contextRef="#ctx0" brushRef="#br0" timeOffset="1569.89">10028 1488 482 0,'0'0'151'0,"0"0"-35"0,0 0-66 0,11 112-14 16,-4-76 7-16,-3-1-8 15,0 7 27-15,-4-3-15 16,0 1 1-16,0-1-19 16,0-6 30-16,0-2-39 0,0-7 0 15,0-4-20-15,0-8-1 16,0 0 1-16,0-10 0 15,0-2-2-15,0 0-2 16,0 0 1-16,8 0 6 16,0 0 12-16,15-8-13 15,2-3 10-15,1-3-9 16,3 7-6-16,-3 1 0 16,6 4-5-16,-8 2 8 15,1 0-26-15,-10 4 18 16,-1 7 16-16,-5 6-10 0,-9 5 5 15,0 2-2 1,-5 4 15-16,-22 4-5 0,-6-2 0 16,-5 0-11-1,3-7 8-15,1-6-1 0,-2-5-14 16,5-3 4 0,0-3-31-16,-3-5-91 0,3 4-143 15,2-5-246-15</inkml:trace>
  <inkml:trace contextRef="#ctx0" brushRef="#br0" timeOffset="2199.79">8914 1423 426 0,'0'0'185'0,"0"0"-156"0,0 0 69 0,0 0-69 0,0 0 74 15,0 0-97-15,-94 13 47 16,75 21 28-16,-6 12-25 15,0 18 20-15,6 8-38 16,3 9-13 0,1-6-21-16,5 2 0 0,10-5 9 15,0-4-20-15,0-4 8 16,18-8-2-16,13-3-21 16,5-12-73-16,8-9-20 15,5-7-99-15,-1-17-49 16</inkml:trace>
  <inkml:trace contextRef="#ctx0" brushRef="#br0" timeOffset="3002.01">10511 1399 516 0,'0'0'173'0,"0"0"-27"0,0 0-25 0,87 139-61 15,-56-95-20-15,1 1-10 16,-5 5-9-16,-5 1 18 16,-5-1-2-16,-7 9-8 15,-6 3-22-15,-4 2 16 16,0 2-19-16,-16-1-8 0,-1-10-21 15,1-5-36 1,3-14-51-16,9-11-135 0,-2-18-167 16</inkml:trace>
  <inkml:trace contextRef="#ctx0" brushRef="#br0" timeOffset="3499.73">10904 1937 244 0,'0'0'422'0,"0"0"-377"0,0 0 29 0,0 0-71 16,0 0 25-1,0 0-4-15,0 0-14 0,0-5 7 16,0 5 6-16,0 0 57 15,0 0-24-15,0 0-29 16,0 0-27-16,0 0-33 16,0-7-172-16</inkml:trace>
  <inkml:trace contextRef="#ctx0" brushRef="#br0" timeOffset="3949.92">11358 2105 571 0,'0'0'122'0,"0"0"-2"0,0 0 13 0,0 0-84 15,0 0 35-15,0 0-33 0,-100-64-6 16,82 34-9 0,7-8 4-16,6-3-24 15,5-2-11-15,0-9-5 16,16-1-10-16,9 2 1 16,2 0-65-16,0 11-35 15,4 8-96-15,-3 12 90 16,1 7-51-16,4 6-32 15</inkml:trace>
  <inkml:trace contextRef="#ctx0" brushRef="#br0" timeOffset="4582.01">11587 1973 387 0,'0'0'68'0,"0"0"73"0,0 0-58 0,0 0-12 16,0 0-3-1,146 0 39-15,-111-24-14 0,-6-4-37 16,-4-6-17 0,-10-1-27-16,-6-3-12 0,-9 0-16 15,0 8-38 1,0 8-54-16,-18 11 35 0,-9 11 58 16,-2 1 15-16,0 23 4 0,2 4 37 15,8-2 34 1,9-2-59-16,4-2-5 0,6-3-3 15,0-3-6 1,0-2 9-16,12 0 16 0,11-1 11 16,2 0 11-1,2-3 12-15,0 2-48 0,0 4-4 16,-8-2-9 0,8 1-20-16,-4-4 4 0,-7-1-50 15,-1 0-1-15,-7-4-193 0,-5 2-208 16</inkml:trace>
  <inkml:trace contextRef="#ctx0" brushRef="#br0" timeOffset="5000.14">12225 1907 767 0,'0'0'104'0,"0"0"91"0,0 0-91 0,147 10-76 16,-107-10-21-16,0-3-7 15,-5-6-87-15,-6-5-5 16,-8 1-287-16,-5 4 70 0</inkml:trace>
  <inkml:trace contextRef="#ctx0" brushRef="#br0" timeOffset="5666.17">12807 1401 504 0,'0'0'132'0,"0"0"-4"15,0 0 2-15,0 0-35 0,85 132-25 16,-77-91-45-1,1 1 18-15,-7 0-10 16,-2 4-20-16,0-4 10 16,-7-4-11-16,-5 1-11 15,2-10-1-15,3-3 0 16,5-3 6-16,2-10-15 16,0-8 15-16,0-5-12 15,0 0 9-15,11-2-4 0,12-16 2 16,1-7-2-16,5 8 1 15,3-3 0-15,-3 2-1 16,6 7 4-16,-2 4-10 16,-1 4 16-16,-6 3-18 15,-3 0-45-15,-6 0 49 16,-3 0 10-16,-3 10-3 16,-5 6-2-16,-6 5 8 15,0-2-6-15,-13 8 21 16,-18 1 4-16,-6-1-21 15,-4 0-6-15,3-9 5 0,7-7-10 16,6-2-14 0,3-9-12-16,7 0-10 0,6 0-72 15,-1-10-136 1,4-3-342-16</inkml:trace>
  <inkml:trace contextRef="#ctx0" brushRef="#br0" timeOffset="17603.98">13555 1463 206 0,'0'0'94'0,"0"0"35"0,0 0-46 16,0 0-38-16,0 0-32 15,0 0-12 1,0 0 1-16,-7-10 4 0,5 9 18 0,0-2 28 16,0 2 26-1,0 1-21-15,-2-3-2 0,4 3 4 16,0 0-30 0,0 0-3-16,0-1-26 15,0 1 36-15,0 0-23 0,-4-3 15 16,4 1-13-16,-2 2 16 15,0 0 3-15,2 0-8 16,-4-1-13 0,4 1-9-16,0 0-7 0,0-2 12 15,0 2-7-15,0 0-2 16,0 0 16-16,0 0-7 16,0 0 2-16,0-3-11 15,0 3 4-15,0 0-8 16,0 0 6-16,0 0-7 0,12 6 6 15,7 13-11 1,-1 0 19-16,-3 0-13 0,1 9 4 16,-7 0 0-1,-3 2 4-15,-3 8 0 0,-3 2 7 16,0 4-10 0,-3 3 10-16,-9-7-6 0,3-3-10 15,1-5-10-15,2-3-3 0,-3-4 0 31,-5 2-70-31,1-10-67 0,-3-2-179 16</inkml:trace>
  <inkml:trace contextRef="#ctx0" brushRef="#br0" timeOffset="20470.11">14195 2021 347 0,'0'0'169'0,"0"0"-136"0,0 0 35 16,0 0-66-16,0 0 27 0,0 0-10 16,0 0 2-1,2 0 12-15,-2 0 34 16,0 0-18-16,0 0-9 16,0 0 28-16,0 0-31 15,0 0 10-15,0 0-19 0,0 0 24 16,0 0-21-16,0 0 2 15,0 0 3 1,0 0 0-16,0 0-10 0,0 0-17 16,0 0-9-16,20 0 13 15,11-2-13-15,9-4 17 16,0 0-9-16,-5-2-8 16,-6 4-17-16,-6 0-5 15,-5 1-28-15,-7 3-15 16,-2 0-46-16,-5 0-85 0,-4 0-114 15</inkml:trace>
  <inkml:trace contextRef="#ctx0" brushRef="#br0" timeOffset="20800.03">14253 1911 703 0,'0'0'201'0,"0"0"-85"0,0 0 14 16,0 0-61-16,0 0-16 16,139-40-21-16,-93 24-29 0,-11-1-3 15,-2 6-40-15,-6-2-56 16,-9 0-227-16,-9 6-525 16</inkml:trace>
  <inkml:trace contextRef="#ctx0" brushRef="#br0" timeOffset="35390.25">15231 1905 289 0,'0'0'142'0,"0"0"-121"0,0 0 8 16,0 0-12-1,0 0 37-15,0 0-24 0,0 0 10 16,0 0 44-16,0 0-12 16,0 0-29-16,-5 0-39 15,5 0 13-15,-2 0-17 16,-1 0-1-16,-1 0 1 15,2 0 3-15,0 0 18 16,0 0-6-16,-3 0 2 16,1 0-7-16,-1 0-4 15,-2 3-3-15,1 2 30 16,-1-4-13-16,5 4 5 0,-2-3-25 16,-6 2 2-1,4 2-4-15,-3 2 7 0,-3 2-16 16,4 6 13-16,1-2-4 15,3 2 1-15,2-2-7 16,2-2 9-16,0 0-2 16,0-4-1-16,4 2 2 15,11-2-5-15,6 0 11 16,3-2-6-16,5-4 6 16,5-2 17-16,3 0-20 15,3-12 29-15,1-16 4 16,1-6-28-16,0-4-8 15,-6-4-5-15,-7-1-4 0,-5-1 16 16,-8 1-22 0,-9-4 9-16,-7 10-21 0,0 6-11 15,-11 7 37-15,-25 14-3 16,-4 4 4-16,-5 6 0 16,-2 0 0-1,3 16-4-15,6 6-8 0,2 8 7 16,5 4 2-16,11 4 3 15,6-4 24-15,10 1-5 16,4-9-19-16,0-6 10 0,23-6 11 16,8-6-20-1,9-2 10-15,9-2-6 0,-3 4 2 16,-1 2-7 0,-9 6 0-16,-9 8 5 0,-8 0-5 15,-5 0 0-15,-5-2 2 16,-5 2-7-16,8-3-23 15,-1 2 10-15,-1-1-34 16,2-4-45-16,-1-4-7 16,7-7-40-16,2-7-224 15</inkml:trace>
  <inkml:trace contextRef="#ctx0" brushRef="#br0" timeOffset="36155.22">15826 1275 374 0,'0'0'204'0,"0"0"-90"0,0 0-34 0,0 0-19 0,0 0 44 16,0 0-24-16,26 0-29 0,-4 0-23 15,3 0-13 1,-3 0-16-16,-1 2-1 0,-11 4-21 16,-1 2-15-1,-7 6 10-15,-2 6 11 16,0 8 16-16,0 2 7 16,-15 3-5-16,-3-4 8 0,5-3-4 15,4-3-6-15,4-7 4 16,5-6-8-16,0-6 6 15,16-4-2-15,11 0 26 0,2 0 37 16,0 0-52 0,-10 0-11-16,-7 0-49 0,-12 9-91 15,0 12-214 1</inkml:trace>
  <inkml:trace contextRef="#ctx0" brushRef="#br0" timeOffset="37152.01">16204 1932 609 0,'0'0'112'0,"0"0"52"15,0 0 17-15,125 5-105 0,-78-5-20 16,-3 0-30-1,-4-5-5-15,1 4-3 0,-10-3-18 16,0 4 0 0,-4-2-13-16,0 0 11 0,1 0-57 15,-3-2-64 1,-5 0-240-16</inkml:trace>
  <inkml:trace contextRef="#ctx0" brushRef="#br0" timeOffset="38039.83">17122 1458 551 0,'0'0'63'0,"0"0"99"0,0 0-77 15,0 0 2 1,0 0-27-16,0 0 27 16,0-25-34-16,0 31-4 15,0 13-35-15,0 9 14 0,0 6-21 16,0 0-3-16,0 6-8 15,0 2 18-15,-4 6-3 16,-12 1-11 0,5-4 11-16,0 1-8 15,4-12-6-15,5-7 0 0,-3-11 2 16,3-10-2-16,2-5 3 16,0-1-3-16,0 0 6 15,0 0-1-15,7-3 3 0,11-13-10 16,7-4 5-1,4-4-7-15,2 2 0 16,4 0-7-16,-1 5 8 16,-3 6 12-16,-2 7-14 15,-10 4 22-15,2 0-28 16,-1 0 17-16,-1 1-6 0,-2 7 1 16,-5 6-5-1,-2-4 2-15,-8 7-17 0,-2 1 20 16,0 3 2-1,-22 4-6-15,-18-1 14 0,-16 1 12 16,2 6-19-16,-4-5 9 16,16 0-7-16,9-3-1 15,8-9-2-15,12-5-36 16,6-9-52-16,7 0-193 16,0-15-71-16</inkml:trace>
  <inkml:trace contextRef="#ctx0" brushRef="#br0" timeOffset="38670.21">17623 1291 590 0,'0'0'57'0,"0"0"110"0,0 0-74 16,0 0-42-1,116 0-15-15,-93 3-36 0,-10 8-14 16,-5 1-11-16,-4 4-7 16,-4 9 27-16,0 0 5 15,-12 4 58-15,-3 0-30 0,3-4 9 16,3-2-25-1,7-2-12-15,2-7 4 16,0-6-4-16,15-1 3 16,10-2 2-16,8-1 58 15,1-4-61-15,4 2 12 16,-4-2-14-16,-7 2-35 16,-15-2-205-16,-7 0-485 15</inkml:trace>
  <inkml:trace contextRef="#ctx0" brushRef="#br0" timeOffset="93089.97">20193 2083 605 0,'0'0'73'0,"0"0"55"16,0 0-51-16,0 0-1 15,0 0-4-15,0 0-12 0,0 0-8 16,0-10-3-16,0 10-15 0,0 0 0 15,0 0-26 1,0 0 10-16,-4 0-16 0,-2 18-2 16,0 21 7-1,-3 13-2-15,0 4 16 16,0-6-14-16,2-5-6 16,7-2 4-16,0-6-10 0,0-6-4 15,0-6 0-15,0-8-23 16,0-9-27-1,11-8-112-15,7 0-126 16</inkml:trace>
  <inkml:trace contextRef="#ctx0" brushRef="#br0" timeOffset="93519.91">20181 1719 725 0,'0'0'333'0,"0"0"-202"0,0 0-57 0,0 0-70 16,0 0-4-16,0 0-47 16,16-3-29-16,-7-15-199 15,2-4-550-15</inkml:trace>
  <inkml:trace contextRef="#ctx0" brushRef="#br0" timeOffset="94142.39">20551 1445 697 0,'0'0'143'0,"0"0"4"0,0 0-102 15,0 0 10-15,0 0-4 16,0 0-14-16,0 0-36 15,127-46 5-15,-111 46 1 16,-5 6-14-16,-4 15 9 16,-7 2-2-16,0 10 17 15,0 9-11-15,-20 0 2 0,-3-2-4 16,3-8-4 0,5-1 6-16,6-12-6 0,5-7 9 15,4-5 9-15,0-4-2 16,0-3-16-1,8 0 3-15,15 0-2 0,3 0 12 16,-4 0-13-16,-1-6-29 16,-2-2-67-16,-7 4-148 0,-3 4-371 15</inkml:trace>
  <inkml:trace contextRef="#ctx0" brushRef="#br0" timeOffset="94551.06">20863 2392 329 0,'0'0'404'0,"0"0"-232"0,0 0 36 0,141 6-135 16,-94-4 9-16,-7 0-60 0,-7-2-14 16,-6 0-8-1,-3 0-9-15,-11 0-2 0,-6 0-17 16,-7 0-22 0,0 0-63-16,0-4-116 15,-4-8-245-15</inkml:trace>
  <inkml:trace contextRef="#ctx0" brushRef="#br0" timeOffset="94774.06">20962 2239 1062 0,'0'0'18'0,"0"0"119"16,0 0-61-16,0 0-44 15,120 7-24-15,-87-7-8 16,-4-8-62-16,-3-4-116 16,3-2-171-16,-2 1-251 15</inkml:trace>
  <inkml:trace contextRef="#ctx0" brushRef="#br0" timeOffset="95170.3">21779 2298 954 0,'0'0'53'0,"0"0"108"0,122 9-118 0,-86-6-43 16,-5-3-15-16,2 2-133 0,-2 2-118 16,-2-1-53-1</inkml:trace>
  <inkml:trace contextRef="#ctx0" brushRef="#br0" timeOffset="95553.27">22379 2470 696 0,'0'0'54'0,"0"0"109"15,0 0-92-15,6-118-35 16,3 73 6-16,5-5-7 16,-4-4-1-16,3-1-17 15,-5-2 25-15,-2 10-17 16,-6 5 11-16,0 15-17 15,0 17 11-15,0 3-16 16,0 7-8-16,0 0-6 0,-6 0-9 16,4 5 0-1,-4 11 9-15,0 6-8 16,-5 2 8-16,-1 0-18 16,-5 2-41-16,-10 0-93 15,-6 0-177-15</inkml:trace>
  <inkml:trace contextRef="#ctx0" brushRef="#br0" timeOffset="123895.18">21955 9176 76 0,'0'0'86'0,"0"0"-86"0</inkml:trace>
  <inkml:trace contextRef="#ctx0" brushRef="#br0" timeOffset="130259.82">14010 5235 379 0,'0'0'112'0,"0"0"9"0,0 0-8 0,0 0-44 16,0 0-15-16,0 0-7 16,0 0 19-16,29 0-16 15,-29 0 15-15,0 0-8 0,4 0 2 16,-2 0-55 0,5 4 7-16,-3 0-8 0,3 6-1 15,2-3-2-15,2 0 3 16,1 11 5-16,-4 8-5 15,7 11 41-15,-3 7-22 0,-1 8 11 16,1 1-28 0,-2-8 0-16,-1-3-5 0,3-12 0 15,1-9 18 1,2-14-17-16,10-7 19 16,15-11-10-16,11-38 21 15,21-23-28-15,5-15-3 16,4-8-10-16,-6 2-14 0,-8 15-1 15,-13 16-26-15,-14 24 5 16,-9 15-30-16,-20 23-27 16,-11 0-135-1,-16 31-77-15</inkml:trace>
  <inkml:trace contextRef="#ctx0" brushRef="#br0" timeOffset="-135511.05">16890 6492 701 0,'0'0'33'0,"0"0"10"15,0 0 77-15,0 0-45 0,0 0-17 0,0 0-2 31,0 0 19-31,54-6-14 0,-54 33-23 0,0 11 11 16,-29 20-27 0,-27 17-1-16,-22 14-14 0,-11 11-11 15,-4 1 4 1,3-1 0-16,10-11-6 16,5-11-12-16,6-4 2 15,13-14-21-15,12-10 7 16,15-18-35-16,13-17-61 0,13-15-147 15,3 0-87 1</inkml:trace>
  <inkml:trace contextRef="#ctx0" brushRef="#br0" timeOffset="-135266.96">16177 6691 1001 0,'0'0'39'15,"0"0"-22"-15,0 0 66 16,132 102-10-16,-48-43-30 16,19-1-14-16,6 6-7 15,9 2 1-15,-11 0-3 0,-13-1-14 16,-12-3-12-16,-15-3 5 15,-7 4-52-15,-6-7-56 16,-9-6-255-16</inkml:trace>
  <inkml:trace contextRef="#ctx0" brushRef="#br0" timeOffset="-110406.86">1967 12739 411 0,'0'0'66'0,"0"0"-6"0,0 0-26 16,0 0-8-1,0 0-17-15,0 0 26 0,0 0 32 16,0 0-16 0,15-56 26-16,-13 52-32 15,-2 4 13-15,0 0-44 16,3 0-8-16,-3 0-4 0,0 0-2 16,0 0 20-1,3 0-13-15,1 0 11 0,2 0-13 16,1 0 27-16,9 0-27 0,-1 0 34 15,1 0-19 1,6 0-1-16,5 0-11 0,2-4 3 16,11 4-3-1,4-3-6-15,10 2 1 16,4 1 5-16,-5 0-15 16,1 0 22-16,-3 0-27 0,-2 0 12 15,2-5 0-15,1 3 0 16,-2-4 2-1,6-1-12-15,-2 1 21 0,0 6-14 16,-4-2 12 0,-2 0-17-16,0 2 14 15,2 0-6-15,-1 0 0 0,-1 0 0 16,2 0-3 0,-2 0 7-16,0-2-8 0,-2-2 9 15,-1 0 6-15,-1 4-8 16,-1 0 2-16,3 0-5 15,-1 0 0-15,-1 0-1 16,2-3 4-16,-4 0-6 16,-5-3 11-16,3 2-18 15,1-4 24-15,-1-4-13 16,-1 4 4-16,7-4 7 16,-2 3-4-16,5 0-6 15,2 5 6-15,0-2-3 16,3-4-5-16,-6 0 6 15,2-2-12-15,-6 1 16 0,7 4-12 16,-3-1 2-16,-6 2 0 16,7 6 3-16,2-2-1 15,2-1 4-15,1 3 0 16,0 0-1-16,-6 0 7 16,2 0-16-16,-4 0 11 15,-1 5-11-15,-1 1 4 0,1-5 0 16,2 6-1-16,6-3 4 15,12 2-8-15,2 2 14 16,1-1-9-16,2 2 6 16,-5 1-12-16,-7 0 6 15,-3 0 0-15,-6-2-2 16,9 1 2-16,5 2-6 16,1-5 12-16,7 2-17 15,-4-4-2-15,0-4-9 0,-10 0-58 16,-11 0-110-1,-22 0-272-15</inkml:trace>
  <inkml:trace contextRef="#ctx0" brushRef="#br0" timeOffset="-108953.14">1911 13633 445 0,'0'0'223'0,"0"0"-219"0,0 0-2 0,0 0 5 16,0 0 22-1,0 0 5-15,2 0 22 16,0 0-8-16,1 0-7 16,3 0-5-16,6 0-10 0,5 3 17 15,6 5-30 1,14-2 9-16,8-3-6 0,13 6 18 16,7-3-27-1,6-2 16-15,5-3-2 0,-3 2-16 16,6-3-2-16,-6 0 10 15,2 0-22-15,4 0 17 16,-4 0-15-16,6 0 7 0,1 0-2 16,0 0-1-1,-1 0 6-15,-4 0-11 0,-3 4 17 16,-3 3-21 0,-2-3 19-16,1-4-20 0,-1 0 13 15,4 0 0-15,-1-14-1 16,-1-5 1-16,2-2 0 15,1 3 8 1,1 7-12-16,0-1 12 16,-7 3-7-16,1-3 7 0,-2-2-16 15,-7-4 6-15,0 0 2 16,-2 7 0-16,-4-4 3 16,4 13-5-1,-1 0 14-15,1 2-9 0,-2-4-1 16,4-2 11-16,-6-4-10 15,-2-4 4-15,-4-2-7 16,-1-2 1-16,-5 0-3 16,0 0 9-16,1 4-5 15,-1 3 3-15,5 6 14 16,0 3-10-16,2 2 0 16,-3 0-8-16,2 0-1 15,-2 0 0-15,-5-2 6 0,-4 0-12 16,-1-2 17-1,4 0-15-15,1-2 15 0,3-1-20 16,9 0 19-16,5-1-15 16,-3 1 5-16,1 6 0 15,-6-1-4-15,3 2 6 16,-6 0-12-16,2 0 19 16,-3 0-19-16,2 0 17 15,-6 2-14-15,9 3 7 0,-5 0 0 16,4 1-3-16,-6 1-4 15,-5 0 3 1,-13-3-27-16,-6-2 20 16,-2 2-12-16,-7-3 22 0,0 4-10 15,9-1 10-15,-2-1-10 16,-3-3-139 0,-4 0 52-16,-11 0-327 0</inkml:trace>
  <inkml:trace contextRef="#ctx0" brushRef="#br0" timeOffset="-106566.87">1646 15477 488 0,'0'0'76'0,"0"0"-72"16,0 0 49-16,0 0-20 0,0 0-6 16,0 0 6-1,11 0 25-15,-4 0 9 0,-3 0-31 16,5 0 16-16,0 0 2 15,2 0-7-15,3 0-44 16,3 0 14-16,6 0-12 16,2 0 11-16,-2 0 4 15,6 0-11-15,5 0 2 16,6 0-2-16,5 0-2 16,2 0-5-16,-3 0 1 15,10 0 3-15,-1 0-8 0,6 0 2 16,5-9 0-1,1 9 0-15,-3 0 1 16,-2 0-3-16,-9 0 4 0,-2 0-8 16,-3 0 14-16,-1 0-10 15,0 0 2-15,-2 0 0 16,1 0-2-16,-1 0 2 16,3 0 0-16,-1 0 5 15,1-2-12-15,4 0 18 16,-4 0-20-16,-1-2 19 15,-1 4-19-15,-2 0 9 16,3 0 0-16,-1 0-1 16,-1 0 6-16,-1 0-11 15,0 0 12-15,-1 0-8 16,-5 0 10-16,1 0-14 16,-1 0 15-16,-1 0-13 0,4 0 4 15,-4 0 0-15,3 0-2 16,0 0 8-16,5 0-7 15,-6-4 8-15,1 4-13 16,0-6 15-16,-2-1-12 16,2 6 4-16,-7-3-1 15,7 1 0-15,-3-1 4 16,3 4-12-16,2-6 18 16,0 1-15-16,-2 1 19 15,-3 0-19-15,4 2 10 16,-3-2-10-16,-5 2 3 0,4 2-4 15,-4-2 4-15,3 2 2 16,-3 0-4-16,0 0 12 16,5 0-15-16,-3 0 17 15,2 0-13-15,2 0 5 16,1 0-2-16,-5 0 0 16,-2 0 2-16,0 0-6 15,0 0 11-15,-4 0-11 0,7 0 14 16,-8 0-15-1,10 0 12-15,-3 0-7 16,1 0 11-16,-1 0-4 16,-6 0-7-16,-5 0 1 15,-4 0-6-15,-9 0 3 16,-4 0-9-16,-5 0-34 0,0 0-44 16,0 0-157-16</inkml:trace>
  <inkml:trace contextRef="#ctx0" brushRef="#br0" timeOffset="-92146.47">17972 14161 415 0,'0'0'140'0,"0"0"-73"0,0 0-4 15,0 0-25-15,0 0-8 0,0 0 56 16,0 0 1-16,-17-40 20 15,17 40-43 1,0 0 2-16,0-2-25 0,5 2-30 16,22 0 8-16,10-5 3 15,11 0 3 1,2-2-6-16,4 0 9 0,2-1-26 16,-2-1 0-16,4 0-2 15,-6 1-10-15,6-5-7 16,-10 8-42-16,-9-1 59 15,-10 2-110-15,-10-1-122 16,-11 1-357-16</inkml:trace>
  <inkml:trace contextRef="#ctx0" brushRef="#br0" timeOffset="-91746.62">18265 14114 1064 0,'0'0'161'0,"-9"-103"-154"0,9 25 31 16,0-9-27-16,0 3 2 0,0-1-13 15,0 5-2 1,0 4-18-16,0 6-14 15,0 18 0-15,0 14-41 16,0 22 3-16,0 12-184 0,0 4-69 16</inkml:trace>
  <inkml:trace contextRef="#ctx0" brushRef="#br0" timeOffset="-91366.55">18499 14033 150 0,'0'0'842'16,"0"0"-805"-16,0 0 33 15,0 0 38-15,0 0-71 16,-13-119 1 0,13 49-8-16,2-2 16 0,7-1-33 15,-4 3 1-15,-5 6-14 0,0 7-8 16,0 0-2-1,0 14-43-15,0 7 12 16,0 16-95-16,0 11-52 16,0 9-53-16,0 0-120 15</inkml:trace>
  <inkml:trace contextRef="#ctx0" brushRef="#br0" timeOffset="-90946.53">18762 14107 933 0,'0'0'180'0,"0"0"-165"16,0-109 12-16,0 41 37 0,0-6-15 15,0-4-27 1,0-3-4-16,0 3-12 0,0 8-12 16,0 8-8-1,0 12 4-15,0 12-29 0,0 10-35 16,0 4-74 0,0 10-163-16,0 8-236 0</inkml:trace>
  <inkml:trace contextRef="#ctx0" brushRef="#br0" timeOffset="-90586.47">18011 13312 1201 0,'0'0'11'15,"0"0"-10"-15,0 0 35 16,111 29-3-16,-45-29 11 15,15 0-34-15,4-20 20 16,2 1-29-16,-2 4-2 16,-7-1 1-16,-2 2-6 0,-5 5-67 15,-4 9 10 1,-3 0-308-16,1 0 104 0</inkml:trace>
  <inkml:trace contextRef="#ctx0" brushRef="#br0" timeOffset="-90006.82">19491 13818 451 0,'0'0'482'0,"0"0"-423"0,0 0-19 16,0 0-1 0,0 0-18-16,0 0 11 0,0 0-29 15,0 0 6 1,0-4 4-16,0-13 5 0,0 9-10 16,0-1 1-1,0 7 33-15,0 2-1 0,0 0-35 16,0 0-6-16,0 16-15 15,0-4-14-15,0 0-51 16,0-12-144-16,0 0-487 16</inkml:trace>
  <inkml:trace contextRef="#ctx0" brushRef="#br0" timeOffset="-88866.43">20743 14034 580 0,'0'0'121'0,"0"0"-86"0,0 0-19 15,0 0 40-15,0 0-7 0,0 0 40 16,2 9-2-16,-2-9-3 15,0 0-7-15,0 0-13 16,0-4-9-16,0-11-31 16,0-5 18-16,0-10-38 15,0-14 28-15,0-16-30 16,11-14 14-16,7-13-16 16,0-7 2-16,0 0-5 0,-5 8 8 15,-7 12-10-15,-6 14-2 16,0 16 1-1,0 9-1-15,0 11-9 0,0 10-42 16,0 7-2-16,0 4-54 16,0 3-95-16,0 0-267 15</inkml:trace>
  <inkml:trace contextRef="#ctx0" brushRef="#br0" timeOffset="-87766.32">21460 13278 667 0,'0'0'190'0,"0"0"-187"0,0 0 70 15,0 0-16-15,0 0-25 16,0 0-9-16,0 0 4 0,134 0 10 15,-107 0 3 1,0 0 39-16,-7 5-77 16,-5 9 13-16,-4 8-15 15,-6 6-8-15,-5 10 8 0,0 8 3 16,0 8 2 0,0 4 4-16,-12 1-11 15,-1-3 13-15,2-5-22 0,0-4 9 0,7-6-18 16,1-2 20-1,1-7 0-15,2 0 0 16,0-5 0-16,0-4-3 16,13-5-8-16,5-3 4 15,2-8-2-15,4 0 1 16,1-6-16-16,4-1-26 16,0 0 39-16,-2 0-10 15,0-5 6-15,0-5-18 0,-10 4-16 16,-1 1-94-16,-9 1-42 15,-7 2 80-15,0 0-144 16</inkml:trace>
  <inkml:trace contextRef="#ctx0" brushRef="#br0" timeOffset="-87436.95">21434 13836 699 0,'0'0'401'0,"0"0"-326"0,0 0 13 0,0 0-51 16,0 0 1-16,0 0-34 0,104-6 14 16,-82 6-13-1,3-4-10-15,2-6-4 16,2 0-21-16,2-2-40 16,-2 1-58-16,2 2-169 15,3 3-235-15</inkml:trace>
  <inkml:trace contextRef="#ctx0" brushRef="#br0" timeOffset="-86706.79">22340 13091 570 0,'0'0'57'0,"0"0"-14"15,0 0 1-15,0 0 32 0,0 0-23 16,0 0 34-1,0-21 0-15,0 21 3 0,0 0-52 16,7 0-3 0,0 0-26-16,1 10 13 15,6 14 5-15,-1 13 7 16,6 15 1-16,-9 8-6 0,1 9-24 16,-1 12 12-1,-6-1 4-15,-2 1-19 16,0-4 11-16,-2-4-11 0,0-4-4 0,0 0-2 15,0-7-6 1,0-2 9-16,0-6-28 16,0-8 21-16,0-1-39 15,0-11-4-15,-10-2-82 16,-6-8-83-16,5-12-214 16</inkml:trace>
  <inkml:trace contextRef="#ctx0" brushRef="#br0" timeOffset="-85754.24">23118 13746 670 0,'0'0'319'0,"0"0"-270"0,0 0 94 16,0 0-88-16,0 0-8 15,0 0-34 1,136 20 26-16,-105-20-30 0,0 0 23 16,7 0-26-16,0-4 2 15,2-5-8-15,-4 2-5 16,-3 0-5-16,-6 0-28 15,-2 1-4-15,-8-4-62 16,-5 2-77-16,-10-3-251 16</inkml:trace>
  <inkml:trace contextRef="#ctx0" brushRef="#br0" timeOffset="-85336.54">23200 13537 825 0,'0'0'406'0,"0"0"-362"16,0 0 31-16,0 0-46 0,114 12-20 15,-74-12-3-15,3 0-12 0,-3-2-15 16,-1-6 1 0,4 0-28-16,-5 0-10 0,0 6-91 15,-3-4-194 1,1 6-406-16</inkml:trace>
  <inkml:trace contextRef="#ctx0" brushRef="#br0" timeOffset="-84436.64">24495 13097 566 0,'0'0'152'0,"0"0"-56"0,0 0 2 0,0 0-15 0,0 0-6 16,0 0-19-16,2 0-27 0,-2 0-1 15,-5 0-21 1,-12 0 18-16,-3 0-27 0,-5 15 22 15,-2 3-11-15,-2 2 16 16,8 7-22-16,0 0 7 16,4 2 4-16,5 0-15 15,6-2 4-15,6-4 1 16,0 4-12 0,0-7 9-16,18-2-6 0,10-4-5 15,6-2 8-15,6-4 2 0,-2 3 0 16,2-2 1-1,-7 3 4-15,1 0-7 16,-6 2 5-16,-3 2-10 16,-5 4 8-16,1 0-8 15,-10 7 9-15,1 0-4 16,-6 3 2-16,-6 5 3 0,0 1 7 16,0 0-10-1,-12 1 14-15,-7 4-6 16,-6-2-15-16,-2 0 11 0,-2-1-12 0,0-2 3 15,-2-4-3 1,2-3-7-16,0-8-11 16,0-6 9-16,4-10-40 15,-2-5-3-15,10 0-58 16,1-5 12-16,7-22-65 16,7-5-33-16,2-6-102 0</inkml:trace>
  <inkml:trace contextRef="#ctx0" brushRef="#br0" timeOffset="-83956.9">24515 13193 539 0,'0'0'166'0,"0"0"-22"0,0 0-3 16,0 0-55-16,0 0 10 15,0 0-49-15,0-3 4 16,4 3-27-16,3 0 15 16,2 0-15-16,9 0 6 15,4-6 3-15,5 2-22 16,6-2 15-16,5 0-25 0,0 2 5 15,-2 0 0-15,-3 0-12 16,-9 2 3-16,-6 2-12 16,-1 0-26-1,-2 0-24-15,1-1 0 0,1-2-81 16,-3 1-214 0</inkml:trace>
  <inkml:trace contextRef="#ctx0" brushRef="#br0" timeOffset="-76959.57">20727 16052 439 0,'0'0'127'0,"0"0"-90"0,0 0 32 16,0 0 4-16,0 0 10 0,0 0-31 15,0 0 2 1,0 14-31-16,0-14 1 0,0 0-3 16,0 0 16-1,0 0 2-15,0 0 1 0,0 0 23 16,0 0-24-16,0 0 21 15,0 0-42-15,0 0 17 16,0 0-21 0,-6-18-1-16,-1-12-12 15,2-2 4-15,1-17 6 0,4-7-3 16,0-6 6-16,0-3-11 16,-5-6 10-16,3 3-11 15,-4-9 15-15,1 7-17 0,1 6 23 16,-1 16-23-1,5 16 0-15,0 12 0 0,0 14 8 16,0 6-14 0,0 0 6-16,0 0 0 0,-5 0-16 15,5 0 12 1,0 0 4-16,0 0 1 0,0 0-1 16,0 0 3-1,0 0 0-15,0 0 5 0,0 0-9 16,0 0 7-16,0 0-8 15,0 0 6 1,0 0-4-16,-2 0 0 0,2 0-12 16,0 0 10-16,-2 0-41 15,-4 0 10-15,-3 0-51 16,-7 8-96-16,-1 2-518 16</inkml:trace>
  <inkml:trace contextRef="#ctx0" brushRef="#br0" timeOffset="-75076.82">21273 15218 247 0,'0'0'230'0,"0"0"-142"0,0 0 6 16,0 0-12-1,0 0 17-15,0 0-13 16,0 0-14-16,0 4-48 16,0-4 14-16,-2 0 24 15,0 0-3-15,0 0 0 16,2 0-17-16,0 0-9 15,0 0-30-15,0 0 13 0,0 0-8 16,21-14-8 0,6-1 11-16,11-1 7 0,-3 4-15 15,4 6 2-15,-6 6-5 16,-4 0-6-16,0 0 6 16,-7 18-16-16,-2 9 5 15,-11-1-67-15,-1 12 78 16,-8 6-16-16,-8 8 6 15,-13 7-4-15,-11 2-1 16,1-2-1-16,-5 4 14 16,2-1-1-16,5-9 6 15,3-3-6-15,8-10 16 0,7-16-13 16,9-4 0 0,2-10-4-16,0-6 3 0,11-4-4 15,9 0 5-15,8 0 3 16,5-4 10-16,-5-9-13 15,3 0-4-15,0 7 2 16,-2-2 2-16,0 8-3 16,4 0-5-16,-6 0-54 0,2 0 44 15,-4 0-16 1,-2 0-64-16,-4 0-117 16,-5 0-182-16</inkml:trace>
  <inkml:trace contextRef="#ctx0" brushRef="#br0" timeOffset="-74246.32">22086 15276 383 0,'0'0'258'0,"0"0"-186"0,0 0 31 15,0 0-19-15,0 0 31 16,0 0-49-16,-17 0-14 15,30 0-14-15,7 0 30 16,11 0-14-16,-2 0-37 16,1 0-6-16,-5 8-1 15,-4 6-7-15,-3 0 0 0,-5 7-6 16,-4 6 3 0,-9 3-8-16,0 7-34 0,0 4 31 15,-11 7 10-15,-12-2 0 16,2 3-1-16,-4-1-2 15,5-8 1-15,7-8 6 16,5-4-6-16,8-6-5 16,0-5-71-16,0-9 79 0,8-3-3 15,9-1 1 1,10-4 2-16,0 0-1 0,2 0 1 16,-2 0 0-1,-3 0-24-15,-4 0-6 0,-2 0 28 16,-3 0-12-16,-3 0-9 15,-4 0-41-15,-1 0-54 16,-5 0-72-16,0-9-161 16</inkml:trace>
  <inkml:trace contextRef="#ctx0" brushRef="#br0" timeOffset="-73977.68">22093 15633 993 0,'0'0'188'0,"0"0"-115"0,0 0-7 16,0 0-22-16,0 0-31 0,0 0 0 0,95-6-12 15,-70 2-2 1,-2-1-26-16,-1 2-14 0,-2-1-3 16,0 4-61-1,3-5-131-15,-4 5-174 16</inkml:trace>
  <inkml:trace contextRef="#ctx0" brushRef="#br0" timeOffset="-73394.63">22697 15102 556 0,'0'0'340'0,"0"0"-241"0,0 0 0 0,0 0-9 16,0 0-24-1,0 0-43-15,22 30 13 0,-15 6 3 16,-1 8-20-16,-1 10 15 15,-5 6-15-15,0 10-2 16,0 0-7-16,-5 2 0 16,-3-4-7-16,3 3-5 15,3-13 2-15,0 0 0 16,2-12 0 0,0-2-7-16,0-14-8 0,0-6-34 15,0-12-4-15,0-12-93 16,0 0-240-16</inkml:trace>
  <inkml:trace contextRef="#ctx0" brushRef="#br0" timeOffset="-72846.33">23312 15705 643 0,'0'0'464'0,"0"0"-424"0,0 0 26 15,0 0-50-15,0 0-13 16,0 0-5-16,131 4 2 15,-106-4-4-15,-1 0-14 16,-4 0 2-16,-4 0-40 16,4 0 0-16,-5 0-46 15,-1 0-75-15,-3 0-568 16</inkml:trace>
  <inkml:trace contextRef="#ctx0" brushRef="#br0" timeOffset="-72496.88">23389 15571 793 0,'0'0'397'0,"0"0"-344"15,0 0 14-15,0 0 24 16,0 0-26-16,0 0-29 0,97 8-30 16,-73-8-5-1,3 0-1-15,-3 0-10 0,1 0-7 16,2 0-46-16,-2-13 16 15,8 4-41 1,-2 0-64-16,2 1-188 0,-4 6-392 16</inkml:trace>
  <inkml:trace contextRef="#ctx0" brushRef="#br0" timeOffset="-71896.7">24201 15811 650 0,'0'0'144'0,"0"0"-67"0,0 0 29 16,0 0 5-16,0 0-8 15,0 0-57-15,0-76 18 16,0 28-14-16,4-6 15 16,-2-5-37-16,1-3-2 15,-3 4-26-15,0 4 2 16,0 2-2-16,0 8-7 15,0 8-2-15,0 11-11 16,0 8 20-16,0 9 0 0,0 8 1 16,0 0-1-16,0 0-11 15,-5 16-24-15,-5 16 22 16,-4 10-3 0,-2 0-15-16,0-2 16 0,1-1-2 15,1 0 5-15,6-5-48 16,-1-2 20-16,-1-5-84 15,4-5-205-15,4-3-382 0</inkml:trace>
  <inkml:trace contextRef="#ctx0" brushRef="#br0" timeOffset="-71396.81">24283 15712 527 0,'0'0'187'0,"0"0"-76"0,0 0-11 0,0 0 1 15,0 0-63-15,32 103-5 16,-21-85-21-1,-1-8 1-15,4 2 21 16,-3-8-24-16,2 2 12 16,5-2 27-16,1-4-4 0,2 0-16 15,2 0-23-15,4 0 8 16,2-14-13-16,-3-8-2 16,1-5-44-16,-5-4 20 15,-4-3-17-15,-7-6 25 16,-1-2 13-16,-8 1-2 15,-2 2 6-15,0-2-12 16,0 11-15-16,-14 6-13 16,-6 8 5-16,0 10 0 15,-5 6 30-15,-2 0 5 0,1 0 7 16,-3 0-6 0,5 6 7-16,-1 9-5 15,0 4 43-15,3 8 24 0,5 5-35 16,0 4-16-16,7 0-19 15,-1-1-75-15,6-2-254 16</inkml:trace>
  <inkml:trace contextRef="#ctx0" brushRef="#br0" timeOffset="64886.87">9121 11648 326 0,'0'0'165'0,"0"0"-161"0,0 0 3 0,0 0 42 16,0 0-11-16,0 0 11 15,0 0-30-15,16 6 5 16,-16-6 11-16,0 0 8 16,0 2 14-16,0 0-38 15,0 2 15-15,2 1-8 16,-2-1 5-16,2-1-19 15,3-1 19-15,-3 5-18 16,2 0 0-16,-2 3-3 16,1 2 1-16,-3 4 24 15,0 0-22-15,0 2 4 0,0 1-15 16,0-3 2 0,0 2-3-16,0 1-1 0,0 0 0 15,0 3 5-15,0-4-12 16,0 3 15-16,0-2-14 15,0-1 15-15,0 3-13 16,0 2 7-16,0-2-6 16,-5 4 2-16,3 2 1 15,-2-2 0-15,-1 1 2 16,-1-4-5-16,-2 3 6 0,4-7-6 16,-2-2 9-16,4 2-11 15,2-2 7 1,-5 3-2-16,3 2 0 0,-4 5-1 15,6 0-1-15,0 0 4 16,-4 0-3 0,4 2 3-16,0 0-4 15,0-4-10-15,0 1-2 0,0-4 0 16,0 0 13-16,0-3-4 16,4 1 9-16,0-3-10 15,-2 5 12-15,-2-5-1 0,2 0-5 16,-2-2 4-1,0 5-4-15,0-4-2 0,0 1 1 16,0-2 2 0,0 6-2-16,0 0 7 0,0-3-1 15,2 4 1 1,-2 0-8-16,0-1 5 0,0 2-3 16,0 1 0-16,0-2 0 0,0 3 4 15,0-2-3 1,0 0 1-16,0-2 5 0,-4 4-6 15,2-2 3 1,-2 0-8-16,4-2 7 0,0 4-3 16,0-2 3-1,0 3 2-15,0 0 2 16,0-1-1-16,0-2 0 16,0 2 1-16,0-2-4 0,0 3-1 15,0 1 9 1,0-2-4-16,0-2 5 0,0 0-4 15,0 2-4-15,0-3 3 16,0 0-4-16,0 1 2 16,0-2 1-16,0 4-7 15,0 2 5-15,0-2-1 16,0 0-2-16,0 4 0 16,0-3 6-16,0-2-4 15,0-2 1-15,0-2 2 16,0 0-8-16,0 4 4 15,0 2-4-15,0-5 4 16,0 4-2-16,0 2 0 16,-4 2 0-16,2-1-10 15,2 0 21-15,-4-1-17 16,4-2 14-16,0 1-14 16,0-3 11-16,0 2-10 0,0 2 5 15,0 4 0-15,0-3-3 16,0 2 10-16,0-3-14 15,0-2 5-15,0-3 2 16,0 0-2-16,0 2 0 16,0 0 1-16,0-4 0 0,4 5-1 15,-4-1-1 1,0-1 3-16,2-3 0 16,-2-1-2-16,0-2 9 15,4 0-12-15,-4 6 13 0,0 0-14 16,0 0 6-1,0 0 0-15,0-3-2 16,0 2 8-16,0-2-10 0,0 2 5 16,0 1-1-16,0 2 0 15,0 6 3-15,0-4-1 16,0 1 0-16,-6-4 2 16,2 0 1-16,2-5-10 15,2-9 14-15,-2 5-11 0,0-3 9 16,2 3-11-1,-5 2 10-15,5 0-10 0,0 6 4 16,-4 0 0 0,2 2-1-16,2-2 1 0,0 0-2 15,0-5 7 1,-2 4-6-16,2-3 4 0,-4 0-6 16,0 5 6-16,4 0-3 0,-4 4 0 15,2-5 4 1,0 3-12-16,-5 0 16 0,7-7-6 15,-4 4 1 1,2-8 4-16,-6-2-4 16,8 2-6-16,0-4 0 15,-2 2 3-15,-2 5 0 0,-1 2 0 16,1-1 0 0,-2 4 5-16,-2-4-7 15,2-3 6-15,3 0-7 16,-1 5 3-16,0-1 0 15,-5-4 0-15,4 3 2 16,3 0-8-16,-3-4 12 16,3 4-9-16,-4-4 8 0,2 3-10 15,4-8 8 1,-3 8-4-16,-1-2 1 0,2 6 0 16,-6-3-2-16,8 0 4 15,-4-4-2-15,4-2 1 16,-2 2-1-16,2 5 2 15,-4-7-2-15,4 7 0 16,-3-5-1-16,1 2 0 16,-2 2 2-16,4-3-3 15,0-2 8-15,0 3-4 0,-4 5 3 16,1-6-6 0,-2 8 6-16,1-1-1 0,0-4-1 15,4-1-3-15,-5 6 2 16,3-2 1-16,2 4-4 15,-2 0 2-15,2-6-2 16,0-1-5-16,-2-11-26 16,2-7-91-16,-2 0-235 0</inkml:trace>
  <inkml:trace contextRef="#ctx0" brushRef="#br0" timeOffset="66823.56">7885 15291 393 0,'0'0'267'0,"0"0"-244"15,0 0 20-15,0 0 3 16,0 0-2-16,0 0-16 0,0 0 36 16,0 0-6-16,0 0-6 15,0 0-28-15,0 0-1 16,0 0-14-16,0 0 8 15,0 0 7-15,0 0 3 16,13 0 12-16,0 0-11 16,0 0-5-16,8 0-17 15,-3 0 14-15,6 0-18 16,-2 0 16 0,3 0-10-16,-2 0-7 0,2 0 2 15,4 0 5-15,1 0-8 0,1 0 6 16,2 0-5-1,4 0 4-15,-2 0 0 0,3 0-4 16,-1 0 0 0,4-1 5-16,-1-2-2 0,2 3-3 15,-7-1 2 1,6 1-2-16,-1 0 8 0,-5 0-13 16,3 0 7-16,-1 0-3 15,2 0 0-15,-3 0 1 16,2 0-1-16,-1 0 6 0,0 0-13 15,-4 0 12 1,3 0-5-16,3 0 1 0,1 1 0 16,-1 5-1-1,1 3 6-15,-5-5-6 0,1-2 4 16,-1-2-10 0,-2 0 11-16,8 0-8 15,-3 0 6-15,4 0 2 0,3 0-3 16,1 0 3-16,1 0-2 15,2 0-1-15,-4 0-2 16,-1 0 10-16,-3 0-13 16,-3 0 10-16,-3-4-12 15,1 2 10-15,1-9-4 16,0 6-1-16,2 3 1 16,6-2 2-16,2 4 0 15,1 0-1-15,8 0-1 16,-6 0-2-16,1 0 6 0,-7 0-9 15,4 0 10 1,-4-4-8-16,-5 4 2 0,2-4 0 16,1 2 5-1,-4 2 0-15,-3-2-10 0,4 0 13 16,-6 2-14 0,5-4 6-16,-2 4-4 15,1-4 4-15,-4 4 0 0,10 0 4 0,-5 0-6 16,2 0 3-1,3 0-1-15,-3 0 3 0,-1 0 7 16,4 4-11 0,-1 0 1-16,6 0-6 0,-4 2 5 15,10-6 0 1,-2 8 0-16,2-6 2 16,2 3-4-16,0 6 7 15,-2-7-11-15,-6 6 12 16,1-2-10-16,0-2 9 15,-2 5-9-15,4-2 5 0,-4-3-1 16,-1 0-2-16,1 0 6 16,-5 0-6-16,-1-1 11 15,-1-1-13-15,0-1 10 16,-2 1-9-16,0 6 4 16,0-10-2-16,-3 4 2 15,-1 0 0-15,-3-2-3 16,-4 2 11-16,2-4-8 15,-5 0 2-15,1 0 3 0,-3 4-3 16,-2 1-1 0,5-4 1-16,-1 4 0 0,0-1 6 15,3-1-6 1,-4-3-2-16,-1 4 3 0,3-4 6 16,-1 0-4-16,2 1 1 15,3-1-2-15,1 3 14 16,-1-3-10-16,-3 4-2 15,-1 2 6-15,-1-6-1 16,-4 0-11-16,-2 0 8 0,-2 0-13 16,0 0 5-1,-1 0 0-15,3 0 0 0,-5 0-12 16,3 0 2 0,-10 0 2-16,-1 0-21 0,-3-6-65 15,-2-2-88 1,0-3-571-16</inkml:trace>
  <inkml:trace contextRef="#ctx0" brushRef="#br0" timeOffset="67633.37">12775 15208 125 0,'0'0'336'0,"0"0"-336"0,0 0-15 16,0 0 12 0,0 0-35-16,0 0-20 0,0 0 14 15,0 0 44 1,0 0 0-16,3 0 3 0,-3 0 39 16,0 0-36-1,0 0 0-15,0 0 5 0,0 0 75 16,2 0 23-16,-2 0-18 15,0 0 10-15,0 0 7 16,2 0 8-16,2 0-58 16,-4 0 0-16,2 0-5 15,1 0-4-15,-1 0-35 16,0 0 13-16,5 1-6 16,0 2 4-16,-3 7-2 15,3-6-6-15,6 6 13 0,-2 0-19 16,2-4-2-1,1 4-8-15,1-6-1 0,-1 2 1 16,3-2-1 0,-1 4 0-16,-5-1 0 0,3 4 0 15,-7-7 6 1,-1 2-13-16,-2-2 3 0,-1 4 4 16,-1-6-12-1,-2 13 11-15,0 0-7 0,0 3 7 16,0 8-5-16,0-3-13 0,0-6 9 15,-15 1-18 1,6 1 23-16,-7-6 1 0,1-3 3 16,-1 2 2-1,3-1 8-15,1 0 1 0,3-2-7 16,1-4 7 0,1-5-4-16,2 4-4 15,3-4 6-15,0 0-14 16,-3 0 6-16,-5 0-7 15,0-5-8-15,-1 1 0 16,-2 1 2-16,-1 3-19 0,4 0 8 16,-1 3-92-16,-1 6-135 15</inkml:trace>
  <inkml:trace contextRef="#ctx0" brushRef="#br0" timeOffset="69898.98">9106 11958 233 0,'0'0'143'0,"0"0"-37"0,0 0-58 15,0 0-13-15,0 0-3 16,0 0 30-16,0 0-22 16,2 0 38-16,-2 0-21 15,2 0-14-15,-2 0-17 16,0 0 36-16,0 0-8 16,0 0-4-16,0 0-16 15,0 0-17-15,0 0 16 0,0 0-10 16,2 0 12-1,-2 0-29-15,0-3 2 0,3-5 0 16,-3-6-7 0,2-3 8-16,4-2 1 15,1-6 6-15,0-2-15 16,2-3 20-16,-1 2-17 0,2-5-6 16,-1 4 12-1,-3 0-13-15,1 4 3 0,-3 4-2 16,1 5 0-16,-3 6 1 0,-2 4-4 15,0 6 10 1,0 0-12-16,0 0 1 16,0 0 5-16,0 0-25 15,5 0 17-15,-3 0-6 0,4 16 14 16,3 8-4 0,-2 7 10-16,0 1 3 0,-3 8-8 15,0 4 13 1,-1 0 6-16,-3 0-4 15,0-4-15-15,0-7-13 16,0-6 8-16,0-12-36 16,0-9-36-16,6-6-114 0,14-2-18 15,1-21 3-15</inkml:trace>
  <inkml:trace contextRef="#ctx0" brushRef="#br0" timeOffset="80103.35">8477 11071 576 0,'0'0'101'0,"0"0"11"0,0 0-4 15,0 0-13-15,0 0-24 0,0 0 0 16,0 0-47-1,2 0 24-15,0 0-43 0,-2 0 19 16,2 10-10 0,2 10 8-16,-4 16 4 0,0 14-2 15,0 8-7-15,0 9-9 16,0 0-8-16,-4-2 12 16,-2-1-24-16,0-6 8 15,1-8-9-15,3-4-24 16,2-8-36-16,0-7-43 15,0-14-49-15,0-14-181 0</inkml:trace>
  <inkml:trace contextRef="#ctx0" brushRef="#br0" timeOffset="80523.26">8479 10934 154 0,'0'0'288'0,"0"0"-155"0,0 0 2 0,0 0 9 16,0 0-8-16,0 0-49 15,2-9-16-15,-2 6-3 16,0-1-38-16,0 0-8 16,0 2-8-16,0 2 22 15,0 0-24-15,0 0-2 16,0 0-10-16,0 0-2 0,0 0-6 15,0 0-36 1,0-4-13-16,0 2-25 0,0-1 2 16,0-1-88-1,0 1-35-15,0 3-351 0</inkml:trace>
  <inkml:trace contextRef="#ctx0" brushRef="#br0" timeOffset="81323.15">8809 11544 230 0,'0'0'618'0,"0"0"-607"16,0 0 75-16,0 0 15 15,0 0-44-15,0 0 23 16,16-24 3-16,-9-6-56 16,-3-9 31-16,9-4-37 15,-5 3-4-15,2-3-9 16,-3 5-9-16,-1 7 1 15,0 1-9-15,-4 11 6 0,0 7-8 16,-2 8 5 0,0 4-4-16,0 0 9 0,0 18-17 15,0 12 15 1,0 9 5-16,4-5-5 0,-2-7-3 16,7-9-2-1,-3-10 4-15,4-5-14 0,-1-3 11 16,6 0 14-16,1-15-7 15,4-19 5-15,0 2 15 16,0-2-20-16,0 3 0 16,-11 10-3-16,0 11-7 15,-7 6 8-15,2 4-25 16,0 0 5-16,2 12 4 16,0 11 15-16,1 6 5 15,-3-1-2-15,2 5 0 16,-2-3 3-16,0-4-3 0,-2-2 10 15,0-8 13-15,0-12-18 16,1-4-10-16,-3 0 10 16,6 0-4-16,3-18 5 15,0-7 22-15,4-1-11 16,1-3-15-16,-3 0 3 16,2 0 1-16,1 8-12 15,-3 5-8-15,-5 6 10 16,4 10-17-16,-4 0-1 15,1 17 4-15,-1 21 18 16,6 4-2-16,-8 8 11 0,3 0-18 16,-3 2-15-1,-4-7-1-15,6-2-23 16,-6-6-37-16,4-10 39 16,-2-11-75-16,-2-2 22 0,2-10-51 15,-2-4-82-15,0 0-67 16</inkml:trace>
  <inkml:trace contextRef="#ctx0" brushRef="#br0" timeOffset="81553.28">9190 11382 843 0,'0'0'316'0,"0"0"-300"0,0 0 28 0,0 0-1 16,0 0-29-16,0 0 4 16,60 18-13-16,-33-24-10 15,4-19-13-15,-4-1-32 16,2 2-59-16,2 1-125 16,0 0-146-16</inkml:trace>
  <inkml:trace contextRef="#ctx0" brushRef="#br0" timeOffset="81873.5">9632 11222 304 0,'0'0'302'0,"0"0"-231"0,0 0 1 16,0 0 16-1,0 0 51-15,0 0-62 0,-25-41-17 16,7 41-35-16,0 0 15 0,-2 0-17 15,-5 10-21 1,6 14-2-16,3 6 0 0,5 4-7 16,7 2 17-1,4 2-18-15,0-8 19 16,0 5-22-16,17-11 7 16,3-4 1-16,-2-4-8 0,4-4 9 15,-1-5-6-15,1 4 7 16,-5-5-3-16,2-6-108 15,-9 0 108-15,-1 0-188 16,-4-2 49 0,-5-13-79-16,0 4-99 0</inkml:trace>
  <inkml:trace contextRef="#ctx0" brushRef="#br0" timeOffset="82054.86">9696 11383 511 0,'0'0'83'0,"0"0"92"16,0 0-54-16,0 0 25 15,0 0-88-15,0 0-5 16,123 40-16-16,-112-29-31 16,-3 5 8-16,-3-2-6 15,-2 0-16-15,-3-2-5 16,0 1-50-16,0-2-40 16,0-5-104-16,0-6-34 0,0 0-136 15</inkml:trace>
  <inkml:trace contextRef="#ctx0" brushRef="#br0" timeOffset="82214.4">9925 11394 277 0,'0'0'329'15,"0"0"-214"-15,0 0 29 16,0 0-128-16,0 0 106 16,0 0-109-16,114 96-3 15,-105-80-10-15,-7-6-1 0,0-4-60 16,-2-6-108-16,0 0 35 15,0-8-167-15</inkml:trace>
  <inkml:trace contextRef="#ctx0" brushRef="#br0" timeOffset="82389.32">9985 11135 1064 0,'0'0'56'16,"0"0"-56"-1,0 0-1-15,0 0-9 0,0 0-186 16,0 0-100 0,21 37-20-16</inkml:trace>
  <inkml:trace contextRef="#ctx0" brushRef="#br0" timeOffset="83003.42">10175 11359 551 0,'0'0'222'0,"0"0"-91"15,0 0-7 1,0 0-65-16,0 0-46 16,0 0 38-16,40-9-14 15,-31-13-14-15,-2-3-18 0,-1 1 5 16,2 10 0 0,-2 0-20-16,-2 10 10 0,-4 2-3 15,7 2-44-15,-1 0-13 16,4 11 52-16,5 11 8 15,1 0-1-15,-1 1 11 16,3-4-15-16,-3-5 10 16,-1-6-4-16,-1-4 1 15,-6-4 16-15,-2 0 6 16,-1 0 9-16,5 0 6 16,2-21-15-16,1-3 6 15,1-3-22-15,-5 2-4 16,6-1-4-16,-5 6-7 0,2 7-13 15,-4 2 2 1,-1 11 1-16,1 0-12 0,-3 0 10 16,6 14 19-1,-2 8 11-15,-3 0-6 0,3 2 5 16,-3-6-9 0,-2-5 10-16,-1-8 3 0,0-5-13 15,-2 0 33-15,2 0 1 0,-2 0 12 16,2 0-37-1,1-10 19-15,7-10-27 16,0-4 3-16,1 8-5 16,-5 6 0-16,3 6-6 15,1 4-16-15,0 0 6 16,6 14 9-16,4 12-3 16,-4 2 10-16,3 11-26 15,-5-2 25-15,-3 3-3 0,-5-1-43 16,0-7 29-16,-2-8-34 15,-2-16-96-15,0-8-98 16,-2 0-151-16,0-14-8 16</inkml:trace>
  <inkml:trace contextRef="#ctx0" brushRef="#br0" timeOffset="83303.69">10634 11328 1004 0,'0'0'58'0,"0"0"117"0,0 0-96 0,0 0-47 16,114 9-32-1,-92-10 0-15,0-10-38 0,-4-2 3 16,-7-3-79 0,-4-1-201-16</inkml:trace>
  <inkml:trace contextRef="#ctx0" brushRef="#br0" timeOffset="83633.4">10766 11084 650 0,'0'0'339'16,"0"0"-236"-16,0 0-5 15,0 0-19-15,0 0-45 0,0 0-4 16,33-23-5 0,-11 3 30-16,-2-2-22 0,3 0-19 15,-12 9-14-15,-5 7-10 0,-4 4-8 16,-2 2-72-1,0 0-30-15,6 0-291 0,-2 0-343 16</inkml:trace>
  <inkml:trace contextRef="#ctx0" brushRef="#br0" timeOffset="84333.04">11033 11343 41 0,'0'0'665'15,"0"0"-643"-15,0 0 199 16,0 0-101-16,0 0-71 16,0 0-48-16,14-98 44 15,-14 98 11-15,0 0-6 16,0 0-26-16,0 8-22 0,0 14 0 16,0 6-2-1,0-2 0-15,-5 4-5 0,0-6 2 16,1-6 6-16,-1-1-3 15,-1-7 4-15,4-4 16 16,2-6-14-16,-2 0 17 16,2-6-18-16,-3-19-5 15,3-10-3-15,0 0 3 0,0-2-13 16,0 0 11 0,3 7-3-16,5 8-23 0,3 6 26 15,1 12-7-15,-1 4-10 16,2 0 4-16,0 10-2 15,-2 14 17-15,3 4-7 16,-7 2-4-16,-1-6-86 16,-2 2 72-16,-4-12 24 15,8 2 1-15,-6-7 3 16,4-1 17-16,1-2 16 16,2-1-26-16,0-2 49 15,-2-1-58-15,-1-2 18 16,1 2-15-16,-3-2 2 0,5 0-5 15,-2 6-1 1,2-3 0-16,2 6-4 0,2 1 1 16,3 5 6-1,6-1-10-15,-6 3 7 0,-1-5-29 16,-5-6 10 0,-6-2-8-16,0-1-15 0,-4-2-26 15,3 1-27-15,-3-1-13 0,2-1-65 16,0 0-367-1</inkml:trace>
  <inkml:trace contextRef="#ctx0" brushRef="#br0" timeOffset="84533.29">11398 11137 1001 0,'0'0'353'0,"0"0"-345"0,0 0 27 0,0 0-26 0,0 0-9 16,0 0-78-16,4 0-9 15,-1 4-56-15,-1 6-227 16</inkml:trace>
  <inkml:trace contextRef="#ctx0" brushRef="#br0" timeOffset="84803.16">11545 11397 879 0,'0'0'86'0,"0"0"26"15,0 0-36-15,0 0-4 16,0 0-41-16,69-128 22 16,-50 98-25-16,-4 10-7 0,-1 6 9 15,-4 6-30-15,1 8 0 16,3 0-16-16,-1 4 14 15,3 24-39-15,-5 5 29 16,0 5 12-16,-2-1-48 16,0-5 31-16,-5 0-44 15,-4-10-12-15,0-1-16 0,0-12 32 16,0-6-161 0,-15-3-77-16</inkml:trace>
  <inkml:trace contextRef="#ctx0" brushRef="#br0" timeOffset="84968.7">11656 11303 1041 0,'0'0'216'15,"0"0"-158"-15,0 0-18 16,0 0-17-16,0 0 7 16,0 0-25-16,72 0-3 15,-55-2-2-15,-3-14-20 16,-3-4-45-16,-4 4-62 15,-7 6-429-15</inkml:trace>
  <inkml:trace contextRef="#ctx0" brushRef="#br0" timeOffset="111893.45">11726 15424 301 0,'0'0'96'0,"0"0"-32"0,0 0-7 0,0 0-11 16,0 0-44-16,0 0 16 15,0 0 37-15,9 0-20 0,-9 0 7 16,0 0 6-16,0 0 12 16,0 0-30-16,0 0 15 15,0 0-21-15,0 0-15 16,0 0-1-16,2 0 6 16,-2 0-12-16,0 0 6 15,4 0-16-15,-4 3 16 16,0-1-4-16,0-2-3 15,0 0 31-15,0 0-21 16,0 0 3-16,0 0-14 0,0 0 30 16,0 0 23-1,2 0-18-15,-2 0 7 0,0-6-18 16,5-17 21 0,0-13-39-16,1-4 18 0,3-12-21 15,0-2-1-15,-2 4-2 16,0 5 2-16,-1 5-8 15,-2 12 12-15,1 12-15 0,-3 10 9 16,-2 6-14 0,0 0-79-16,0 0-147 0,0 0-322 15</inkml:trace>
  <inkml:trace contextRef="#ctx0" brushRef="#br0" timeOffset="114843.34">8954 13491 444 0,'0'0'39'0,"0"0"54"0,0 0 3 15,0 0-45-15,0 0 52 16,0 0-12-16,0 0-14 16,-4 0-16-16,4 0-23 15,0 0 11-15,0 0-22 16,0 0 33-16,0 0-51 0,0 0 19 15,7 0-18 1,5 0 26-16,15 0-7 16,2-6 5-16,5 2-2 15,-3-2-31-15,4-4 16 0,-3 0-12 16,1 0-10 0,-6 0 5-16,-7 0-3 15,1-4-32-15,-6 2-10 0,-1 0-17 16,-10 6-29-16,-4 0-59 15,0 6-223-15</inkml:trace>
  <inkml:trace contextRef="#ctx0" brushRef="#br0" timeOffset="117373.42">11886 14508 86 0,'0'0'287'0,"0"0"-136"0,0 0-93 15,0 0-5-15,0 0-7 16,0 0 8-16,-4 8 5 0,4-8 18 16,0 0 11-1,0 0-2-15,0 0-28 0,0 0 20 16,0 0-34-1,0 0-7-15,0 0-3 16,0 0-23-16,0 0 16 0,0-4-25 16,0-9 28-16,0 3-25 15,-2-3 13-15,0-4-15 16,0 7 12-16,-1 2-7 16,3 3-8-16,0-4 0 15,0-3 2-15,0-1-9 16,0-7-34-16,0-1 1 15,0-1-28-15,0-1-60 0,0 6-129 16,0-1-29 0,7 2-159-16</inkml:trace>
  <inkml:trace contextRef="#ctx0" brushRef="#br0" timeOffset="117753.28">11922 14024 760 0,'0'0'92'0,"0"0"10"0,0 0-20 0,0 0-1 16,0 0-19-16,0 0-24 16,4-46-1-16,-2 34-28 15,3 0 5-15,-2 2-9 16,-3 0-10-16,0 3 1 15,2-4-14-15,-2-1-42 16,2-6-51-16,-2 4-78 16,0 6-58-16,0 2-125 15</inkml:trace>
  <inkml:trace contextRef="#ctx0" brushRef="#br0" timeOffset="118073.12">11922 13726 559 0,'0'0'282'16,"0"0"-135"-16,0 0-50 0,0 0-54 15,0 0 8-15,0 0-33 16,0-68-18-16,6 57-1 16,-6 4-36-16,0-6-53 15,0 5-136-15,0 3-109 0</inkml:trace>
  <inkml:trace contextRef="#ctx0" brushRef="#br0" timeOffset="118973.58">9919 13441 690 0,'0'0'182'0,"0"0"-159"15,0 0 41-15,0 0 6 0,0 0-30 16,0 0-13 0,78 0 2-16,-63 0-3 15,1 0 14-15,2 0-39 16,0 0 4-16,3 0-5 16,2 0-8-16,2 0-43 15,-1 0-18-15,1 0-51 0,1 0-76 16,1-4 57-16,-7 0-141 0</inkml:trace>
  <inkml:trace contextRef="#ctx0" brushRef="#br0" timeOffset="119233.33">10556 13352 188 0,'0'0'119'0,"0"0"-34"16,0 0 19-16,0 0-22 15,0 0-21-15,0 0 19 16,90-1-17-16,-78 1 12 16,5 0 25-16,-2 0-42 15,3 0 0-15,-1 0-50 16,1 0-8-16,2 0-14 0,0 0-39 15,1 0-107 1,-2 0-200-16,1 0-10 16</inkml:trace>
  <inkml:trace contextRef="#ctx0" brushRef="#br0" timeOffset="119523.09">11191 13343 585 0,'0'0'43'16,"0"0"41"-1,0 0-23-15,0 0-40 0,0 0 26 16,0 0-13-16,128 0-29 15,-105 0 39-15,-2 0-31 16,-6 0-13-16,7 0-47 16,-6 0-41-16,-3 0-55 15,1 0-132-15</inkml:trace>
  <inkml:trace contextRef="#ctx0" brushRef="#br0" timeOffset="119723.19">11643 13387 503 0,'0'0'75'15,"0"0"4"1,0 0 67-16,0 0-39 0,0 0-77 16,0 0-30-1,119-9 0-15,-107 6-5 0,-2 0-52 16,-1 3-28-1,-5 0-96-15,0 0-248 0</inkml:trace>
  <inkml:trace contextRef="#ctx0" brushRef="#br0" timeOffset="120773.38">11938 13316 36 0,'0'0'344'0,"0"0"-307"0,0 0-31 0,0 0-10 15,0 0 9-15,0 0 8 16,-81 6 45-16,73 6-6 16,-2 1 26-16,1 1 7 0,5 0-23 15,2-2-10 1,2 0-17-16,0 0-29 0,0-4-1 16,2 0-1-1,11 0 20-15,3-2 11 0,-1-2-12 16,3-4-13-16,1 0-4 15,0 0 23 1,1 0-10-16,-4-2 23 0,8-10-36 16,-3-4 5-16,-4-2 1 15,1-4-15 1,-9-1 3-16,-2-2 0 0,-5 3 1 16,-2 4 5-16,0 2-9 15,0 3 11-15,0 9-16 0,-9-2 1 16,-6 5-30-1,-6-2-40-15,1 3 51 0,-2 0 19 16,-5 0-7 0,9 4 13-16,-3 10 1 0,5 7 4 15,3-2-2 1,1 1-4-16,5 5-11 0,5-6 12 16,2 0-9-1,0-5 1-15,0-2-4 0,11-7 2 16,7 1 4-16,3-6 6 15,-2 0 1-15,1 0 1 16,3-11 24-16,-6-5-5 0,-1-4-1 16,-1-3-9-1,-5 4 2-15,-1-2 4 0,-7 2-16 16,-2 3 0 0,0 1-7-16,0 6-12 0,-11 4 8 15,-9 5-2-15,-3 0-7 16,1 0 3-16,-2 21-15 15,3 3 1-15,3 4 30 16,5-2 2-16,7-2-1 16,4-4 7-16,2-3 20 15,0-9-18-15,0-3 1 16,8-5 0-16,5 0-8 16,5-2 34-16,-2-14 12 0,-3 0-13 15,-4 0-31 1,-5 4 7-16,-1 4-7 0,-3 4-2 15,0 4 3 1,0 0 7-16,0 0-12 0,0 0-15 16,-7 0-99-1,-2 0-91-15,3 0-306 0</inkml:trace>
  <inkml:trace contextRef="#ctx0" brushRef="#br0" timeOffset="127483.02">12256 12466 488 0,'0'0'63'0,"0"0"-25"15,0 0-2-15,0 0 15 16,0 0-6-16,0 0-25 16,0 0-4-16,0-4 43 15,0 4 43-15,0 0-3 16,0 0-72-16,0 0 13 16,0 0-16-16,0 0 20 15,0 0-18-15,0 0 2 16,0 0-9-16,0 0-7 15,0 0 10-15,0 0-11 16,0 0 12-16,2 0-16 16,5 0 5-16,2-1-10 15,6-2 11-15,4-2-10 16,-2 5 6-16,3-3-1 0,1 3-6 16,-6 0-4-1,-2 0 2-15,-1 0-5 0,-2 7-24 16,-3 2 26-16,0 8-6 15,-5 4 8-15,-2 6-3 16,0 3-3-16,0 2 1 0,-2-4-10 16,-12 6 14-1,1-6-2-15,2 3-1 16,2-4 9-16,3-3-6 16,1-2 2-16,5-1 0 0,0-6-4 15,0-1 3-15,0-4-7 16,9 1 16-16,2-8-16 15,0 5 17-15,2-5-21 16,-4-2 16-16,7 2-8 16,-5-1 4-16,7-2-5 15,-1 0 3-15,2 0 2 16,-3 0-4-16,-1 0 2 16,-4 0-4-16,-2 0-16 0,0 0-32 15,-5 0-12 1,0-5-23-16,-1-3-61 0,-1 1-3 15,1 1-71 1,-1-3-32-16</inkml:trace>
  <inkml:trace contextRef="#ctx0" brushRef="#br0" timeOffset="128163.58">12327 12737 162 0,'0'0'325'0,"0"0"-209"0,0 0 1 0,0 0-19 16,0 0-13-16,0 0 48 15,-4 0-66-15,4 0 2 16,0 0-29-16,0 0 6 16,0 0-27-16,0 0-9 0,8 0 14 15,13 0 18-15,4 0 7 16,4 0-36-1,2 0 17-15,-2 0-27 0,6 0 3 16,-6 0-6-16,-2 0-3 16,-7-4-15-1,-2 0-20-15,-5-3-36 0,-11 4-54 16,-2-2-176-16</inkml:trace>
  <inkml:trace contextRef="#ctx0" brushRef="#br0" timeOffset="153294.7">9121 15248 91 0,'0'0'95'0,"0"0"-3"0,0 0-9 0,0 0-46 16,0 0-16-16,0 0 18 15,0 0 24-15,0 0-23 16,-9 0-14-16,9 0 32 16,0 0-29-16,-2 0 5 15,2 0-21-15,-2 0-9 16,2 1 1-16,0-1-1 16,-2 0 15-16,2 3-18 15,0-3 36-15,-4 0-17 0,4 6 4 16,-4-6-22-1,-2 4-2-15,4-4 8 16,2 0 0-16,0 0 17 16,-2 0 17-16,0 0 18 15,2 0-44-15,0 0 0 16,0 0-8-16,-3 0-10 16,3 0 2-16,-2 0-3 15,2 0 3-15,0 0 0 0,0 0-4 16,0 0 13-16,0 0-16 15,0 0 17-15,0 0-13 16,0 0 6-16,0 0-4 16,0 0 1-16,0 0 0 15,0 0 5-15,0 0-4 16,0 0-2-16,0 0 6 16,0 0-10-16,0 0 10 15,0 0-4-15,2 0-1 0,3 0 0 16,-3 0 0-16,6 0 0 15,0 0 5 1,-2-4-4-16,-1 4 16 0,3-9-14 16,2 6 0-16,-4-3-1 15,-1 0 4 1,1 2-3-16,-1 0-2 0,-5 4 5 16,9-4-3-16,-5 0 13 0,1-2-14 15,-3-1 12 1,2 6-7-16,3-4 1 0,-3-3-4 15,1 3-4 1,4-4 1-16,-3 8 0 16,-1-3 6-16,-1 0-5 15,4-1 9-15,-2 1-4 0,0-8-8 16,3 11 6 0,-1-9-4-16,0 3-1 0,1 1 2 15,-1-4-2-15,0 5 5 0,0-6-8 16,1 7 12-1,-2-2-11-15,2-2 10 16,-2 0-12-16,1 2 4 16,2-1 0-16,-1 3 0 15,-1-1 0-15,-1-1 0 16,2 6 7-16,-2-6-8 16,-1 2 9-16,3-2-14 15,-2 4 12-15,2-7-7 16,-3 2 2-16,3 6-1 0,-2-8 4 15,2 1-3-15,0 2 8 16,-3-2-5-16,4-1 13 16,-2 7-16-1,-1-2 17-15,-1-3-16 0,0 3-2 16,2-2 8-16,-3 6-7 16,1-6-2-16,-2 4 8 15,-1-2-8-15,-1 4 9 16,-2-2-14-16,5-2 13 15,-1 4-13-15,3-5 6 0,-3 1 0 16,5-1 0 0,0-3 2-16,2 2-6 15,-2-2 12-15,3 4-9 16,-4-4 7-16,-1 6-8 0,-3-4 2 16,1 6 0-1,0-3 0-15,1 0 2 0,3-3-6 16,2-2 9-16,-2-2-7 15,2 7 8-15,-3-5-10 16,0 7 9-16,1-4-6 16,-3-4 1-16,3 5 0 15,0 0-1-15,0-5 6 16,-1 1-2-16,2 7 2 16,-1-8 1-16,-1 3 1 15,4-2-6-15,-3 3 2 16,2-4-1-16,-2 5-2 0,0-1 1 15,-3-2-5-15,-1 4 9 16,3 0-9 0,0 0 17-16,0-2-21 0,1-1 15 15,3 2-11 1,-2-6 4-16,3 4 0 0,-1 0-1 16,-1-5 4-16,3 6-9 15,-6-1 16-15,-1 0-17 16,2 4 18-16,0-2-17 0,-2-2 8 15,6 2-2 1,-6-3 0-16,2 2 0 0,1 0-3 16,2-2 10-1,1-1-8-15,0 0 11 0,1-2-15 16,-3 3 10 0,1 2-9-16,-2 0 5 0,-1 0-1 15,1 1 0-15,-2-2 1 16,1 0-8-16,0 1 15 15,-2-1-12-15,2 0 13 0,-1-1-11 16,4 3 4 0,-1-4-2-16,-3 2 2 0,6-4 2 15,-1 1-8 1,-4 2 10-16,3-1-3 0,-4 2 5 16,3-4-9-1,-1 3 6-15,-2 1 1 16,-3 2-6-16,-1 1 0 0,2-2-2 15,0 0 6-15,2 5-11 16,-1-9 15-16,4 1-14 16,-2 3 15-16,0-4-12 15,2 3 3-15,-2 3 0 16,-2-6 0-16,-1 4 1 16,-2 0-5-16,6 1 8 15,-1-5-5-15,-1 0 10 0,3 3-16 16,-1-2 12-1,-4-1-10-15,5 4 5 0,-1-6 0 16,-2 10 0 0,1-6 2-16,0 2-6 15,4-1 11-15,-2 0-9 16,-1 0 10-16,3 0-15 0,3-2 10 16,-5 1-3-1,2 1 0-15,-2 0-2 0,-2-3-4 16,-5 7 12-16,5 0-8 15,-2-4 12-15,2 0-20 16,2 0 20-16,1-1-15 0,-2 1 5 16,3-3 0-1,1 1-4-15,1-2 9 16,4-2-13-16,-1 2 18 16,-1-4-12-16,-1 4 6 15,-3 2-4-15,-2 0 2 16,-2 3-2-16,0-2 0 15,4 1-1-15,1-6-5 0,-3 3 12 16,5 1-11-16,-3 1 17 16,-1-1-16-16,-2-1 11 15,3 0-5-15,1 0-2 16,-3 0 7-16,3-1-7 16,-1 1 7-16,-2 4-10 15,3-3 9-15,-6-3-11 16,3 4 16-16,3-2-16 15,-3 1 5-15,0 0 0 16,-2-4-2-16,2 5 2 0,3-2-1 16,-3-1 6-1,-3 2-10-15,6-1 21 0,-5 1-24 16,-1 2 13 0,6-3-10-16,-3 5 5 0,3-6 0 15,-3 0-5-15,4-1 13 16,1-2-20-16,4-1 25 15,-5 4-21-15,-1 3 17 16,-1 1-11-16,-4-3 4 16,5 3-4-16,-1-4 1 15,1 4 1-15,1-5 0 16,3 2 3-16,1-1-5 16,2-3 15-16,-8 1-15 15,7 2 8-15,-4 0-1 0,-1 1-5 16,-2 0 1-16,1 3-1 15,-1-3 2-15,1 1-9 16,1-2 14-16,1-1-9 16,2-1 11-16,-2 2-11 15,-1 0 4-15,1 0-4 16,-5 1 1-16,-2 6 1 16,-4-3-2-16,3 0 4 15,1 0-4-15,-3 0 9 0,6 2-14 16,-3-4 14-1,-3 4-6-15,-2-2-1 16,2 5 0-16,-4-2 0 16,0 1 5-16,2 1-6 0,3-5 5 15,-1-1-7 1,4-1 12-16,1 0-9 0,-3 0 0 16,4 2 0-1,-5 0 0-15,3-2 1 16,-5 6-10-16,4-2 20 0,-7 2-15 0,3-4 17 15,-3 6-22 1,2 0 17-16,-2-4-13 0,-2 2 5 16,7-2 0-1,-2 4 0-15,-3-2 2 16,0 2-6-16,3-3 8 16,-3 3 2-16,0 0 1 15,-2 0-9-15,0-1 5 16,0 1-3-16,0-2 2 15,0 2 1-15,0 0-6 16,2 0 10-16,-2-3-4 16,2 2 5-16,1-3-4 0,-1 4 3 15,2-3-11-15,-2 0 4 16,3 1 0-16,-2 0-2 16,1 2 4-16,-2-2-9 15,-2 2 14-15,0 0-11 16,0 0 15-16,0 0-20 0,0 0 9 15,0-2-9 1,0 2-8-16,0-2-7 0,0 2 15 16,0 0-9-1,0 0 11-15,0 0-10 0,0 0 7 16,0 0-71 0,-14 0-152-16</inkml:trace>
  <inkml:trace contextRef="#ctx0" brushRef="#br0" timeOffset="164517.13">9709 13896 66 0,'0'0'279'0,"0"0"-204"0,0 0-51 15,0 0 9-15,0 0 11 16,0 0 22-16,0 0 84 0,0-24-28 16,0 24-11-1,0-2-61-15,0 0-16 0,0 0-17 16,0 0-10-16,0-2-3 15,0 2 15-15,0 0 25 16,0 0-19-16,0 2 25 16,0-2-28-16,0 2 21 15,0-2-35-15,0-2 13 16,0 4-19-16,0-5 0 16,0 3 1-16,0-1 1 0,0 0 7 15,0 3-5-15,0 0 9 16,0 0-13-16,0 0 9 15,0 0-10-15,0 0-1 16,0 0-2-16,0 6-15 16,0 7 15-16,0 5 4 15,0 8-13-15,0 5 23 16,0 4-25-16,-2 10 24 16,-11 3-15-1,-7 4 4-15,-9 0 0 0,4 0 0 16,1-5-18-16,-1-8 18 0,9-7-25 15,6-9 12 1,5-7-8-16,5-7 5 16,0-4-42-16,15-5-43 15,4 0-22-15,-4-9-264 0</inkml:trace>
  <inkml:trace contextRef="#ctx0" brushRef="#br0" timeOffset="165463.19">9959 13896 393 0,'0'0'166'0,"0"0"-51"0,0 0 29 0,0 0-44 16,0 0-56-16,134-19-40 16,-117 14-4-16,4 5 0 15,-3 0-8-15,-3 0 3 16,-4 0-14-16,-4 0 8 0,-3 11-2 15,-4 2 2 1,0 13 15-16,0 2-8 0,-22 5 2 16,-7 5-10-1,2-7-1-15,2 0 4 0,4-5 9 16,7-7 15 0,1 2 25-16,6-6-34 0,2-7 25 15,3 3-19-15,0-3-5 0,2 0-7 16,0 1 0-1,0-1 7-15,0-8 1 16,0 6 17-16,7-3-3 16,6-3 18-16,8 0-33 0,-4 0 9 15,1 0-9 1,5-4-14-16,-6-6-9 16,3 2-12-16,-5 4-8 15,-1-2-86-15,-7 4 8 16,-1 0-26-16,-6 0-64 0</inkml:trace>
  <inkml:trace contextRef="#ctx0" brushRef="#br0" timeOffset="165883.27">9956 14111 364 0,'0'0'412'0,"0"0"-374"0,0 0 150 0,0 0-64 0,0 0-67 15,0 0-17-15,98-33-35 0,-75 29 2 16,-5-1-3-16,5-3-8 15,-6 2-31-15,-6-1-35 16,0 3-66 0,-2 3-91-16,-2-3-31 0</inkml:trace>
  <inkml:trace contextRef="#ctx0" brushRef="#br0" timeOffset="166533.27">10467 13741 346 0,'0'0'69'0,"0"0"74"0,0 0-24 16,0 0-52-16,0 0 21 15,0 0-7-15,13-2 4 16,-13 2-27-16,0 0-42 15,0 0 7-15,0 1-15 16,4 8 35-16,-1 4-15 16,-3 1 20-16,0 6-26 15,3 2 3-15,-3 4-1 16,0 0-17-16,0 8 9 16,0-5-13-16,0 0-1 15,0-2 7-15,0-1-17 0,0-2 17 16,0-2-15-16,-6-5 6 15,0 0-4-15,-1-3 4 16,-1-2-21-16,-2 0 12 16,-3-2-24-16,7-2-2 15,-6 2-84-15,3-2 16 16,3-5-130-16,-1 2-100 16</inkml:trace>
  <inkml:trace contextRef="#ctx0" brushRef="#br0" timeOffset="173910.37">11319 14927 142 0,'0'0'180'0,"0"0"-161"0,0 0 23 31,0 0 62-31,0 0-35 0,0 0-12 0,0 0 7 16,0 0 3 0,0-32-19-16,0 30-25 15,0 0-1-15,0-1 2 16,0 2 21-16,0 1 13 0,0 0 15 16,0 0-48-1,0 0 5-15,0 0-10 16,0 0 11-16,0 0-22 15,0-6-7-15,0 6-1 16,0 0 8-16,0 0-15 16,0 0 13-16,0 0-14 0,0 0 2 15,0 0 3-15,0 12-3 16,0 0 5-16,2 10 14 16,0 0-13-16,0 4 9 15,-2 7-2-15,0-8-7 16,0 7 1-16,0 0-4 15,0-2-11-15,0-3-5 16,0-12 6-16,0-7-22 16,0-8-31-16,0 0-37 0,0 0 10 15,4-1-44 1,5-20-41-16,3 2-202 0</inkml:trace>
  <inkml:trace contextRef="#ctx0" brushRef="#br0" timeOffset="174543.37">11400 14841 336 0,'0'0'200'0,"0"0"-164"0,0 0 51 0,0 0-9 16,0 0-2-16,0 0 4 15,0 0 17-15,0 0-50 16,0 0-6-16,7 0-11 16,15 6 58-16,5-6-43 15,2 0-3-15,-2 0-33 16,6 0 10-16,-4 0-19 15,1 0 0-15,-6 0-1 16,0 0-7-16,-4 0 8 16,-1 0-27-16,-6 0-2 0,-3 0-56 15,0 0-30-15,-8 0-139 16,-2 0-114-16</inkml:trace>
  <inkml:trace contextRef="#ctx0" brushRef="#br0" timeOffset="175073.33">11587 15037 323 0,'0'0'358'0,"0"0"-331"16,0 0 39-16,0 0 1 0,0 0-27 15,0 0-17 1,0 0 24-16,0 0-4 0,0 0 7 15,0 0-23 1,0 2-5-16,0 2-14 0,0 0-6 16,0 1-4-1,-2-2 4-15,2 0-7 0,0-3 15 16,0 0-16 0,0 0 12-16,0 0-12 0,0 0-15 15,0 0-107-15,0 0-157 16</inkml:trace>
  <inkml:trace contextRef="#ctx0" brushRef="#br0" timeOffset="190813.45">12641 17034 406 0,'0'0'40'0,"0"0"-40"0,0 0-42 16,0 0 19-16,0 0-71 16,0 0-36-16,0 0-1 0</inkml:trace>
  <inkml:trace contextRef="#ctx0" brushRef="#br0" timeOffset="-172739.61">13350 15123 5 0,'0'0'717'0,"0"0"-648"0,0 0 47 0,0 0-1 16,0 0-51 0,0 0-23-16,0 0-32 0,-34-50 6 15,34 46 18-15,-2 1 13 16,2 3 0-16,0 0-29 15,0 5-12-15,0 21 1 16,4 14-6-16,13 14 1 16,3 7 5-16,-3-1-6 0,-1 2-2 15,-3 0 1 1,-4 0-14-16,-9-3 10 16,0-10-2-16,0 0-1 15,0-19-5-15,-7-11 10 16,-1-14-23-16,-1-5 26 15,-3-8 0-15,4-28-29 16,-3-11 20-16,6-14 1 16,2-12 1-16,3-3 14 15,0-6-12-15,21 5 6 16,1 0-1-16,10 13 1 0,-6 17 4 16,-4 23-10-1,3 24 6-15,-9 6-11 0,-3 34-17 16,-1 23 25-16,-12 3-63 15,0 9-77-15,-8 2-26 16,-11 0 120-16,-2 5 48 16,3-8 23-16,7-12 40 15,7-17-2-15,4-18-31 16,4-23-20-16,21-4 4 0,15-4 40 16,5-23 14-1,1-4 16-15,1 5-1 0,-13 16-35 16,-1 10-47-16,-8 0-2 15,-8 25 1-15,-5 17-33 16,-4 3-37-16,-8-1-198 16,0-12-311-16</inkml:trace>
  <inkml:trace contextRef="#ctx0" brushRef="#br0" timeOffset="-172423.22">13777 15623 817 0,'0'0'77'0,"0"0"-56"0,0 0 32 0,0 0-4 0,0 0 17 0,6 112-34 15,11-91-32 1,8-6 0-16,4-5 0 0,2-6 15 16,2-4-5-1,-2 0 6-15,1 0-11 16,-5 0-4-16,-8 0-1 16,-1-6-47-16,-7-7 24 0,-9 1-179 15,-2-7-63-15</inkml:trace>
  <inkml:trace contextRef="#ctx0" brushRef="#br0" timeOffset="-172223.43">13748 15647 705 0,'0'0'7'0,"0"0"4"16,0 0 49-16,0 0-57 16,0 0-3-16,0 0-52 15,117-100 1-15,-117 69-103 0</inkml:trace>
  <inkml:trace contextRef="#ctx0" brushRef="#br0" timeOffset="-172090.23">13849 15404 75 0,'0'0'730'0,"0"0"-730"0,0 0 21 16,0 0 12 0,0 0-33-16,0 0-6 0,53 0-108 15,-43 0 13 1,-4 0-122-16</inkml:trace>
  <inkml:trace contextRef="#ctx0" brushRef="#br0" timeOffset="-171763.28">14134 15659 810 0,'0'0'58'16,"0"0"33"-16,0 0-23 15,0 0 7-15,0 0 9 0,0 0-8 16,50-80-20-16,-37 44-27 15,-2 1 0-15,5 10-23 16,-3 4-6 0,-2-1-5-16,-4 11-12 0,-5 11-12 15,-2 0 19 1,4 0-25-16,3 25-5 16,2 15 40-16,2 14 2 0,0 9-2 15,3-6-59-15,1-7-28 16,5-9-205-16,-5-11 188 0,-1-8-177 15,-7-8 184 1,-7-6-100-16</inkml:trace>
  <inkml:trace contextRef="#ctx0" brushRef="#br0" timeOffset="-171543.27">14234 15731 883 0,'0'0'79'15,"0"0"-60"-15,0 0 48 16,0 0-48-16,0 0-19 16,0 0-41-16,129-32-95 15,-112 14-25-15,-5-1 11 16,2 2-209-16</inkml:trace>
  <inkml:trace contextRef="#ctx0" brushRef="#br0" timeOffset="-171273.61">14523 15529 570 0,'0'0'180'0,"0"0"-103"0,0 0 26 15,0 0-3-15,0 0-72 0,0 0 9 16,46 104-37-1,-40-75-19-15,-4 0 17 0,-2-2 2 16,3-2 3 0,4-2 6-16,-1-6 21 0,7-2-17 15,6-7 4 1,8 1-14-16,2-9 20 0,4 0-15 16,7 0-8-1,0-9 0-15,-2-4-28 0,2 1-52 16,-7 6-113-16,-8 2-29 15</inkml:trace>
  <inkml:trace contextRef="#ctx0" brushRef="#br0" timeOffset="-169543.48">13876 10010 289 0,'0'0'110'0,"0"0"23"0,0 0-39 16,0 0-17-16,0 0-6 15,0 0 4-15,-3 0 42 0,3 0-63 16,0 0 4-16,0 0-8 15,0 0 11-15,0 0-30 16,0 0 9-16,0 0-2 16,0-3 5-16,0 0-10 15,0-1-3-15,0-2 22 16,0-2-38-16,0-2 9 0,6-3-23 16,4 4 9-1,5-1-9-15,-1 2-1 0,1 4-5 16,4 4-12-16,-13 0-2 15,8 0-30-15,-7 18 45 16,-5 12-25-16,-2 16 27 16,0 15 0-16,-13 6-10 15,-10 5 2-15,-4-4 7 16,7-3-1-16,1-11 10 16,5-8 4-16,7-8-8 0,7-10 14 15,0-6-11-15,0-7-8 16,21-6-4-1,10-2 8-15,2-3 1 0,3-3 0 16,1-1-2 0,-4 3 7-16,-3-3-15 15,-8 4-5-15,-7-4 12 0,-5 2-32 16,-4-2-5-16,-4 0-29 16,-2 0-51-16,0 0-74 15,0 0-23-15,0 0-325 16</inkml:trace>
  <inkml:trace contextRef="#ctx0" brushRef="#br0" timeOffset="-169308.41">13742 10393 916 0,'0'0'176'0,"0"0"-160"0,0 0 127 0,137-61-99 15,-100 40-32-15,-10 3-12 16,-5 0-20-16,-6 0-6 0,-1 4-31 16,-3-3-43-1,-4 3-240-15</inkml:trace>
  <inkml:trace contextRef="#ctx0" brushRef="#br0" timeOffset="-168993.2">14369 10332 913 0,'0'0'25'0,"0"0"129"16,0 0-74-16,142-11-59 0,-111-1-7 15,-9-3-28 1,-11 3-19-16,-6-1 8 0,-5-3-61 16,0-3-238-1</inkml:trace>
  <inkml:trace contextRef="#ctx0" brushRef="#br0" timeOffset="-168813.53">14377 10132 1059 0,'0'0'148'0,"0"0"-143"15,0 0 2-15,0 0 5 16,0 0-8-16,0 0-4 0,85-15-53 16,-63-3-51-16,0-3-149 15,1 5-186-15</inkml:trace>
  <inkml:trace contextRef="#ctx0" brushRef="#br0" timeOffset="-168243.36">15066 10203 729 0,'0'0'74'0,"0"0"-16"0,0 0 42 16,0 0-44-1,0 0-38-15,0 0 34 0,60 81 32 16,-20-81-20-16,5-27-5 16,-1-15-45-1,-6-6 55-15,-12-2-62 0,-16 7 5 16,-10 7-10 0,0 2-4-16,-23 14-16 0,-8 10-14 15,-13 10 21-15,-3 0-8 16,-5 26 15-16,8 6 8 15,13 0-12-15,10-3 7 0,17-5-2 16,4-1-1 0,0-3-5-16,25-4 4 15,10-2 5-15,9-4 11 16,6-3-1-16,1 3 43 16,-6 4-41-16,-6 2 7 15,-6 8-13-15,-12-1-12 0,2 8-3 16,-5-5-12-16,-7 4-17 15,0-2 12-15,-11-5-56 16,0-2-116-16,0-11-190 16</inkml:trace>
  <inkml:trace contextRef="#ctx0" brushRef="#br0" timeOffset="-167827.65">15850 9850 647 0,'0'0'354'0,"0"0"-353"0,0 0 55 15,0 0-15 1,0 0 24-16,0 0-5 0,71 50-44 15,-56-24-1-15,-1 2-10 0,-3 2 7 16,-3 0-3 0,-6 6-18-1,-2-8-5-15,0 6-21 0,0-8-47 16,0-10-58-16,0-6-201 0</inkml:trace>
  <inkml:trace contextRef="#ctx0" brushRef="#br0" timeOffset="-167593.29">15776 10054 1170 0,'0'0'8'15,"0"0"60"-15,0 0-6 16,0 0-12-16,152 28-26 15,-117-38-9-15,-4-8-15 16,-2 1-7-16,-4-6-52 16,-2 3-10-16,-6 2-107 15,-1 1-250-15</inkml:trace>
  <inkml:trace contextRef="#ctx0" brushRef="#br0" timeOffset="-167027.21">16374 9426 575 0,'0'0'282'0,"0"0"-271"15,0 0 139-15,0 0-72 16,42 112-12-16,-31-63-39 16,-2-4 0-16,-2 5-10 15,-1 3-10-15,-1-7 20 16,-3-2-17-16,-2-6 0 15,0-7-7-15,0-12 2 16,0-6 0-16,0-9-8 0,0-4 3 16,0 0-10-1,2-2 4-15,14-20-2 0,9-4-1 16,2-4 16 0,6 4-20-16,-2 3 18 15,2 11-10-15,-1 8 5 0,3 4-3 0,3 0-1 16,-5 15 1-1,-4 4-8-15,-4 2 12 16,-14 2-2-16,-11 6 2 16,0 5-7-16,-24 12 14 15,-28 6 17-15,-12 2-25 16,-3 0 0-16,7-8 0 0,8-17-43 16,10-11-52-1,11-14-170-15,11-4-174 16</inkml:trace>
  <inkml:trace contextRef="#ctx0" brushRef="#br0" timeOffset="-166683.38">16917 9846 557 0,'0'0'9'0,"0"0"92"0,0 0 62 0,0 0 5 15,0 0-101-15,0 0-18 16,27 98-5-16,-15-70 11 16,3-1-54-16,1-8 10 15,5 0-6-15,4-6-10 16,-2-6-1-16,1 0-28 16,-2-7-13-16,-4 0-58 0,-7-14-224 15</inkml:trace>
  <inkml:trace contextRef="#ctx0" brushRef="#br0" timeOffset="-166497.57">17044 9681 1186 0,'0'0'36'0,"0"0"-17"0,0 0-5 15,0 0-14 1,0 0-17-16,0 0-163 0,76-68-550 16</inkml:trace>
  <inkml:trace contextRef="#ctx0" brushRef="#br0" timeOffset="-165331.72">13918 11397 900 0,'0'0'159'0,"0"0"-152"0,0 0 55 16,0 0 6-16,121-68-22 15,-88 58-9-15,-4 9-23 0,-6-2-8 16,-4 3-7-16,-3 0 4 15,-1 0-6-15,-10 22-4 16,-5 9-6-16,0 4 12 16,0 6-4-16,-13 8 3 15,-3-3 2-15,0 2-3 16,0-1 13 0,6 0-20-16,3-7 13 0,7-10-11 15,0-6 6-15,9-15-1 0,15-4 1 16,10-5 4-1,3 0 2-15,4 0-4 16,1-13-8-16,-2 2-9 16,-5-3 0-16,-6 2-78 15,-2 4 51-15,-13-2-157 16,-14 3-96-16,0 5-196 16</inkml:trace>
  <inkml:trace contextRef="#ctx0" brushRef="#br0" timeOffset="-165063.13">13933 11637 606 0,'0'0'348'0,"0"0"-340"0,0 0 125 0,0 0-27 16,0 0-62-16,123-6-32 15,-94 1-12 1,4-3-18-16,-1-9-23 0,-1 3-113 16,-4-7-228-16</inkml:trace>
  <inkml:trace contextRef="#ctx0" brushRef="#br0" timeOffset="-164477.88">14700 11546 974 0,'0'0'108'0,"0"0"-105"0,0 0 121 0,0 0-113 16,125 5-4-16,-94-5-7 15,-2 0-8 1,-9 0-6-16,-5 0-51 0,-7 0-26 16,-8 0-172-16,0 0-52 15</inkml:trace>
  <inkml:trace contextRef="#ctx0" brushRef="#br0" timeOffset="-164295.8">14685 11418 661 0,'0'0'448'15,"0"0"-430"-15,0 0 59 0,0 0-61 16,142 0-16-16,-111-6-29 16,3-3-118-16,-8 3-161 15,1-1-304-15</inkml:trace>
  <inkml:trace contextRef="#ctx0" brushRef="#br0" timeOffset="-163463.25">15369 11480 308 0,'0'0'63'0,"0"0"5"0,0 0 77 0,0 0-52 0,0 0-45 15,0 0 59-15,-11 28 14 16,11-20-30-16,0-2-44 0,0 2-26 16,4-5 29-1,11-3-19-15,4 0 11 16,3 0-11-16,2-21 22 16,7-15-13-16,-4-10-25 0,-5-5-11 15,-5 1-4-15,-13 8-4 16,-4 11-17-1,-12 6 13-15,-17 16-11 0,-6 9 5 16,-7 3-15-16,-1 28 24 16,5 9-4-1,7 1 9-15,11 0-1 0,9-5 11 16,11-8-16-16,0-12 6 16,6 0-2-1,19-10-8-15,8-4 10 0,6 2 7 16,3-4 10-16,6 4 6 15,-3 3-19-15,-3 4 1 16,-11 9 8-16,-8-2-26 16,-12 8 6-16,-2-1-39 15,-6 2-9-15,-3-1-89 16,0-5-186-16,2-11-341 16</inkml:trace>
  <inkml:trace contextRef="#ctx0" brushRef="#br0" timeOffset="-163217.74">15926 11522 834 0,'0'0'341'0,"0"0"-296"0,0 0-7 0,35 136-38 15,-31-100-18-15,-4-5-146 16,0-2-346-16</inkml:trace>
  <inkml:trace contextRef="#ctx0" brushRef="#br0" timeOffset="-162833.5">16300 11514 888 0,'0'0'5'16,"0"0"132"-16,9-127-17 15,-4 65-47-15,1-7-14 0,-2 2-21 16,1 0-36-16,-3 9 32 15,0 13-29 1,-2 10-6-16,0 18 1 0,0 8-1 16,0 9-32-16,0 0-52 15,0 9-133 1,0 17-201-16</inkml:trace>
  <inkml:trace contextRef="#ctx0" brushRef="#br0" timeOffset="-162533.17">16395 11368 505 0,'0'0'98'0,"0"0"-3"15,0 0-21-15,0 0-27 16,146-59 8-16,-113 53-43 15,5 6 14-15,-5 0 29 0,-2 0-28 16,-2 15 21-16,-6 3-42 16,-7 3-6-16,-10 1 2 15,-6 2-10-15,-8 7 20 16,-35-1-24-16,-4 2 24 16,-6-6-9-16,-3-4-3 15,4-6-5-15,4-4-37 16,-2-8-184-16,8-4-346 15</inkml:trace>
  <inkml:trace contextRef="#ctx0" brushRef="#br0" timeOffset="-161933.16">15200 10987 961 0,'0'0'74'0,"0"0"-57"0,0 0 9 15,0 0-5-15,-68 118 17 16,37-54-35-16,4 4 26 16,10-2-7-16,13 0-2 15,4-3-20-15,0-9 0 0,19-3-13 16,6-5-56 0,4-7-5-16,4-5-45 15,5-14-65-15,5-6-268 0</inkml:trace>
  <inkml:trace contextRef="#ctx0" brushRef="#br0" timeOffset="-161383.42">16881 10925 969 0,'0'0'90'0,"0"0"-48"0,77 151 47 16,-51-102-74-16,3-5-12 16,0-4 2-16,0 2-9 0,-7 0 4 15,-1 4 0-15,-13 7-3 16,-8 5-1-1,0 4-20-15,-29 2-175 0,-13-3-735 16</inkml:trace>
  <inkml:trace contextRef="#ctx0" brushRef="#br0" timeOffset="-159488.5">12510 13870 335 0,'0'0'342'0,"0"0"-338"0,0 0-8 15,0 120 8 1,0-88 52-16,0-2-2 0,0 2 26 16,0 3-13-16,0-5 9 15,0 2-38-15,2 3-2 16,0 2-13 0,0 1-23-16,-2 3 12 0,0 4-8 15,0-8 5-15,0-5-8 16,-6-2 14-16,-3-10 15 0,3-4-10 15,-2-4-3 1,8-2-12-16,0-10-5 0,0 0 5 16,0 0 5-1,0 0-7-15,0-18 18 0,0-5-20 16,12-4 7 0,3-3-2-16,3-1 0 15,3 3-6-15,0 6-6 0,0-1 4 0,-1 7-15 16,0 5 8-1,-4 3-25-15,5 2 23 0,-2 4-24 16,-1 2 16 0,-3 0 4-16,-1 0 3 15,-3 10 8-15,-5 7 4 16,-2 6-3-16,-4 2 15 0,0-2-12 16,-8 4 14-1,-19-5 18-15,-6-5 2 16,-1 2-26-16,1-7-8 0,6-3 0 15,9-3 0 1,5 1-10-16,4-7-25 16,3 0-150-16,-2 0-277 15</inkml:trace>
  <inkml:trace contextRef="#ctx0" brushRef="#br0" timeOffset="-158051.7">10070 15756 119 0,'0'0'44'0,"0"0"-19"0,0 0 75 15,0 0-9-15,0 0 25 16,0 0-34-16,0 3 15 0,0 4-49 15,0 2 22-15,0 1-27 16,0 3 6-16,0-5-23 0,0 1-8 16,5 1-8-1,-1 0-5-15,6 3 38 16,0-5-5-16,5 9 22 16,6-7-56-16,4 3 17 0,1-7-14 15,3-3 1-15,3-3 18 16,-1 0-12-1,0-3 3-15,2-18 5 0,-6-1-1 16,-5-4-5-16,-4-9-3 16,-5-4-7-1,-6 1-4-15,-4 0-2 16,-3 6-2-16,0 4-2 0,-14 6-10 16,-11 1 8-16,1 7-13 15,0 5 16-15,-1 9-26 16,0 0 27-16,10 4-9 15,1 23 7-15,3 8 1 16,5 4-3-16,4 3-3 0,0-3-3 16,2-3 8-1,0-4 5-15,0-10-6 16,10-3 10-16,5-6 9 16,8-9-14-16,4 0 1 15,0-4 44-15,-3 0-39 0,1 0 5 0,-10-4-2 16,-2 4 2-1,3 0-10-15,5 4 8 0,-2 21-8 16,6 0 9 0,-3 6-9-16,1-8-2 0,1-2 1 15,0-15-20 1,3-6-49-16,2 0-48 0,-4-14-59 16,0-13 5-1,-10-5-156-15</inkml:trace>
  <inkml:trace contextRef="#ctx0" brushRef="#br0" timeOffset="-149993.47">12240 16713 585 0,'0'0'121'0,"0"0"-61"16,0 0 46-16,0 0-29 0,31 129-12 16,-28-92-1-16,-3 4-18 15,0 7-4-15,0 1-13 16,0-4-5-16,-7-5 2 15,5-13-26-15,0-14-2 16,-1-4-13-16,1-9-88 0,-4 0-77 16,6 0-171-1</inkml:trace>
  <inkml:trace contextRef="#ctx0" brushRef="#br0" timeOffset="-149259.78">12568 16637 442 0,'0'0'170'0,"0"0"-66"0,0 0-13 0,0 0-12 16,0 0 51-16,0 0-62 15,87 0 8 1,-58 0-43-16,-6 0 4 0,-2 0-33 16,-5 5 3-16,-5 4-2 15,1 5-2-15,-6 8-1 16,-6 9-2-16,0 0-3 16,0 10-4-16,0-1 4 15,-12 0-13-15,2 0 14 16,-1-4 2-16,3-2 3 15,6-6 1-15,2-2-8 0,0-8-3 16,0-3-42-16,2-12 1 16,10 1-11-16,-1 1 35 15,7-5 19-15,0 0 5 16,0 0 0-16,-1 0-1 16,3-12-1-16,-1-7-18 0,-2 1 8 15,-3 5-77 1,-3-4 42-16,-7 7-88 15,0 6-62-15,-4-1-101 16</inkml:trace>
  <inkml:trace contextRef="#ctx0" brushRef="#br0" timeOffset="-148943.42">12697 16881 700 0,'0'0'121'0,"0"0"-68"0,0 0 47 0,0 0-14 15,0 0-50 1,0 0-4-16,0 0 15 0,76 37 3 16,-63-37-30-1,1 0-20-15,-1 0-11 16,0-12-67-16,-3 2-68 0,3 1-137 16,-5 1-163-1</inkml:trace>
  <inkml:trace contextRef="#ctx0" brushRef="#br0" timeOffset="-148493.6">13065 16629 425 0,'0'0'249'15,"0"0"-239"-15,0 0-3 0,0 0 47 16,0 0 29-16,0 0 28 16,43 30-7-16,-35-3 2 15,1 5-50-15,-1 8-23 16,0 4-29-16,-8 2 24 16,0 2-21-1,0-2-5-15,-4 2 2 0,-8 0-4 16,8-7 0-16,1-5-3 0,3-14-13 15,0-8-81 1,0-14-75-16,0 0-142 0,0 0-179 16</inkml:trace>
  <inkml:trace contextRef="#ctx0" brushRef="#br0" timeOffset="-147649.79">13379 16379 575 0,'0'0'172'0,"0"0"-97"0,0 0-8 15,0 0-11-15,0 0 0 0,0 0 1 16,11-23 30-16,2 15-31 15,-1 7-23-15,3-3-16 16,1-1-14 0,-3 5-1-16,-2 0 3 0,-4 0-10 15,-2 9 8-15,-3 15-8 16,-2 6-3-16,0-2-16 16,0 10-8-16,0-1 10 15,0-2 10-15,-4-3 11 16,-1-5-7-16,0-10 8 0,3-3 19 15,2-10-10 1,0-4 10-16,0 0-18 16,0 0 4-16,0 0-3 15,0 0 6-15,2 0-1 16,16 0 1-16,-3 0-6 16,6-8 4-16,3 2-12 0,1-2 4 15,2 2-3 1,-3 2-39-16,0 1 0 15,-3 3-77-15,-8 0-89 0,-4 0-192 0</inkml:trace>
  <inkml:trace contextRef="#ctx0" brushRef="#br0" timeOffset="-145428.55">13904 17151 811 0,'0'0'206'0,"0"0"-152"0,0 0 2 16,0 0 1-16,0 0-1 15,0 0-5-15,0 0-26 16,95-27 15-16,-67 18-18 0,-3 0 16 15,-5 5-31 1,-3 4 9-16,2 0-4 0,-3 0-3 16,1 0-9-1,1 0-7-15,2 0-10 0,-7 0-28 16,-2 0-26 0,-6 0-16-16,-5-4-116 0,0-2-214 15</inkml:trace>
  <inkml:trace contextRef="#ctx0" brushRef="#br0" timeOffset="-145163.55">13912 17008 1036 0,'0'0'57'0,"0"0"30"16,0 0-5-16,0 0-37 0,122 0-32 15,-95 0 4-15,-3 0-16 16,-1-8-2-16,-3-2-2 16,-5-4-35-16,1 2-63 15,-3 2-198-15,-6 6-540 16</inkml:trace>
  <inkml:trace contextRef="#ctx0" brushRef="#br0" timeOffset="-142613.22">14889 16887 547 0,'0'0'144'0,"0"0"-143"15,0 0 22-15,0 0-11 16,0 0 60-16,0 0-8 0,-40 44 35 15,34-33-22 1,2 1-32-16,1-2 1 0,-1 6-25 16,4 4 22-16,0 3-40 15,0-2 5-15,13-3-5 16,5-1-6-16,4-4 6 16,3-3-2-16,6-6 19 15,2-4-16-15,5 0 22 0,-2-4-10 16,-2-10 5-1,-1-12-13-15,-4-2-7 0,-7-8 5 16,-6-8-9 0,-8-4 3-16,-6 4-13 0,-2 4 8 15,0 8-17 1,-17 10 16-16,-12 8-29 16,-4 14 1-16,-3 0-13 15,0 14 20-15,5 26-51 0,7 4 54 16,10 4 11-16,10 2 13 0,4-6-3 15,0-4 6 1,13-7-4-16,9-12 12 16,7-12-2-16,0-9-6 15,7 0 21-15,-3-13-3 0,-2-4 27 16,5-2-1 0,-9 5-20-16,-5 6 11 0,-1 8-33 15,-6 4 5-15,3 22-8 16,-3 6-4-1,-3 4 2-15,1-5-14 0,1-3-68 16,1-10-38-16,1-1-71 16,-8-4-204-1</inkml:trace>
  <inkml:trace contextRef="#ctx0" brushRef="#br0" timeOffset="-141943.49">15431 16288 781 0,'0'0'91'0,"0"0"-41"0,0 0 19 0,0 0-40 15,0 0 17-15,0 0 44 16,73 0-49-16,-46 0-2 15,-2-4-27-15,2 4 4 0,-9 0-13 16,1 0-6 0,-5 0-5-16,-9 18-14 15,-5 4 7-15,0 15-1 16,0 3 1-16,0 4 16 16,-5-8-4-16,-2 0 1 0,7-14-2 15,0-7 8-15,0-8-4 16,0-7 9-16,0 0-1 0,9 0-6 15,6-5 15 1,2-12 20-16,0 3-30 16,-1 1 2-16,-1 5-9 15,-1-1-9-15,-5 9-27 0,1 0-50 16,0 0-19 0,-4 0-165-16,-1 0-229 15</inkml:trace>
  <inkml:trace contextRef="#ctx0" brushRef="#br0" timeOffset="-141233.41">16177 16637 464 0,'0'0'362'0,"0"0"-279"0,0 0-4 0,0 0-24 0,0 0-31 16,0 0 26-16,10 72-21 0,-4-45 38 16,1 0-55-1,-3 8 0-15,0-3 2 0,1 0-2 16,-5 6-3-16,0-2-9 0,0 8 0 31,0-1-7-31,0-8-17 0,0-1-47 16,0-8-122-16,-2-11-301 15</inkml:trace>
  <inkml:trace contextRef="#ctx0" brushRef="#br0" timeOffset="-140953.23">16028 16929 80 0,'0'0'963'0,"0"0"-953"16,0 0-10-16,0 0 12 15,0 0 27-15,0 0-14 16,103 0 29-16,-82 0-31 16,6-9-21-16,-2 3-4 15,0-2-8-15,-3 2-49 16,-2-2-51-16,-6 3-153 16,-4-1-286-16</inkml:trace>
  <inkml:trace contextRef="#ctx0" brushRef="#br0" timeOffset="-140153.35">16679 16449 387 0,'0'0'164'0,"0"0"-158"0,0 0 116 0,0 0-9 15,0 0 4-15,0 0-50 16,29 28 30-16,-16 1-55 16,0 8-11-16,-3 7-30 15,-4 2 7-15,-6 7 3 0,5 4-4 16,-5-2 18 0,0-5-21-16,0-2 11 15,0-13 3-15,0-8-14 0,0-9 2 16,0-4-7-1,0-10 1-15,0-4 0 0,0 0 5 16,0 0-3 0,2 0 23-16,4-14-19 15,4-6-2-15,5-4 3 0,1-2-13 16,6-3 7-16,2 4-1 16,5 6 0-16,2 8-4 15,3 5-3-15,1 6-12 16,-1 0-3-16,-8 0 20 0,-3 6-3 15,-3 10 2 1,-9 2 2-16,0 6-17 0,-11 10 18 16,0 6 0-1,-11 10 16-15,-22 9 6 16,-7 3-19-16,-5-4 18 16,3-14-11-16,2-13-10 0,6-16-19 15,5-11-38-15,7-4 12 16,13-10-59-16,9-24-91 15,0-6-229-15</inkml:trace>
  <inkml:trace contextRef="#ctx0" brushRef="#br0" timeOffset="-139573.17">17305 16186 371 0,'0'0'384'0,"0"0"-322"0,0 0 1 0,0 0 37 16,0 0-58-16,0 0-37 15,42-5 33-15,-22 5-6 16,-5 0 16-16,-3 0-15 16,3 5-8-16,-5 13-24 15,-6 4 6-15,-4 10-1 16,0 3-3-16,-4 5-6 16,-12 1 13-16,-5 0-7 0,13-9 5 15,1-6-5-15,7-10-3 16,0-6-2-1,0-5-1-15,5-5-3 0,17 0 4 16,7 0 2 0,9-19 0-16,-3 1 0 0,-1 0-1 15,-3 6-44 1,-4 2-22-16,-3 10-262 0,-3 0 177 16,-10 0-249-1</inkml:trace>
  <inkml:trace contextRef="#ctx0" brushRef="#br0" timeOffset="-134658.61">12464 18125 313 0,'0'0'85'0,"0"0"-21"0,0 0-15 0,0 0-3 0,0 0-1 0,0 0-5 31,0 0 10-31,2 38-16 0,-2-28 25 16,0 0-29-16,0 6 5 16,4-2-19-16,-4 0 2 15,0 1-12-15,0-3 0 16,0 1 21-16,0 1-4 16,0-2 41-16,0-1-24 15,0-7 9-15,0-4-13 16,0 0 8-16,0 0-10 15,0-10 1-15,2-28 2 16,0-20-25-16,1-19 18 16,3-3-29-16,-2-3 16 15,-1 4-13-15,-3 4 2 0,0 11-5 16,0 24-1-16,0 15-1 16,0 10 0-16,0 11-8 15,0 4-32-15,0 0-33 16,0 0-130-16,3 14-148 15</inkml:trace>
  <inkml:trace contextRef="#ctx0" brushRef="#br0" timeOffset="-134008.8">12860 17668 519 0,'0'0'216'0,"0"0"-182"0,0 0 83 0,0 0 5 15,0 0-71-15,0 0-17 0,5 0-30 16,10 0 70-16,5-4-17 15,7 0-17-15,2-4-17 16,0 6-3-16,-3 2-20 0,-1 0 2 16,-7 0-5-1,-5 0-8-15,-6 6 9 0,-5 19-6 16,-2 17 5 0,0 3-8-16,-22 11 5 0,-1-1-20 15,1-1 24-15,7-10 2 16,6-4-1-16,4-8-9 15,5-6 18-15,0-8-16 16,0-5 6-16,9-4-2 16,6-2-4-16,2-6 7 0,2-1-1 15,1 0 1 1,3 0-2-16,-6 0 6 16,8 0-8-16,-3 0 12 15,-4 0-14-15,4 0-8 16,-6-1-34-16,-5-10-35 15,-2 1-116-15,-4-2-20 16,-5 6-48-16</inkml:trace>
  <inkml:trace contextRef="#ctx0" brushRef="#br0" timeOffset="-133673.33">12921 17914 384 0,'0'0'603'0,"0"0"-585"0,0 0 44 0,0 0 41 0,0 0-57 16,0 0-10-16,100-3-30 15,-76-3-3-15,2-2-3 16,-1-1-10-16,0-5-27 16,-1 7-69-16,-4-4-95 15,4 3-116-15,1 2-162 0</inkml:trace>
  <inkml:trace contextRef="#ctx0" brushRef="#br0" timeOffset="-133239.92">13517 17656 410 0,'0'0'224'0,"0"0"-172"16,0 0 43-16,0 0 80 16,0 0-85-16,0 0-45 15,15 30 37-15,-5-6-32 16,1 6-15-16,-3 6-26 0,0 5 19 16,-2 3-21-1,-6 9 7-15,0 1-10 16,0 5-8-16,0-7-8 0,0-6-17 15,0-8 2-15,7-18-81 16,1-16-94 0,4-4-123-16,-1-22-24 15</inkml:trace>
  <inkml:trace contextRef="#ctx0" brushRef="#br0" timeOffset="-132721.7">14058 18021 841 0,'0'0'68'0,"0"0"10"0,0 0 31 0,0 0-52 0,0 0-27 0,126 0-28 16,-107-9 19-16,-3 6-16 15,-3-1 9-15,-2 4-14 16,-1-1-3-16,-4-4-30 0,-2-3-33 16,-4-6-183-1,0 4-66-15</inkml:trace>
  <inkml:trace contextRef="#ctx0" brushRef="#br0" timeOffset="-132508.72">14085 17847 280 0,'0'0'895'16,"0"0"-878"-16,0 0-13 0,0 0 42 16,0 0-39-1,0 0 11-15,83 1-14 16,-59-1-8-16,1 0-2 0,-3-14-23 15,-2 7-66-15,1-3-113 16,-4 10-157-16</inkml:trace>
  <inkml:trace contextRef="#ctx0" brushRef="#br0" timeOffset="-131913.43">14693 18035 555 0,'0'0'214'16,"0"0"-172"-16,0 0 59 15,0 0 16-15,0 0-42 16,46 113-43-16,-33-74-30 15,-3 5 19-15,2-3 1 16,-3-1-5-16,-1-4 16 0,2-4-7 16,-4-10-24-1,3 0 3-15,0-10 1 0,-7-8-12 16,3-4 1-16,-5 0 3 16,0-20 2-1,0-17 29-15,0-20-4 0,-18-15-24 16,-2-5 8-16,0 1 0 15,4 6-11-15,7 7 7 16,9 9 3-16,0 14 8 0,0 4 5 16,0 15-8-1,0 2-13-15,11 11 0 0,1 2-7 16,1-2-9 0,7 5-6-16,2-8 9 0,0 3-10 15,-1-6-11-15,-6 5-35 16,-8 1-127-16,-7 3-473 15</inkml:trace>
  <inkml:trace contextRef="#ctx0" brushRef="#br0" timeOffset="-130893.61">14845 17762 373 0,'0'0'254'0,"0"0"-205"0,0 0-24 0,0 0 20 16,0 0-42-16,0 0-1 15,0 0 38-15,0-4 29 16,2 4 14-16,-2 0-12 16,0-4-12-16,0 4-32 15,0-4 4-15,0 4-14 16,0 0 24-16,0 0-2 0,0 0-18 15,2 0-8-15,7-6-13 16,5 2 15-16,9-5 0 16,6 1 23-16,8-1-35 15,9-1 31 1,10-2-27-16,0 1 1 16,2 0-8-16,-4-3-4 0,-6 4-6 15,-10-2-25-15,-9 2-10 0,-4 2-32 16,-14 8-82-1,-8 0-237-15</inkml:trace>
  <inkml:trace contextRef="#ctx0" brushRef="#br0" timeOffset="-130093.31">15375 18115 150 0,'0'0'404'0,"0"0"-394"0,0 0 22 0,0 0 68 15,0 0-38-15,0 0 17 16,0 0-6-16,-60 44 34 16,51-30-70-16,3 5-4 0,2-6-22 15,4 5 6-15,0-5 5 16,0 0 2-16,0-2 8 15,0-4-18-15,4 2 7 16,11-9-16-16,5 0 17 16,3 0-6-16,1-22 13 15,0-12-11-15,1-3-4 16,-5-4-5-16,0-8-9 16,-8 10-9-16,-12 2-16 15,0 15 19-15,0 8-28 16,-16 14 26-16,0 0-29 0,-2 14-9 15,1 18-6-15,1 8 9 16,3 4 30 0,5 0 10-16,0 6-6 0,8-10 18 15,0-5 4-15,0-11 6 16,6-16-13 0,13-8-2-16,5 0-4 0,3-8 61 15,4-15-13-15,-2 9-8 0,3 5-23 16,-9 5 12-1,-2 4-21-15,-6 0-15 16,3 13 7-16,-7 9-13 16,3 7-105-16,-4-4 58 0,-3 2-116 15,-2-10-176 1</inkml:trace>
  <inkml:trace contextRef="#ctx0" brushRef="#br0" timeOffset="-129577.35">15739 17852 621 0,'0'0'91'0,"0"0"-66"0,0 0 94 15,0 0-9-15,0 0-38 16,0 0-18-16,80-32-43 16,-78 54-2-16,-2 10-9 15,0 8-10-15,0 5-34 16,-9 1 25-16,0-6 19 16,0 0 0-16,7-10 25 0,0-2-20 15,2-12 6-15,0-6 0 16,0-10-11-16,4 0-3 15,9 0 3-15,3 0 25 16,2 0-20-16,0-4 18 16,-3-6-19-16,1 3-8 15,2 1-36-15,-3-3 28 16,2 9-58-16,-5 0-89 16,-3 0-119-16</inkml:trace>
  <inkml:trace contextRef="#ctx0" brushRef="#br0" timeOffset="-129226.15">16187 18056 504 0,'0'0'218'0,"0"0"-198"0,0 0 79 0,0 0-14 0,0 0-23 16,0 0 7-1,29 113-56-15,-25-77-13 16,0 4 0-16,1 4-4 0,-3 0 3 0,2-1 0 15,-4-9-25 1,5-13 12-16,-3-10-112 16,-2-7-64-16,2-4-54 15,-2-4-153-15</inkml:trace>
  <inkml:trace contextRef="#ctx0" brushRef="#br0" timeOffset="-128975.6">16129 18262 1088 0,'0'0'70'0,"0"0"-28"15,0 0 27-15,0 0-34 16,0 0-17-16,0 0-12 15,127-13-12-15,-108 0 3 16,6-3-15-16,-3-5-37 16,-3-1-60-16,0 8-172 15,-5-1-324-15</inkml:trace>
  <inkml:trace contextRef="#ctx0" brushRef="#br0" timeOffset="-128379.87">16578 17870 703 0,'0'0'320'0,"0"0"-254"15,0 0-36 1,0 0 7-16,0 0-7 16,0 0-30-16,31 135-14 0,-31-91 10 15,0-4 8-15,0 0 13 16,0 0-5-16,-4-5 23 15,2-8-35-15,-2-4 15 0,1-10-9 16,3-8-12 0,0-5 3-16,0 0-4 15,0 0 7-15,0-10 3 16,0-10 7-16,0-2-5 0,16-3 23 16,2 7-10-1,7 10-9-15,1-2-9 0,1 6 0 16,1 0-24-16,1 1 24 0,-4 3 0 15,0 0-17 1,-3 0 0-16,-7 0 10 16,-1 0-2-16,-3 17-8 15,-9 5 14-15,-2 4-7 0,0 10 10 16,0 4-3 0,-17 1 10-16,-10-1-14 0,-4-8 14 15,6-5-11-15,1-10 10 16,5-9-12-16,6-8-4 15,5 0-30 1,-2 0-272-16,-3-4-223 16</inkml:trace>
  <inkml:trace contextRef="#ctx0" brushRef="#br0" timeOffset="-127863.25">17047 17762 774 0,'0'0'51'0,"0"0"-15"0,0 0 12 0,0 0 55 16,0 0-60-16,0 0 8 15,38 65 3-15,-38-40-14 16,0-3-8-16,0 1-28 16,0-6-4-16,0-2 10 15,0-3-12-15,0-2 8 16,0-6-1 0,0-4-4-16,0 0-1 0,0 0 0 15,0 0 0-15,4 0-4 0,2-4 1 16,10-6-2-1,0 2-8-15,-3-7 12 0,0 8-34 16,-2 2-17 0,-3 5-78-16,-2 0-129 0,-4 0-116 15</inkml:trace>
  <inkml:trace contextRef="#ctx0" brushRef="#br0" timeOffset="-126113.31">15379 17612 407 0,'0'0'210'0,"0"0"-136"15,0 0-35-15,0 0-31 16,0 0 3-16,0 0 0 0,0 0 77 15,-17 22-30 1,17-22 23-16,0 0-36 16,0 0 16-16,0 0-30 0,0 0 13 15,0 0-8-15,0 3-7 16,9 2-16-16,7 3 33 16,8-2-29-16,3-6-3 15,2 0-2-15,6 0-3 16,4 0 4-16,0 0-10 15,-1 0 12-15,-5-4-8 16,5-2-12-16,-1 2 16 0,-4-1-9 16,0 2 3-1,1 3-4-15,-8-4-1 0,3 3 0 16,1 1-4 0,-1-5 15-16,0 1-19 0,-4-4 19 15,7 2-14-15,-1 2 3 16,-2 0 0-16,4-7-2 15,0 4 2-15,6-1-3 0,-1-2-2 16,-3-4 2 0,-1 2 3-16,-8 6 4 15,-3-2 2-15,2 3-9 16,-4 5 6-16,2 0-2 16,-1 0-1-16,0 0 0 15,-2 0-7-15,1 0 14 0,4-5-14 16,-4 1 14-16,4-5-14 15,-3 3 7-15,5-1 0 16,-3-2-6-16,5 9-11 16,-4-4 10-1,2 4 14-15,2 0-13 0,-3 0 16 16,1 0-17-16,-5 0 13 16,3 0-12-16,-5 0 6 15,-5-1-1-15,1-4 0 0,-1-3-2 16,-1 3-2-1,1-4 10-15,1 1-12 16,-7 4 15-16,7 2-13 16,-1 2 9-16,1 0-6 15,1 0 2-15,4 0 0 16,-3 0-2-16,-3 0-6 0,3 0-3 16,-2 0 19-1,0 0-15-15,-1-4 14 0,5 0-11 16,-5 4 4-16,6 0 0 15,-3 0 0 1,-3 0 0-16,-2 0-7 0,-1 0 14 16,-2 0-12-16,-1 0 13 15,-1 4-15-15,-4 0 15 16,0 2-8-16,3 6 2 16,-1 2 5-16,2 0 7 15,-4-2-6-15,2 3 7 16,1-2-9-16,1 0 8 15,0-4-11-15,-6 6-6 16,2 1 3-16,-4-6-17 16,0 2-23-16,0-11-80 0,0-1-364 15</inkml:trace>
  <inkml:trace contextRef="#ctx0" brushRef="#br0" timeOffset="-97803.26">27650 13962 88 0,'0'0'239'0,"0"0"-127"0,0 0 19 16,0 0-67-16,0 0-53 16,0 0-11-16,0 0 9 15,-27 4-8-15,23-4 8 0,2 0 17 16,-3 0 10-1,-2 0-1-15,0 0-29 16,3 0-12-16,-2 0 6 16,1 0-1-16,3 0-2 0,2 0 6 15,0 0-2-15,0 0 12 16,0 0 87-16,0 0-15 16,0 0-18-1,0 0-28-15,0 0-6 0,0 0-27 16,0 0-6-16,0 0 8 15,0 0-2-15,0 0 31 16,0 0-12-16,0 0 18 16,0 0-27-16,0 0 2 15,0 0-14-15,0 0-3 0,0 0 7 16,0 0 1 0,0 0 7-16,0 0-9 0,0 0 23 15,0 0-26-15,0 0 18 16,0 0-10-16,0 2 0 15,0 4-12-15,0 4-4 16,0 10 1-16,7 9 3 16,6 7-1-16,3 2 8 15,-1-4-14-15,7-3 12 16,-3-4-15-16,-2-4 13 16,-1-4-6-16,-3-2-5 15,-2-11-11-15,-4-4 14 16,-3-2-7-16,-1 0 10 0,-1 0-22 15,0-14 23 1,-2-22 0-16,0-3-3 0,0-14 0 16,0-6-7-16,-9-8-13 15,0-4 4-15,0-6 6 16,5-1 22-16,4 0-20 16,0-2 21-16,4-1-18 15,19-1 5-15,3 9 1 0,6 6 2 16,-3 13 1-1,-6 13-7-15,0 14 16 0,-5 6-16 16,2 7 18 0,9 0-17-16,14-2 10 15,12-4-8-15,12 0-6 16,6-4-16-16,-2 3-30 0,-5-2 10 16,-7 9-37-1,-14 2-176-15,-12 2-163 0</inkml:trace>
  <inkml:trace contextRef="#ctx0" brushRef="#br0" timeOffset="-96973.47">28070 13794 301 0,'0'0'421'0,"0"0"-405"0,0 0 107 0,0 0-20 15,-81 112-52-15,62-74-34 16,7-2 18-16,2 0-7 16,6-4-5-16,4-2 18 15,0-1-10-15,14-8 12 0,15 2-36 16,8-10 35-1,3-6-41-15,9-7 11 16,5 0 5-16,3-22-1 0,-1-13-15 16,-6-10-1-16,-13-3 0 15,-6-5-26-15,-12 3-7 16,-11 2-33-16,-8 11 2 16,0 10-3-16,-20 15 46 15,-7 12 21-15,-9 0 18 16,1 22 1-16,-3 18 27 15,1 14 31-15,5 4-44 16,10-2 11-16,11-6-35 16,11-5 12-16,0-13-18 0,13-6 0 15,16-10-3 1,7-6 0-16,7 1 21 0,-1-4 3 16,-3-3 1-16,-3-2-19 15,-11 4-6 1,-9 0 0-16,-12-2-19 15,-4 11-12-15,0 6 7 0,0 2 2 16,-10 2-28-16,-11 3-80 16,5-6-39-16,3-13-20 15,4-9-6-15</inkml:trace>
  <inkml:trace contextRef="#ctx0" brushRef="#br0" timeOffset="-96387.38">28784 13385 841 0,'0'0'25'0,"0"0"-21"0,0 0 106 15,0 0-27-15,0 0-37 16,0 0 34-16,131-33-45 16,-118 33 4-16,-3 0-17 15,-6 9-19-15,-4 11 1 0,0 7 0 16,0 2 8-16,-4 6-6 15,-12-2-12 1,1-1 13-16,3-4-9 0,1 3 3 16,5-8-1-1,6-2 2-15,0-8 2 0,0 2-8 16,4-7 3-16,11-4-2 16,8-2 6-16,-1-2-6 15,-2 0 2-15,-4 0-27 16,4 0-92-16,-3 0-157 15,2 0-84-15</inkml:trace>
  <inkml:trace contextRef="#ctx0" brushRef="#br0" timeOffset="-95989.06">29252 13753 289 0,'0'0'619'0,"0"0"-468"0,0 0-14 0,0 0-48 16,0 0-39-16,-12 137-35 15,-1-87-13-15,5 0 9 16,-2-7-22-16,6-4 11 16,-1-6-43-16,5-10 43 15,0 2 0-15,0-1-1 16,0-2-5-16,3-10 5 0,11-7-30 15,3-5-27 1,1 0-84-16,-7-5-148 16,-9-23-382-16</inkml:trace>
  <inkml:trace contextRef="#ctx0" brushRef="#br0" timeOffset="-95773.45">29024 13993 969 0,'0'0'76'15,"0"0"138"-15,0 0-111 16,147 31-26-16,-101-27-29 16,-5-4-26-16,-3 0-22 15,-7 0-24-15,-2 0-11 0,-2-17-47 16,2-4-11-16,0-5-196 15,0-4-299-15</inkml:trace>
  <inkml:trace contextRef="#ctx0" brushRef="#br0" timeOffset="-95207.35">29921 13383 940 0,'0'0'98'0,"0"0"-2"16,0 0 15-16,0 0-90 0,0 0 30 15,0 0-18 1,0 125-18-16,-14-78-2 16,1 1-8-16,-5 7 2 15,5-10 4-15,-3 1-11 16,5-4 0-16,1-3 11 16,6-3-11-16,2-6-4 15,2 1 4-15,0-12-6 0,0-1 5 16,14-10-21-16,-1-3 17 15,9-5 5-15,5 0 2 16,4-3 2-16,5-9-2 16,-3 0-2-16,-6 6-6 15,-5 6 4-15,-4 0-3 16,-4 0-1-16,-6 18 2 16,-1 0-5-16,-7 4 18 15,0-2 6-15,0 6-10 16,-15 0 7-16,-17 5-1 15,-6 1-8-15,-11 2 12 16,4-4-5-16,3-4 20 0,9-12-30 16,10-3-7-1,6-10-37-15,10-1-4 16,5-12-68-16,2-13-253 16</inkml:trace>
  <inkml:trace contextRef="#ctx0" brushRef="#br0" timeOffset="-94693.39">30459 13364 859 0,'0'0'105'0,"0"0"59"0,0 0-97 16,0 0-43-16,0 0-19 0,0 0-6 15,27 85 3 1,-29-55 6-16,-16 0 18 0,1 0 19 16,-2 2 11-1,9-3-29-15,3-6-8 0,2-2-14 16,5-7-8-16,0-4 4 0,12-2-1 15,12-7 1 1,2 2-1-16,5-3 8 0,-4 0-4 16,-4 0-8-1,-10 0-12-15,-8-4-6 0,1 1-58 16,-3-2-22 0,1-1-105-16,-2-3-234 15</inkml:trace>
  <inkml:trace contextRef="#ctx0" brushRef="#br0" timeOffset="-93373.47">28475 12926 7 0,'0'0'665'0,"0"0"-660"0,0 0 93 0,0 0-6 16,0 0-21 0,0 0-37-16,0 26 0 15,0-26 2-15,0 4-13 0,0-4 0 16,0 0-23-16,0 0 6 15,-4 2-1-15,2 2 21 16,0-2 2 0,2 0 6-16,0 6-34 0,0-2 9 15,8 4-2-15,15 2 9 16,9 2 21-16,11 0-23 16,5-4 8-16,10-3-16 15,6-4 14-15,11-1-13 16,2 0 2-16,6-2 15 0,0 6-24 15,-4-2 22 1,6 4-6-16,-4 0-6 16,-10 2 8-16,2 0-13 15,-3-6 2-15,-4 4-14 16,5-4 5-16,0-4-4 16,-1 0 6-16,1 0 0 0,-4 0-12 15,-7 0 22-15,0 0-18 16,-4 0 12-16,0 0-6 15,1-4 2-15,1 0 0 16,-4-2-3-16,-3 4 1 16,-4 2-5-16,-2 0 14 15,-3 0-15-15,-2 0 8 16,0-3-29-16,0 0 24 16,0-5-3-16,-1-4-8 15,0-2-22-15,-3 0 0 16,-3 2 2-16,-6 4 22 0,-6 4 28 15,-6 4-4-15,-1 0 2 16,5 0 20-16,6 0-26 16,2 0-6-1,4 0 0-15,2 0-20 0,0-2 6 16,-1-4-4 0,-10-2 10-16,-7 8 9 0,-5 0-6 15,-6 0 10-15,-2 4-1 16,-2 19-4-16,0 0 21 15,0 7-42-15,-6-6 21 16,3-7-21-16,3-14-239 16,0-3-381-16</inkml:trace>
  <inkml:trace contextRef="#ctx0" brushRef="#br0" timeOffset="-92713.41">31335 13966 986 0,'0'0'57'0,"0"0"95"0,0 0-66 15,132 0-86-15,-103 0-19 0,-2 0 19 16,-6 0 0-16,2 0 8 15,-3 0-16 1,-3 0 16-16,0 0-12 0,-2 0 4 16,-6 0-27-1,-2 0-53-15,-7 0-68 0,0 0-213 16</inkml:trace>
  <inkml:trace contextRef="#ctx0" brushRef="#br0" timeOffset="-92443.33">31460 13818 1190 0,'0'0'92'15,"0"0"21"-15,0 0-52 16,0 0-42-16,0 0-19 0,0 0-13 16,84-2-10-1,-57-8-58-15,2-2-5 16,2 1-83-16,0-4-28 16,1 5-162-16</inkml:trace>
  <inkml:trace contextRef="#ctx0" brushRef="#br0" timeOffset="-91593.5">32389 13672 586 0,'0'0'107'0,"0"0"-78"0,0 0 77 0,0 0-7 15,0 0 6-15,0 0 10 16,15 0-27 0,-15 0-6-16,0 0-49 0,0 0 11 15,-10 1-34-15,-9 6-7 0,-2-1-3 16,-6 5-6-1,-2 1 1-15,-2 5 5 0,2-3-5 16,0 2 13 0,6 0-14-16,8-5 11 0,5 0-10 15,4-8 5 1,6 6 0-16,0-5-2 0,14 2 3 16,12 2-14-1,3-4 26-15,0 4-4 0,0 0-9 16,0 4 17-16,-2 2-9 15,-3-1 17-15,3 4-15 16,-5-3 0-16,-6-1-1 16,-3 1-4-16,-9 2-10 15,4-5-9-15,-8 5 8 16,0 4 12-16,-3 4-2 16,-19 3-4-16,-5 1 0 15,-2-2-3-15,-2 2-5 0,0-4 5 16,-3 0-30-1,3-6 26-15,0 0-15 16,2-6 3-16,4-4-16 0,4-6 17 16,0-2-6-16,3 0-29 15,7 0-70-15,3-4-241 16</inkml:trace>
  <inkml:trace contextRef="#ctx0" brushRef="#br0" timeOffset="-91223.4">32416 13636 1095 0,'0'0'86'0,"0"0"27"0,0 0-35 0,0 0-57 15,0 0-1-15,127-21-20 16,-108 14-4-16,-5 2-24 16,-7 4-21-16,-5-1-91 15,-2-1-331-15</inkml:trace>
  <inkml:trace contextRef="#ctx0" brushRef="#br0" timeOffset="-85933.49">27326 13207 234 0,'0'0'284'0,"0"0"-236"0,0 0 87 0,0 0-53 15,0 0 15-15,0 0-29 16,0 0 6-16,21-27-25 15,-19 25 23-15,0 1-15 0,0-2-32 16,-2 3-15-16,0 0-5 16,0 0 8-16,0 0-8 15,0 0 26-15,0 0-22 16,0 0 24-16,0 0-18 16,0 0 4-16,0 0-9 15,0 0-7-15,0 0-6 16,-6 33 15-16,-10 18 1 0,-4 32-13 15,2 11 20 1,5 8-17-16,5 1-6 0,8-3 3 16,0-4-10-16,0-10-37 15,12-6 32-15,13-17 5 16,15-9-66 0,16-22-85-16,11-17-146 0,11-15-444 15</inkml:trace>
  <inkml:trace contextRef="#ctx0" brushRef="#br0" timeOffset="-84863.64">31449 13218 634 0,'0'0'201'0,"0"0"-147"0,0 0 101 15,13 125-104-15,-13-81 2 16,-7 2-16-16,-12 4 1 16,-4 2-3-16,-6 2 0 0,-4 1-21 15,-3-5 9-15,-1 2-8 16,0-7-13-16,4 0-4 15,2-11-33-15,9-4-14 16,-1-12-53-16,7-12-80 16,8-6-234-16</inkml:trace>
  <inkml:trace contextRef="#ctx0" brushRef="#br0" timeOffset="-84182.17">31988 12865 642 0,'0'0'36'0,"0"0"74"16,0 0-98-16,0 0-12 0,0 0-70 16,0 0 70-1,80 94 5-15,-89-71 46 0,-9 1 33 16,-4 0 27-16,-2 0-57 15,5-2-40-15,4 2-14 16,4-4 6-16,4-1 12 16,7-5-8-16,0-3 21 15,0-1-9-15,2-4 20 0,19-2-36 16,-6 1 0 0,5-5-6-16,-2 0-64 0,0 0-78 15,-4-5-287-15</inkml:trace>
  <inkml:trace contextRef="#ctx0" brushRef="#br0" timeOffset="-83473.45">32064 13514 708 0,'0'0'94'0,"0"0"13"16,0 0 20-16,0 0-39 0,0 0 26 15,0 0-40 1,0 0-38-16,-69 133 11 0,44-90-41 16,-2 1 1-1,2 0 1-15,6-4-11 0,-1 2 3 16,7-6-13-16,-3-2 7 15,9 0 6-15,5-8-11 16,2-5-6-16,0 1-52 16,4-7 26-16,12-1-8 15,4-4-38-15,-2-2-1 16,1-8-419-16</inkml:trace>
  <inkml:trace contextRef="#ctx0" brushRef="#br0" timeOffset="-82883.49">32770 13577 773 0,'0'0'38'0,"0"0"100"0,0 0-10 15,0 0-60-15,0 0 10 16,0 0-30-16,56 41 41 0,-56-23-46 15,0 4 22-15,0 4-62 16,0 4 34-16,-5 5-32 16,-11 5-5-1,1 1 0-15,-5-1-6 0,-1 6-22 16,2-4 28-16,1-2 4 16,1-1 0-16,5-5-8 15,1-3-5-15,7-5-13 16,2-7-75-16,2-7 53 15,0-6-52-15,0-6-135 0,0 0-370 16</inkml:trace>
  <inkml:trace contextRef="#ctx0" brushRef="#br0" timeOffset="-82233.33">33425 13158 543 0,'0'0'203'0,"0"0"-114"0,0 0 78 16,0 0-130-16,0 0-22 16,0 0 31-16,66 16-22 0,-66-7 35 15,0 6-42-15,-4 3 27 16,-15 5-26-16,-2 3-11 15,1 2-7-15,3 0-2 16,3 2-1-16,5-4 6 16,5-6 19-16,4-2 1 15,0-6 12-15,0-2-21 16,0-4 10-16,0-2-21 16,10-4 0-16,7 0-3 15,-2 0-2-15,-1 0-4 16,1 0-11-16,-6 0 17 0,2 0-26 15,0 0 9-15,-2 0-34 16,0 0 13-16,4 0-68 16,-9 0-150-1,-4 0-293-15</inkml:trace>
  <inkml:trace contextRef="#ctx0" brushRef="#br0" timeOffset="-80770.78">27823 15146 231 0,'0'0'114'0,"0"0"32"0,0 0-61 16,0 0-49 0,0 0-28-16,0 0-8 0,-53 1-10 15,42-1-4 1,4 5 14-16,-1-3 10 16,1 3 20-16,-3-5 61 15,2 4-12-15,-1-2-18 0,5 1-59 16,2-3-2-16,-4 1-8 15,4 2 8-15,0-3 0 16,0 1 48-16,0-1 76 0,0 3-56 16,0-2 16-1,-3-1-55-15,3 0-15 16,-2 5-13-16,-2-1-1 16,0-4 5-16,-3 5 6 15,5 0 35-15,-2-2-22 16,-2 3 18-16,2 7-38 15,1-5 2-15,1 6 0 0,4 4-10 16,0 0 4-16,0 4-4 16,0-8 4-16,15 4 0 15,10-2 1-15,8-2 0 16,8-6 13-16,7-8-5 16,4 0 5-16,4-4-13 15,4-19 4-15,-5-8-5 16,-3-3-8-16,-13-6 7 15,-7 3-28-15,-14-3 15 16,-12 4-24-16,-6 9 28 0,-8 4-47 16,-28 16 18-1,-7 7 21-15,-10 0 6 0,2 21 12 16,-1 11 0 0,10 12 13-16,7 5 6 0,8 7 28 15,15-8-27-15,12-4-3 16,3-8-17-16,33-14-1 15,10-11 1-15,16-7 0 16,10-4 17-16,-3 0-14 16,0 0 12-16,-13 0-10 15,-23 0-10-15,-8 8 11 16,-14 5-14-16,-7 1 8 0,0 2 0 16,-4 2 0-16,0 1-24 15,0-2-20-15,0-3-48 16,0-5-56-16,0-8-147 15,-4-1-86-15</inkml:trace>
  <inkml:trace contextRef="#ctx0" brushRef="#br0" timeOffset="-80253.38">28575 14847 824 0,'0'0'119'0,"0"0"57"0,114-9-73 0,-66 9-63 15,-6 0-9-15,-8 3-26 0,-14 21-10 16,-14-1 9-16,-6 7-11 15,0 3 6-15,-4 1 0 16,-13-3-4-16,-6 2-2 16,-2-3 2-16,10-1 10 15,-1-5 14-15,16-9-9 16,0 1-10-16,0-7 9 16,29-5-13-1,5-4 8-15,3 0-4 0,0 0 0 16,-6 0-11-16,-10-3-5 0,0-7-51 15,-6-6-71 1,-1 5-353-16</inkml:trace>
  <inkml:trace contextRef="#ctx0" brushRef="#br0" timeOffset="-79853.59">29123 15252 832 0,'0'0'118'0,"0"0"-20"0,-20 148-72 15,20-98 3-15,0-6-58 0,-3-8 25 16,3-5-1-1,0-9 5-15,0-7 1 16,0-2-1-16,0-6-43 16,0-4-66-16,0-3-165 15,0 0-324-15</inkml:trace>
  <inkml:trace contextRef="#ctx0" brushRef="#br0" timeOffset="-79623.59">28878 15448 881 0,'0'0'170'0,"0"0"24"15,0 0-120-15,120 29-26 16,-80-29-38-16,4 0-10 15,1 0-30-15,-5-19-12 16,7 1-88-16,-11 1-199 16,-3-4-216-1</inkml:trace>
  <inkml:trace contextRef="#ctx0" brushRef="#br0" timeOffset="-79035.78">29786 14905 391 0,'0'0'202'0,"0"0"-54"15,0 0 31-15,5 132-32 16,-5-86-38-16,0-6-78 16,0 5-22-16,-2-8-3 0,-5 1 0 15,1-11-1-15,-3 1-3 16,4-10 17-1,0-1-12-15,3-2-4 16,2-7-3-16,0-4-5 0,0-4-15 16,9 0 18-16,16 0-6 15,6-19 16-15,6 4-8 16,4-1 6-16,-1 4-1 16,2 5 3-16,-3 6 3 15,-6 1-11-15,-2 0-2 0,-4 0 1 16,-5 8 0-1,-9 6 0-15,-4 7 0 0,-7 6-3 16,-2 3 8 0,0 4-4-16,-17 4 3 15,-10-2 21-15,-6 0 6 16,-10-5-20-16,3 1-2 0,-7-11 0 16,3-6-16-1,2-7-23-15,3-8-36 0,10 0-83 16,5-8-177-16</inkml:trace>
  <inkml:trace contextRef="#ctx0" brushRef="#br0" timeOffset="-78503.43">30475 14901 596 0,'0'0'130'0,"0"0"-64"0,0 0 28 16,0 0-94 0,0 0-2-16,0 0-42 0,55 44 41 15,-52-27 3-15,0 0 44 16,-3 3 77-16,0 2-20 15,0 0-20-15,0 1-36 0,-3 2-13 16,-6-3-30 0,0 1 20-16,5-7-20 15,2-5 12-15,0-5-8 16,2-2 17-16,0-4-21 0,0 0-2 16,8 0-6-1,13 0 6-15,2 0-10 16,2 0-1-16,-4-4-7 0,-2 0-33 15,1 2-18 1,-4-2-91-16,0 4-156 0,-8-4-113 16</inkml:trace>
  <inkml:trace contextRef="#ctx0" brushRef="#br0" timeOffset="-77973.62">30863 15735 875 0,'0'0'171'0,"0"0"-27"0,0 0-79 0,122-14-65 15,-91 11 0-15,-2 1-81 16,-8-2 79-16,-2 1-36 0,-7-2-18 15,3 0-33 1,-9-3-92-16,-2-2-7 0,-4 2-377 16</inkml:trace>
  <inkml:trace contextRef="#ctx0" brushRef="#br0" timeOffset="-77793.13">30881 15574 649 0,'0'0'716'0,"0"0"-608"15,0 0 11 1,0 0-34-16,0 0-61 0,113 5-24 16,-70-13-22-1,-3-16-56-15,-1-2-30 16,-2-11-112-16,-4 7-359 0</inkml:trace>
  <inkml:trace contextRef="#ctx0" brushRef="#br0" timeOffset="-77173.42">31772 15226 832 0,'0'0'126'0,"0"0"1"0,0 0-40 16,0 0-27-1,0 0-6-15,0 0-18 0,102-18-2 16,-77 18-2-16,0 0 2 16,-12 4-24-16,-11 16-2 15,-2 6-16-15,-13 6-17 16,-20 4 17-16,-6 8-12 16,1 0 15-16,5-4-2 15,0 4 7-15,6-4-2 16,8-12 5-16,9-1-11 0,5-9-37 15,5-6 33 1,0-2 19-16,0 0-14 0,3-6 2 16,13-4 3-1,7 4 2-15,6-4 9 0,5 0 14 16,2 0-17 0,4-13-6-16,2-2-25 0,-4 7-16 15,-4-10-29-15,-8 1-140 16,-8 3-202-16</inkml:trace>
  <inkml:trace contextRef="#ctx0" brushRef="#br0" timeOffset="-76373.55">32454 15208 379 0,'0'0'253'0,"0"0"-181"0,0 0-17 16,0 0-16-16,0 0-38 0,0 0-1 15,-72 0 3-15,44 4 13 16,3 10 81 0,0-4 28-16,3 2-58 0,11-2-42 15,2 0 8-15,6-2-18 16,3 0-1-16,0-2-5 16,3 2-6-16,12 2 11 0,4 2 9 15,-2-2 15 1,8 1-11-16,-5 4 20 0,2-3-34 15,0 3-13 1,-1-8 2-16,-2 5-8 0,-3 0 10 16,-5 1-8-1,-7 0 1-15,-4 1 3 0,0 12 0 16,0-8-9 0,-6 5-5-16,-12-6-1 0,-4 2-11 15,-1-2-18-15,-1 2-12 16,0-10-55-16,1 4-34 15,-1-7 9-15,-3-4 83 0,7-2 0 16,-4 0-267 0</inkml:trace>
  <inkml:trace contextRef="#ctx0" brushRef="#br0" timeOffset="-76073.14">32440 15147 423 0,'0'0'537'0,"0"0"-447"0,132-24 11 0,-86 14-71 15,-6 5-30 1,-9-1-68-16,-10 6-105 0,-11-5-202 16</inkml:trace>
  <inkml:trace contextRef="#ctx0" brushRef="#br0" timeOffset="-45433.61">19259 16936 7 0,'0'0'264'0,"0"0"-264"15,0 0 7-15,0 0 13 16,0 0 4-16,0 0 12 15,0 0 52-15,0 0-15 16,0 0-24-16,0-44-48 16,0 39 23-16,0 2 11 0,0 0-17 15,0 3-17 1,0 0 33-16,-3 0 13 0,3 0 18 16,-2 0 16-1,2 0-4-15,0 0-17 0,0 0-52 16,0 0 17-16,0 0-11 15,0 0 17-15,0 0-1 16,0-2-2-16,0 2-3 0,0-9-4 16,0-5 0-1,16-5-20-15,4 2 33 0,4-1-30 16,3 6 15 0,0-2-16-16,-2 10-6 0,-1 4-1 15,-2 0-4-15,-1 4-15 16,-11 22-22-16,-5 6 28 15,-5 13-3 1,0 7-4-16,-20 11-27 0,-11 10 20 16,-2 2-5-16,-8-5 36 15,3-1 1-15,5-7 0 16,4-12 17-16,9-6-12 16,4-14 0-16,12-11 4 15,4-16-17-15,0-3 7 16,4 0 0-16,25-3 2 15,3-11 59-15,5-4 28 16,-1 1-63-16,-3 11 1 16,-2-2-26-16,-4 4 4 0,-2 4 2 15,-3 0-14-15,-6 0-39 16,-3 0-43-16,-4 0-28 16,-2 0-149-16,-5 0-72 15</inkml:trace>
  <inkml:trace contextRef="#ctx0" brushRef="#br0" timeOffset="-44782.9">19745 16906 368 0,'0'0'289'0,"0"0"-212"0,0 0 52 16,0 0-5-16,0 0-96 15,0 0 38-15,39 0 16 16,-12 0-19-16,-2 0-36 16,-3 0-4-16,-4 0-23 15,-4 0-9-15,-8 8 4 0,-2 9-12 16,-4 10 17 0,0 5-14-16,0 8 10 15,-4 4-8-15,-11 2 6 0,-1 2 5 16,1-4-37-16,3-2 10 15,3-11-29-15,3-1 50 16,6-12-16-16,0-3 14 16,0-7-6-16,19-3 12 0,4-1 1 15,4-4-6 1,4 0 4-16,-2 0 8 16,2 0-11-16,-6 0 7 15,-10 0-23-15,-1-9-93 16,-5-4 9-16,-5 3-52 0,-4-2-105 15</inkml:trace>
  <inkml:trace contextRef="#ctx0" brushRef="#br0" timeOffset="-44497.16">19740 17183 98 0,'0'0'931'0,"0"0"-857"0,0 0 72 15,0 0-93-15,0 0-46 0,118-15-3 16,-91 8-4-1,-7-3-41-15,4-3-9 0,-5 4-89 16,-4-2-137-16,-3 4-197 16</inkml:trace>
  <inkml:trace contextRef="#ctx0" brushRef="#br0" timeOffset="-44119.7">20362 17161 270 0,'0'0'640'0,"0"0"-580"15,0 0 30-15,120 0-77 16,-82 0-6-16,-7 0-14 15,-9 0-21-15,-5-6-2 16,-7 2-110-16,-8 0-12 16,-2-1-172-16</inkml:trace>
  <inkml:trace contextRef="#ctx0" brushRef="#br0" timeOffset="-43898.58">20364 17026 487 0,'0'0'705'15,"0"0"-673"-15,0 0 83 0,134-32-85 16,-94 19-18 0,-9 5-12-16,-8-1-17 0,-4 3-10 15,-5-2-34-15,-5 4-57 0,-3-6-189 16,-4 5-144-1</inkml:trace>
  <inkml:trace contextRef="#ctx0" brushRef="#br0" timeOffset="-37473.31">21282 16918 118 0,'0'0'124'0,"0"0"4"16,0 0 41-16,0 0-105 0,0 0-42 15,0 0 32-15,0 0-14 16,-2 0 30-16,2 0 25 15,0 0-21-15,0 0-41 16,0 0-29-16,0 0 23 16,0 0-12-16,0 0 18 0,0 0-29 15,0 0 35 1,0 0-5-16,0 0 4 0,0 0-12 16,0 0-22-1,0 0 8-15,0 0-10 0,0 0 32 16,0 0-19-16,0 0 17 15,0 0-22-15,0-16 5 16,18-5-12-16,4 0 10 16,2-5 5-16,5 4-15 15,0-6 4-15,-2 7 2 16,0 7-18-16,-5 5 6 16,-4 9-3-16,-3 0-13 0,-5 3-6 15,-6 26 10-15,-4 15-14 16,-4 10-10-16,-21 7-9 15,-11 6 14-15,-1 2-18 16,-2-12 49-16,1-2-2 16,3-11 3-16,4-11-6 15,8-8 8-15,8-7 12 16,6-11-2-16,9-2-9 16,0-1-1-16,11-4 0 15,23 2 15-15,12-2 60 16,8 0-35-16,4 0-7 15,-7 0 6-15,-11 4-35 16,-13 8-4-16,-12-2-3 0,-1 8-1 16,-5-4-38-1,-5-2-34-15,0 2-115 0,-4-10-261 16</inkml:trace>
  <inkml:trace contextRef="#ctx0" brushRef="#br0" timeOffset="-36353.27">21766 17183 143 0,'0'0'169'0,"0"0"-23"0,0 0-61 16,0 0-38-16,0 0 13 15,0 0 0-15,0 0-29 16,-7 48 34-16,7-44-20 0,0 2 51 16,7-2-51-1,1 0 0-15,3 1-38 16,3-3 25-16,-3 1-5 16,7-3 16-16,-3 0 14 15,-1 0-37-15,-1 0 5 16,1 0-9-16,3-10 27 0,2-4-36 15,0-9 10 1,6 2-14-16,-3-5-4 0,1-2 1 16,-6-3-7-16,-5 4 4 15,-8 0-4-15,-4 9-8 16,0 4 19-16,-4 6-10 16,-21 8 0-16,-4 0-5 15,-4 14-4-15,-3 16 13 0,5 2 0 16,2 4 2-16,4-4-8 15,5-1 16-15,7-9-15 16,9-4 10-16,4-8-6 16,0-6 5-1,0 0-3-15,15-4 2 0,12 0 8 16,6 0 12-16,5 0-18 16,-5 0 10-16,-2 4-8 15,0 6-1-15,-6 6-3 16,-2-2-2-16,-3 3-10 15,-1 6-27-15,2-4 33 0,-1-2 4 16,0 1 0 0,4-3-43-16,-5-4-33 15,-2-7-27-15,3-4-239 16</inkml:trace>
  <inkml:trace contextRef="#ctx0" brushRef="#br0" timeOffset="-35363.57">22684 16820 712 0,'0'0'42'0,"0"0"61"0,0 0-34 15,0 0 38-15,4 109-88 0,7-74 15 16,0-1-6 0,9-2-23-16,-4 5 19 15,-5-2-5-15,2-4-17 0,-6 4 1 16,-4-8-3-1,-1 1-1-15,0-6-16 0,0-8-33 16,0-11-50-16,-2-3-227 16,0 0-150-1</inkml:trace>
  <inkml:trace contextRef="#ctx0" brushRef="#br0" timeOffset="-35107.05">22612 17067 690 0,'0'0'285'15,"0"0"-113"-15,0 0-25 16,0 0-73-16,131 0-60 15,-104 0-14-15,-7 0-6 16,3 0-36-16,-4-5-38 16,-3-5-47-16,-3 2-131 15,-5-2-323-15</inkml:trace>
  <inkml:trace contextRef="#ctx0" brushRef="#br0" timeOffset="-34158.59">23337 16669 270 0,'0'0'307'0,"0"0"-215"0,0 0-15 0,0 0-35 15,0 0 3-15,0 0-32 16,83 44-1-16,-75-26-2 15,1 5-10-15,-3-5 3 16,4 0 9-16,-8 0 20 16,-2 4 24-16,0 4-10 15,-8 2-9-15,-9 6-4 16,-5 2-31-16,1-4 33 0,2-1-4 16,7-10 1-1,5-7-14-15,7-4 12 16,0-5-30-16,0-2-3 0,19-3 3 15,12 0 2 1,11 0 20-16,3 0-21 0,-3 0-1 16,4 0 6-16,-15 0-12 15,2 0 13 1,-14 14-6-16,-1 4-1 0,-7 4 0 16,-5 1-1-16,-6-2-10 15,0 6-39-15,0-10-49 0,-4-2-114 16,-7-5-271-1</inkml:trace>
  <inkml:trace contextRef="#ctx0" brushRef="#br0" timeOffset="-32263.37">23742 16606 551 0,'0'0'237'0,"0"0"-165"0,0 0-27 15,0 0 5-15,0 0 14 0,0 0 33 16,0 0-13-1,20 42-24-15,-9-17-28 16,-2 7 2-16,-3 3-22 16,2 5-2-16,-8-4-9 0,4 4 4 15,-2 0 9 1,-2 4-12-16,0-4 5 0,0 3-1 16,0-4-11-1,0-9 9-15,0-7-4 16,0-9 0-16,0-6-2 0,0-8-2 0,0 0 8 15,0 0-17 1,0 0 18-16,0 0-9 0,0 0 8 16,9-17 7-1,7-6-11-15,1-7 0 16,6 1-1-16,1-5 3 16,3 6-8-16,-5 6 19 15,0 8-21-15,3 3 16 0,-5 6-14 16,2 5 8-1,1 0-4-15,-3 0-2 0,4 16 4 16,0 4-3-16,1 0 10 16,-7-2-16-1,-3 1-50-15,-8-6 52 0,-7 1 14 16,0 0 11-16,-7 7-5 16,-22-2 5-16,-8 3-15 15,-5-4-1-15,-1-1-4 16,5-4 2-16,5-4-3 15,4-3-44-15,11-6-26 16,5 0-124-16,2 0-314 16</inkml:trace>
  <inkml:trace contextRef="#ctx0" brushRef="#br0" timeOffset="-31729.13">24598 16936 571 0,'0'0'181'0,"0"0"-79"0,-5 112-23 15,2-76-21-15,3 0-53 0,0-5 14 16,0-9-19-1,6-8 11-15,6 0-9 0,5-10 22 16,-2-4-23-16,7 0-1 0,-2-4-91 16,-6-24-279-1</inkml:trace>
  <inkml:trace contextRef="#ctx0" brushRef="#br0" timeOffset="-31425.59">24751 16681 714 0,'0'0'388'0,"0"0"-262"0,0 0-71 15,0 0-36 1,0 0-19-16,0 0-2 16,7-26-4-16,-7 22 6 15,0 4 8-15,0 0-6 16,0 0 3-16,0 0-5 16,0 0-17-16,0 0-80 15,-7 0-132-15,3 4-188 16</inkml:trace>
  <inkml:trace contextRef="#ctx0" brushRef="#br0" timeOffset="18096.85">19903 5086 598 0,'0'0'110'0,"0"0"-51"0,0 0-44 16,0 0-9-16,0 0 1 15,0 0 4-15,0 0 57 0,0-21 13 16,0 19-8-16,0-4-39 16,0 6-33-16,-3 0 0 15,1 0-2-15,0 0 2 16,0 0 6-16,0 0 35 16,0-4 9-16,-1 2 4 15,1-4-17-15,0 0 2 16,2 1-34-16,0-4 9 15,0 9-12-15,0-4 14 0,0 4 2 16,0 0 4-16,0 20-1 16,0 23-20-16,0 22 15 15,0 20-14-15,0 7-6 16,0 2-5-16,0 0-12 16,0-5 17-16,-14-10-6 15,-3 4-6-15,1-14-14 16,3-12-13-16,3-17-62 15,6-26-219-15</inkml:trace>
  <inkml:trace contextRef="#ctx0" brushRef="#br0" timeOffset="18796.66">20272 5048 243 0,'0'0'465'0,"0"0"-385"0,0 0 76 0,0 0-54 16,0 0-19 0,0 0 20-16,125-23-64 0,-84 11 17 15,-3 0-10-15,-5 3-14 16,-8 9-30-16,-6 0 0 15,-5 17-2-15,-12 19-12 16,-2 10 9-16,-18 12-35 16,-24 16 10-16,-14 10-2 15,-11 7 22-15,-1 1-12 16,-2-8 13-16,13-8 5 0,14-11 1 16,18-17-6-1,21-16 14-15,4-10-1 16,0-5 8-16,29-15 15 15,8-2-22-15,19 0-4 16,16-15 4-16,1-11-4 0,-4 6-3 16,-13 2 2-1,-14 9-4-15,-15 8-28 0,-15 1 8 16,-6 0-147-16,-4 0-73 16,-2 0-112-16</inkml:trace>
  <inkml:trace contextRef="#ctx0" brushRef="#br0" timeOffset="19376.52">20829 5167 706 0,'0'0'160'0,"0"0"-46"0,0 0 4 0,0 0-42 15,125 19-9-15,-69-19-17 16,8-8 18-16,-5-1-27 16,-8 3-28-1,-15 6 9-15,-12 0-21 0,-17 0-1 16,-7 22-34-16,-5 16 24 15,-30 21-22-15,-6 5 8 16,-1 0 17-16,5-2 4 0,8-8 3 16,4-7-6-1,12-10-2-15,5-8-62 0,8-4 67 16,0-10 3 0,21-8-6-16,12-4 5 15,5-1 1-15,0-2 0 0,0 0-15 16,-5 0 7-16,-1 0-21 15,-5-2-59-15,-10-8-173 16,-3-2 128-16,-10-5-195 16</inkml:trace>
  <inkml:trace contextRef="#ctx0" brushRef="#br0" timeOffset="19647.08">20968 5478 1054 0,'0'0'74'0,"0"0"93"0,0 0-109 15,138-24-58-15,-109 16-8 16,-2-4-17-16,-3 4-30 16,3-8-29-16,-2-2-141 15,-1-4-348-15</inkml:trace>
  <inkml:trace contextRef="#ctx0" brushRef="#br0" timeOffset="20048.17">21692 4820 585 0,'0'0'393'0,"0"0"-302"15,40 143 36-15,-31-77-67 16,-7 8-39-16,-2 2-17 15,0 6 6-15,0 3 0 16,-4-5-1-16,-12 0-11 16,-1-5 2-16,0-9-8 15,5-10-30-15,5-6 3 0,2-12-112 16,5-16-254 0</inkml:trace>
  <inkml:trace contextRef="#ctx0" brushRef="#br0" timeOffset="20946.9">22389 5534 742 0,'0'0'136'0,"0"0"50"0,0 0-80 0,0 0-52 16,0 0-6-16,0 0 21 15,100 0-1-15,-48-6-12 16,2 0 1-16,-8 2-26 16,-8-4-30-16,-7 7-1 15,-6-4-18-15,-12-1-58 16,-6 6-21-16,-7-1-24 16,0 1-6-16,-9-3-173 15,-11-1-95-15</inkml:trace>
  <inkml:trace contextRef="#ctx0" brushRef="#br0" timeOffset="21157.85">22489 5328 1059 0,'0'0'167'0,"0"0"-150"16,0 0 69-16,0 0-34 15,0 0 17-15,0 0-51 16,141-8-18-16,-107 5-11 16,-1-3-16-16,2-5-22 0,5 3-33 15,5-8-51 1,-1 7-209-16,-1-2-154 16</inkml:trace>
  <inkml:trace contextRef="#ctx0" brushRef="#br0" timeOffset="21778.56">23341 5526 822 0,'0'0'44'0,"0"0"9"0,0 0 0 16,2 124-32-1,7-103 12-15,2-1 6 16,-2-4 26-16,0-5 11 16,-3-4-31-16,-1-3-24 0,0-4-5 15,6 0-4-15,-3-18 28 16,13-11-15-16,-5-14-21 15,-3-12-1-15,-3-15-1 16,4-22 7 0,-7-23 0-16,-7-16-18 0,0-20 21 15,0 3-26-15,0 7 16 16,8 19-2-16,11 28 0 16,-2 27 5-16,-1 23 2 15,-3 20 13-15,-1 10 27 16,-4 6-45-16,3 4-4 15,7 2-13-15,7 2 2 16,2 0-7-16,2 0 10 16,-3 0-33-16,-6 8-25 0,-13 0-58 15,-7 3-349-15</inkml:trace>
  <inkml:trace contextRef="#ctx0" brushRef="#br0" timeOffset="36596.64">24263 5099 212 0,'0'0'253'0,"0"0"-207"0,0 0 8 0,0 0-33 16,0 0 48-16,0 0-6 15,0 0 68-15,0 0-30 16,0-15-5-16,0 15-45 0,0-3-10 16,0 3-29-16,0 0-7 15,0 0 11-15,0 0 2 16,0 0 6-16,0 0-5 15,0 0 14-15,0 0-16 16,0 0 15-16,0 0-20 16,0 0 9-16,0 0-4 15,0 0-8-15,0 0 9 16,0-3-15-16,0-2 0 16,0-3 11-16,0-4-18 0,11 4 8 15,3-3-3-15,1 2 1 16,6 3 2-16,1-2-4 15,4 4 3-15,1 4-9 16,-2 0-10-16,-1 0 14 16,-3 6-28-16,-8 12 12 15,-11 8-27 1,-2 12 32-16,-18 8 13 0,-24 12-2 16,-10-1-1-16,-1 7 6 15,-1-8-6-15,5-9-4 16,7-4 3-16,7-11 4 0,14-8 0 15,8-5 10 1,13-6-8-16,0-6-2 0,15 2 3 16,19-5 23-1,13-4-26-15,4 0 13 0,2 0-7 16,-5 0-4 0,-9 0-2-16,-7 0-12 0,-6 0-15 15,-1 0-31-15,-8 4-86 16,-3-1-179-16,-9 2-301 15</inkml:trace>
  <inkml:trace contextRef="#ctx0" brushRef="#br0" timeOffset="37226.64">24673 5492 278 0,'0'0'259'0,"0"0"-168"0,0 0 4 16,0 0 10-16,0 0-4 16,120 18-17-16,-80-34-23 15,-1-8 6-15,-6-4-6 0,-4-3-41 16,-9 2-6-16,-11-5-14 15,-9 3 0-15,0 2-38 16,-18 8-6-16,-15 7-9 16,-5 13 20-16,-5 1 30 15,-1 8 3-15,1 16 31 16,3 6-18-16,9-4 47 16,8 1-49-16,13-4 7 0,5-3-9 15,5-4 9-15,11 0-7 16,22 1 11-16,10-6 14 15,6-3-10-15,2 4 3 16,-3 1-27-16,-4-2 7 16,-9 5-9-16,-8 1-1 15,0-3-37-15,-8 9-27 16,0-1 18-16,-3-1 21 16,-3 2 25-16,-3-2 1 15,7-6 10-15,0-10-10 16,5-5-112-16,5 0-344 15</inkml:trace>
  <inkml:trace contextRef="#ctx0" brushRef="#br0" timeOffset="37976.6">24096 4954 372 0,'0'0'187'0,"0"0"-99"0,0 0 92 0,0 0-38 16,0 0-71-16,0 0-38 15,-136 132 11-15,103-82 47 16,2 16-41-16,4 5 20 16,6 6-57-16,13-5 1 15,-1-8-12 1,9-8-4-16,0-7-16 0,0-13-17 16,25 0-15-1,15-13-64-15,18-6-96 0,8-9 92 16,1-8-483-16</inkml:trace>
  <inkml:trace contextRef="#ctx0" brushRef="#br0" timeOffset="38779.33">25221 4973 528 0,'0'0'61'0,"0"0"75"0,0 0-19 15,0 0-56-15,0 0 27 16,0 0-27-16,0 0 18 16,15 8 15-16,8 9-16 15,6 6-41-15,0 1 7 16,0 9-5-16,-2-2-20 16,0 5-7-16,-3 5-11 0,-8 8 2 15,-6 4-3 1,-2-1-6-16,-4 0-2 0,-2-6-5 15,0-10-5 1,-2-7-27-16,0-10-21 0,0-7-82 16,-8-5-303-1</inkml:trace>
  <inkml:trace contextRef="#ctx0" brushRef="#br0" timeOffset="39596.64">25600 4703 308 0,'0'0'361'0,"0"0"-305"0,0 0 52 0,0 0-15 0,0 0-14 16,0 0-28-1,-7 0 15-15,16-5-54 0,3-3 41 16,-2 8-8-16,3-2 11 16,4 2-34-16,1 0 14 15,1 0-32-15,2 0 1 16,-1 2-5-16,-3 6-7 16,-3 1-4-16,-3 6-16 15,-5-1 26-15,-3 4-15 16,-3 0 13-16,0 2 4 15,0-1-2-15,-5 2 2 16,-3-2 0-16,1-3-1 0,7-6 3 16,0-2-8-1,0-2 7-15,9-2-9 0,18-4 14 16,6 0-10 0,0 0 3-16,-2 0-14 15,-8 3-32-15,-10 9-87 16,-11 5-22-16,-2-2-88 0,0 4-298 15</inkml:trace>
  <inkml:trace contextRef="#ctx0" brushRef="#br0" timeOffset="46518.28">26431 5078 488 0,'0'0'67'0,"0"0"74"0,0 0-2 0,0 0-35 16,0 0 12-16,0 0-12 15,0 0-54-15,9-37 1 16,-2 27-38-16,-1 0 8 16,3 0-11-16,-5 4 35 15,2 6-16-15,-6 0-7 16,0 0-20-16,2 4 6 0,4 23-8 16,1 15 5-1,-3 6 6-15,-2-1-2 0,3 2-10 16,-5-4 1-16,0-1-2 15,0-3 1-15,-7-5-8 16,3-7-10-16,-1-8-26 16,3-9-23-16,2-9-122 15,0-3-205-15</inkml:trace>
  <inkml:trace contextRef="#ctx0" brushRef="#br0" timeOffset="46836.42">26281 5370 839 0,'0'0'41'0,"0"0"195"0,0 0-112 16,148 6-56 0,-92-6-66-16,-3 0-2 15,-9-9-12-15,-6-2-64 16,-9-5-281-16</inkml:trace>
  <inkml:trace contextRef="#ctx0" brushRef="#br0" timeOffset="47586.77">27158 5031 285 0,'0'0'374'0,"0"0"-307"0,0 0 92 0,0 0-112 16,118-18-4-1,-99 18-30-15,-7 0-13 0,-8 8-9 16,-4 10 2 0,0 4 7-16,0 2 57 0,0 2-21 15,-6 4-22 1,-6 1 34-16,-5 3-34 0,-4-1 11 16,-3 1-22-1,1-1 16-15,8-7-4 0,4-2-14 16,9-8 12-16,2 0 7 15,0-1 7-15,13-2-14 16,12-1 22-16,4-2-30 0,4-2 6 16,7 0-7-1,-5-2-1-15,1-5-3 16,-7 2-4-16,-9-1-4 16,1-2-26-16,-8 0-1 0,3 0-95 15,-1 0-124-15,-4 0-607 16</inkml:trace>
  <inkml:trace contextRef="#ctx0" brushRef="#br0" timeOffset="48336.62">27754 4885 817 0,'0'0'26'0,"0"0"88"0,0 0-35 0,0 0-29 16,0 0-34-16,0 0 25 15,0 46 56-15,0-8-53 16,-2 10 4-16,-11 4-38 16,-3 1 4-16,3-2-7 15,4-4-9-15,4-6 9 16,5-6-13-16,0-11 7 16,0-4-1-16,0-8 0 15,0-8 3-15,0-1-8 16,0-3 10-16,0 0-11 15,0 0 16-15,14 0-15 0,3-9 11 16,10-5-7 0,7-5 1-16,-1 2 0 15,4 2-3-15,-4 2 7 16,2 1-8-16,-6 5 12 16,-4 7-9-16,-6 0 4 15,8 3 7-15,-6 17-9 0,-4 2 2 16,-3 3-3-16,-12 2-4 0,-2-1 1 15,0 1-18 1,-4-8 11-16,-33 3 20 16,-13-5 4-16,-6 4-12 15,-7-5 3-15,14-4-5 0,9 2-3 16,11-8-14 0,16 0-33-16,13-6 5 15,0 0-59-15,11-6-141 0,18-14-531 16</inkml:trace>
  <inkml:trace contextRef="#ctx0" brushRef="#br0" timeOffset="49116.44">28305 4726 132 0,'0'0'399'0,"0"0"-337"0,0 0 75 0,0 0-31 0,0 0-41 15,0 0-31 1,27-4-7-16,-14 4-2 16,3 0 25-16,-1 0-11 15,1 0 2-15,-3 4-5 0,-1 6-17 16,-6 5-5-16,-4 4-13 15,-2 2-1-15,0 2-14 16,0-1 5-16,-8-2-1 16,-4 1 4-16,5-3 12 15,1-4 4-15,4-2 8 16,2-2-11-16,0-5 1 16,0 1 2-16,19 0-9 15,10-1 1-15,8-1-2 16,2-4-3-16,-1 4-36 0,-11-4-76 15,-14 2-88-15,-11 0-75 16</inkml:trace>
  <inkml:trace contextRef="#ctx0" brushRef="#br0" timeOffset="50619.6">27106 4871 336 0,'0'0'57'0,"0"0"97"16,0 0-26-16,0 0 15 15,0 0 41-15,0 0-68 16,-56 2-28-16,50 6-51 15,-3-4-15-15,-3 9-15 16,4 6 17-16,-3 0-11 16,-3 12 23-16,3 3-11 15,-7 7 6-15,-1 8-28 0,-4 3 10 16,3-4-9 0,2-5-2-16,4-5-4 0,8-6 8 15,6-4-18-15,0-1 6 16,0-6-6-1,18-1-32-15,5-4 6 0,-2-2-40 16,-2-4-85 0,-4-6-255-16</inkml:trace>
  <inkml:trace contextRef="#ctx0" brushRef="#br0" timeOffset="51698.72">28109 4885 564 0,'0'0'104'0,"0"0"-23"16,0 0 7 0,0 0-60-16,0 0 26 0,58 124-17 15,-43-97 35-15,3 6-37 0,-7 7 51 16,5 6-39-1,-3 5-15-15,-6-4-17 16,-1-2-7-16,0-3-8 16,-6-4 4-16,0-2-8 15,0 4 12-15,0-2-13 16,-10 0 5-16,-1 0-3 16,3-2 2-16,0-4-45 15,4-4-41-15,-3-10-145 16,7-11-409-16</inkml:trace>
  <inkml:trace contextRef="#ctx0" brushRef="#br0" timeOffset="54096.87">23815 4292 335 0,'0'0'141'0,"0"0"-18"0,0 0-52 0,0 0-67 16,0 0 15-16,0 0-15 15,0 0-4 1,0 0 4-16,0 0 6 0,0 0 69 16,0 0-3-16,0 0 9 15,0 0-18-15,0 0 11 16,0 0-51-16,0 0-7 16,0 0-14-16,0 0-7 15,0 0 3-15,0 0-2 16,0 0 28-16,0 0-20 0,25 0 14 15,6 0-17 1,7 0 33-16,5 0-36 0,3 0 20 16,3 3-20-1,2-2 1-15,0 1-3 0,3 1 0 16,-2-3-2 0,-4 2 11-16,-1 0-13 0,-2 0 12 15,2 0-12-15,-5 2 11 0,2-2-14 16,-3 0 8-1,-2 2-1-15,-1-4 0 16,1 2 3-16,1-2-10 16,2 0 15-16,0 0-14 0,3 2 16 15,-3 5-16 1,5 0 12-16,-1 3-9 16,-1 0 3-16,7-2 0 15,-4-2-3-15,-1-3 7 16,4-3-8-16,-2 0 10 15,0 0-8-15,-2 0 13 16,-5 0-11-16,-3 0 7 16,3 0 1-16,0 0-5 15,7 0 2-15,3 0-5 0,6 6 12 16,-1 1-16-16,-1-1 15 16,2 2-17-16,-4-4 16 15,-4 0-14-15,-5 1 10 16,-3-2-5-16,1 1-1 15,1 2 1-15,3-1 0 16,6 0 6-16,-1-1-14 16,4 1 14-16,-3-1-14 0,-4 0 8 15,0-1-1 1,2 1 0-16,0-4 1 0,5 3-7 16,-2-3 15-16,-8 0-24 15,-3 1 27-15,-7 4-24 16,-5-1 19-16,0 4-16 15,3-3 9-15,3-1 0 16,5-1-4-16,5-3 3 16,3 0 1-16,-2 0-10 15,-6 0 1-15,-5 3 15 16,-8 4-13-16,2-2 7 16,0 1 0-16,5-3-2 0,3-1 2 15,3-2-4-15,1 0 14 16,-1 0-18-16,-2 0 22 15,-3 0-21 1,-8 0 8-16,-8 0-1 0,-5 0 0 16,1 0 0-1,4 0-4-15,1 0 1 16,5 1-1-16,2 2 8 0,2-3-13 16,1 0 0-1,-3 0 9-15,-8 0-13 0,-5 0 13 16,-5 0-1-16,-2 0 3 0,5 2-8 15,1-2 17 1,3 0-15-16,7 0 12 16,2 0-16-16,-4 0 14 15,2 0-15-15,-9 0 9 0,-1 0 0 16,-3 0-2 0,1 0 7-16,-2 0-13 0,3 0 16 15,3 0-13-15,1-2 10 0,7-4-6 16,-6 2 1-1,-3-1-2-15,-5 4 2 0,-7 1 0 16,2 0-5 0,2 0 17-16,1 0-19 15,3 0 16-15,3 0-18 16,3 0 17-16,-1 0-13 16,4 0 5-16,-2 0 0 15,-3 0-3-15,-1 0 3 16,1 0-6-16,5 0 12 0,-4 0-8 15,3 0 12 1,-4 0-19-16,0 6 9 0,-3-2 0 16,-2 4-5-16,-2-1-1 15,4 0 4-15,-3-1 4 16,-4 0 1-16,-6 0-2 16,0 1-2-16,0 4-49 15,-2 3-1-15,-16 4-61 16,-4-2 12-16,2 0-43 15,4-5-145-15</inkml:trace>
  <inkml:trace contextRef="#ctx0" brushRef="#br0" timeOffset="55696.7">19958 6635 556 0,'0'0'53'0,"0"0"-50"16,0 0 68-16,0 0-13 16,0 0 2-16,0 0-19 15,0 0 96-15,7 16-37 16,-5 12 15-16,2 15-43 15,0 10-37-15,-4 14-6 16,2 1-26-16,-2 10 8 16,0-2-2-16,0-4-17 0,0-1 16 15,-8-4-16 1,-5-5 16-16,3-5-10 0,2-11 2 16,2-7-41-1,6-14-66-15,0-15-145 0,0-10-286 16</inkml:trace>
  <inkml:trace contextRef="#ctx0" brushRef="#br0" timeOffset="56276.76">20257 6867 566 0,'0'0'138'0,"0"0"57"16,0 0-66-16,0 0-111 16,0 0 28-16,0 0 20 15,105-110 27-15,-76 96-58 0,-2 6-12 16,-3 2-2 0,-4 6-14-16,-2 0-7 0,-5 18 1 15,-8 10-9-15,-5 10 7 16,0 12-7-16,-16 4-11 15,-9 3 19-15,-4 5-25 16,-4 2 19-16,-2-1 3 16,-3-9 2-16,9-10-8 15,6-8 18-15,6-9-17 16,10-13 16-16,7-3-2 0,0-7 2 16,18-4 2-1,22 0 11-15,18-17 5 0,6-2-6 16,-1 3-13-16,-5 3 11 15,-13 6-14-15,-10 7-8 16,-10 0-17-16,-12 0-18 16,-7 0-28-16,-6 0-29 15,0 0-66-15,0 0-148 16,0 4-110-16</inkml:trace>
  <inkml:trace contextRef="#ctx0" brushRef="#br0" timeOffset="56763.66">20894 6756 433 0,'0'0'177'0,"0"0"-51"0,0 0 5 0,0 0 40 0,116-97-79 0,-69 83 19 16,-3 3-58 0,-6 5-21-16,-9 6-32 0,-11 0 1 15,-9 7-1 1,-9 21-1-16,0 6-5 0,-7 7 12 15,-22 3-12 1,0 8 14-16,-2-2-17 16,0 0-7-16,4 0 13 15,6-8 0-15,5-4 3 16,9-8-5-16,7-11 10 0,0-4-10 16,4-7 11-1,17-6-12-15,8-2 12 0,-1 0-10 16,-1 0 4-16,-3 0-3 15,-8 0-19-15,-5 0-31 16,-2-2-22-16,-7-2-58 16,-2 0-39-16,0-4-77 15,0 1-260-15</inkml:trace>
  <inkml:trace contextRef="#ctx0" brushRef="#br0" timeOffset="56978.8">20877 7053 634 0,'0'0'262'0,"0"0"-127"0,0 0 49 16,131-44-100-1,-98 25-60-15,3 1-24 0,-9 0-18 16,-3 2-54-16,-6 0-33 15,-2 0-170-15,-8 0-261 16</inkml:trace>
  <inkml:trace contextRef="#ctx0" brushRef="#br0" timeOffset="57346.69">21511 6475 372 0,'0'0'151'0,"0"0"26"16,0 0-54-16,0 0 0 15,0 0-4-15,0 0-54 16,-4 28-14-16,-5 16 7 16,0 6-20-16,9 8-16 15,-2 15-2-15,-5 6-13 16,3 4-14-16,-3 1 7 16,3-8-7-16,-1-9 10 0,5-12-6 15,0-2-7-15,0-7-65 16,0-8-53-1,0-6-212-15,0-18-351 0</inkml:trace>
  <inkml:trace contextRef="#ctx0" brushRef="#br0" timeOffset="57812.5">21890 7203 790 0,'0'0'324'0,"0"0"-315"16,0 0 123-16,123 10-101 0,-77-8-21 16,-7 0-10-1,-15-2-43-15,-6 0 3 0,-12 0-36 16,-3 0-1-16,-3 0-142 16,0-8-152-16</inkml:trace>
  <inkml:trace contextRef="#ctx0" brushRef="#br0" timeOffset="57999.58">21932 6984 1209 0,'0'0'11'0,"0"0"130"16,0 0-125-16,117 4-16 0,-68-6-2 15,-1-18-74 1,-2-4-115-16,-11 8-248 16</inkml:trace>
  <inkml:trace contextRef="#ctx0" brushRef="#br0" timeOffset="58579.47">22653 7185 597 0,'0'0'75'0,"0"0"4"15,0 0 23-15,0 0-55 16,0 0 41-16,0 0-61 15,35 132-10-15,-20-100 3 16,1 0 8-16,2-2 25 16,0-5-37-16,1-4 30 15,-3-3-43-15,3-5 5 16,-6-8 1-16,-7-3 16 16,-4-2-16-16,3 0 39 15,-2-12-18-15,3-16-10 16,1-16-20-16,-1-8-2 0,3-15-2 15,5-8-19 1,3-14 22-16,3-17-34 0,7-7 26 16,0-3 4-16,0 9 5 15,8 20 8-15,-1 22-3 16,-7 17 13-16,-10 23-13 16,-10 12-5-16,-5 7 0 15,1 3-44-15,-3 0-171 16,0 2-320-16</inkml:trace>
  <inkml:trace contextRef="#ctx0" brushRef="#br0" timeOffset="64238.64">23254 6232 600 0,'0'0'43'0,"0"0"39"0,0 0-8 16,0 0-10-16,0 0-14 16,0 0 17-16,0 0-4 0,2 4-18 15,-2-4 10 1,0 0-44-16,0 0 23 16,0 0-33-16,0 0 16 15,0 0-16-15,0 0 11 0,0 0-12 16,4 0 3-1,-2 0-1-15,1 0 10 0,0 0-5 16,5 0-6-16,1 0 26 16,5 0-25-1,1 0 9-15,5 0-7 0,0 0-4 16,0 0 5-16,1 0-3 16,-2 0-1-16,1 0 8 15,1 0-3-15,-4 0 3 16,1 0-10-16,4 0 2 15,0 0-2-15,1 4 1 16,6 0 0-16,-2-4-4 16,4 0 11-16,0 0-10 15,-2 0 9-15,0 0 2 16,0 0-4-16,5 0-5 16,-3 0 2-16,4 0-1 0,-1 0 0 15,1 0 3-15,-2 0-8 16,-1 0 15-1,-1 0-21-15,-2 0 30 0,0 4-27 16,0-2 12-16,-4 1-6 16,10 3 2-16,1-4 0 15,3 1-2-15,4 5 8 16,-1-8-12-16,-4 4 12 16,1 2-12-16,-2-4 21 15,3 2-26-15,0-4 13 0,1 0-2 16,-4 0 0-16,3 0 1 15,-4 0-11-15,-2 0 23 16,-3 4-23-16,2 1 23 16,1-2-24-16,6 0 18 15,2-3-13-15,3 0 6 16,-1 0-6-16,5 0 5 16,-7 0 2-16,-1 0-5 15,-3 0 11-15,-3 0-5 16,-4 0 7-16,-2 0-14 15,5 1 7-15,-5 4-2 16,2 0 0-16,-2-5 2 0,0 2-9 16,2 2 14-1,5-4-15-15,-3 0 20 0,-2 2-20 16,-2-2 14 0,0 2-11-16,0 1 5 0,0-2-1 15,5 3-2-15,1-2 6 16,7 0-13-16,1-2 15 15,1 0-11-15,-1 0 12 0,-5 0-17 16,-7 0 13 0,-6 0-6-16,-6 0 3 0,6 0 1 15,2 0 0 1,6 0 6-16,2 0-11 0,15 0 20 16,-4 0-15-1,1 0 2-15,0 0 4 16,-4 0 2-16,-6-4 1 0,-6 0 9 15,-6 4-18 1,-6 0 1-16,0 0 9 0,-1 0-11 16,4 0 8-16,2 0-14 15,3 0 7-15,0 0-1 16,2 0-3-16,-2 0 4 16,-3 6-5-16,0-4 13 15,3-2-18-15,0 0 20 0,0 0-16 16,2 0 12-1,2 0-2-15,2 0-4 16,1 0 0-16,-1 0 1 16,0 0 4-16,1 0-10 15,-1 0 15-15,-2 5-7 16,1 1 9-16,-1-3-12 0,2 1 0 16,4-2 0-1,0-2-2-15,1 0 7 0,-1 0-4 16,-3 0 3-16,-3 0 4 15,-2 0 7-15,4 4-13 16,-1-1 4-16,8-2-3 16,0-1-3-16,4 0 0 15,1 0-1-15,-7 0 6 16,0 0-10-16,5 0 10 16,-8 0-5-16,-4 0 7 15,0 0-8-15,-2 0 12 16,-2-1-16-16,0 1 5 15,0-3 0-15,-5 3-1 0,5 0 7 16,2 0-13-16,0 0 19 16,0 0-16-16,4 0 8 15,-2 0-8-15,0 0 4 16,7 0 0-16,-3 0-3 16,0 0 10-16,-2 0-14 15,-4 0 16-15,-5 0-12 16,-6 0 12-16,-7 0-18 15,-5 0-31-15,-6 0-43 16,0 0-55-16,-21 0-370 0</inkml:trace>
  <inkml:trace contextRef="#ctx0" brushRef="#br0" timeOffset="65386.53">23327 6200 175 0,'0'0'1'0,"0"0"-1"0,0 0 19 16,0 0 5-16,0 0-23 16,0 0 67-16,-2-6 135 0,0 6-109 15,-3 0 13 1,5 0-78-16,0 0-11 0,0 0-18 16,0 0-3-1,0 0 3-15,0 0 58 0,0 0 1 16,0 0 3-16,-2 0-5 15,2 0-25 1,-2 0 18-16,0 0-36 0,0 0 9 16,0 0-17-1,-1 0-10-15,1 4 10 0,0 2 8 16,0 1 9-16,-1 2 15 16,-6 1-6-16,3 0-23 15,-10 9 26-15,-4 2-27 0,-7 8 25 16,0-2-27-1,-4 4-1-15,4-1-5 0,1-5-9 16,8 0-3 0,6-7-36-16,10-12-41 0,2-6-298 15</inkml:trace>
  <inkml:trace contextRef="#ctx0" brushRef="#br0" timeOffset="81229.91">20370 7770 379 0,'183'-64'0'16,"-36"19"-252"-16</inkml:trace>
  <inkml:trace contextRef="#ctx0" brushRef="#br0" timeOffset="81896.53">23323 6327 100 0,'0'0'42'0,"0"0"116"0,114 64-23 16,-77-41-99-16,6-1-36 16,-5-4-62-16,-1-4-123 15</inkml:trace>
  <inkml:trace contextRef="#ctx0" brushRef="#br0" timeOffset="81946.49">23717 6551 300 0,'0'0'94'15,"0"0"-94"-15,0 0-16 16,0 0-362-16</inkml:trace>
  <inkml:trace contextRef="#ctx0" brushRef="#br0" timeOffset="82306.37">23472 7131 358 0,'0'0'55'15,"0"0"-53"-15,0 0 42 16,0 0-44-16,0 0-143 16</inkml:trace>
  <inkml:trace contextRef="#ctx0" brushRef="#br0" timeOffset="89736.65">23733 6810 288 0,'0'0'14'0,"0"0"-12"0,0 0-4 0,0 0 4 16,0 0 40-16,0 0 62 0,0 0 11 15,0-28-10 1,0 25-55-16,0 2 3 0,0-5-49 16,0 3-4-1,0 1 3-15,0-4-3 0,0 6 1 16,0-1 76 0,0 1 53-16,0-3-72 0,0-1-21 15,0 0-29-15,0-2-10 0,0-2 11 16,0 1-10-1,0-4 1-15,0 3 0 16,0 1 6-16,0-2 3 16,0 0 34-16,0 0-10 0,0-3-1 15,0 0-24 1,0 0 8-16,0-4-8 16,0 8-4-16,0 2-4 15,0 0 0-15,0 6 12 16,0 0-12-16,0 0 1 0,0 10 11 15,0 12-15 1,0 6 12-16,0 6-9 16,-5 7 5-16,-12 6 1 15,-8 8-5-15,-4-5 3 16,2 2-6-16,0-2 15 0,1-8-14 16,4-4 14-1,6-6-20-15,3-9 11 0,6-9-8 16,7-6 4-16,0-4-8 15,0 2 6-15,9-5 4 16,18-1-4-16,2 0 8 16,0 0-2-16,4-1 8 15,-2-5-10-15,-4-3 0 16,-3 7-2-16,-6-2 0 0,-2 2 0 16,-3-2-4-1,-2 0 9-15,-1-4-11 0,-2 1 17 16,-1 3-20-16,-3-5 17 15,-2 1-12-15,6 0 4 16,-6 1-5-16,0-2 1 16,0 1-2-16,2-2 2 15,-1 0-10-15,-1-2 3 16,2 6 15-16,-4 0-11 16,2 0 7-16,-2 5 0 0,0-4 0 15,0 5 1-15,0 0-8 16,0 0 14-1,0 0-19-15,-4 0 24 0,-7 14-12 16,-3 21 2 0,6 6 22-16,-1 3-10 15,2 3-2-15,2-3 1 16,3-2-8-16,-2 0-8 0,2-4 11 16,-3-3-16-1,-3-2 8-15,5-7-7 0,-4-4-29 16,5-6-3-16,2 0-96 0,0-8-171 15,0-8-239 1</inkml:trace>
  <inkml:trace contextRef="#ctx0" brushRef="#br0" timeOffset="90616.75">24105 7271 539 0,'0'0'60'0,"0"0"11"0,0 0-51 16,0 0 2-16,0 0-1 15,0 0 14-15,-51 58 21 16,51-42 8-16,0 2 36 16,0-2-50-16,0 0 11 15,8-4-44-15,8-2 35 0,4-2-23 16,0-2 7-16,1-6-36 15,5 0 18-15,6-2-4 16,3-20-13-16,-2-4 10 16,7-6-3-16,-6-4-13 15,-3 0 15-15,-6 0-16 16,-3 2 6-16,-7 2 0 16,-11 6-1-16,-4 4-3 15,0 4 4-15,-10 3-1 16,-15 7-8-16,-6 6 18 15,-3 2-15-15,-3 0 18 0,3 13-16 16,-3 8 5 0,1 5-2-16,2 11-1 0,1-1 0 15,6 4-3-15,7-5 10 16,4 4 7-16,10-7-11 16,6-9 23-16,0-4-20 15,0-9 6-15,20-6-6 16,9-4 9-16,13 0-9 0,10-2 0 15,6-14-2 1,0-3 9-16,-8 11-14 0,-7 3 11 16,-7 5-16-1,-11 3 9-15,-10 18-5 0,-7 5-10 16,0 2 14 0,-2 3-1-16,1-10 10 15,-1-4-16-15,3-9 7 0,5-4-12 16,-1-4-43-1,3 0-10-15,-3 0-83 16,5-17-179-16,-5-5-380 0</inkml:trace>
  <inkml:trace contextRef="#ctx0" brushRef="#br0" timeOffset="91500">24769 6623 327 0,'0'0'284'0,"0"0"-206"15,0 0 14-15,0 0 11 16,0 0-18-16,0 0 28 16,0 0-19-16,51-8-42 15,-32 6-45-15,-4 0 17 0,5 0-1 16,-5 2-19 0,-1 0-4-16,-5 0 4 0,-7 6-17 15,-2 14 19-15,0 4-11 16,-13 6 10-16,-14 3-10 15,2-2 5 1,1-2 0-16,3-4 0 0,6-3 0 16,9-5-10-16,1 3 20 0,5-8-15 15,0 4 12 1,2-4-3-16,18-5-1 0,5 2 7 16,10-3-5-1,1 0-5-15,2-6 14 16,-4 0-13-16,-1 0 4 0,-8 0-5 15,-8 0-12-15,-9 6-46 16,-8 0-71 0,0 1-228-16</inkml:trace>
  <inkml:trace contextRef="#ctx0" brushRef="#br0" timeOffset="93246.47">25666 6903 550 0,'0'0'112'0,"0"0"-12"0,0 0 9 0,0 0-19 0,0 0-29 0,0 0-18 16,-2-13 22-16,2 13 2 15,0 0-25-15,0 0 12 16,0 0-48-16,0 8 22 16,0 16-26-16,0 8 47 15,0 6-35-15,8-2-2 0,-2 2-5 16,1-4-5-1,-3 8-4-15,-4-3 14 0,0 2-2 16,0 6-1 0,-11-3-9-16,-3-2 0 0,4-2-7 15,1-7-9 1,7-9-26-16,2-9 5 0,0-4-21 16,0-10 24-1,0-1-19-15,0 0 31 0,0 0-96 16,2-7-22-16,7-8-105 15,-5 3-352-15</inkml:trace>
  <inkml:trace contextRef="#ctx0" brushRef="#br0" timeOffset="93866.62">25502 7285 381 0,'0'0'187'0,"0"0"-64"0,0 0-30 16,0 0 20-16,0 0-45 15,0 0 2-15,0-4-9 16,0 4 15-16,0-2-35 16,4 2-6-1,10 0 20-15,6 0-18 0,13 0 15 16,16 0-20 0,9 0 26-16,5 0-32 0,-3 0-15 15,-8 0-10-15,-4 0-2 16,-10 0-23-16,-14-5-17 15,-5 5-6-15,-11-5-72 0,-8 5-68 16,-2 0-199 0</inkml:trace>
  <inkml:trace contextRef="#ctx0" brushRef="#br0" timeOffset="99488.56">2021 17040 376 0,'0'0'30'0,"0"0"-5"15,0 0 91-15,0 0-29 16,0 0-25-16,0 0 11 15,0 0 6-15,0 0-2 0,0 0-23 16,0 0-29-16,0 0 0 16,0 0 4-16,0 0 16 15,0 0-25-15,0 0 5 16,0 0-6-16,0 4 11 16,0 4-10-16,0-4 11 15,0 7-24-15,0-8 6 16,-6 7 6-16,2 2-7 15,0-2 2-15,-1-1-9 0,3 0 11 16,-2-5-11 0,2-4 17-16,-2 0 6 0,-10-4 13 15,-1-19-37 1,-6-12-1-16,-4-10 14 0,6-14-16 16,1-7-2-16,5-4 7 15,8-3-14 1,5 1 6-16,0 6 0 0,2 9-23 0,14 7-14 31,-3 19-54-31,1 7-139 0,-6 20-206 16</inkml:trace>
  <inkml:trace contextRef="#ctx0" brushRef="#br0" timeOffset="100296.38">2319 16512 323 0,'0'0'256'0,"0"0"-189"0,0 0 10 15,0 0-3-15,0 0 20 0,0 0 4 16,-9 9 10-1,7-9-49-15,2 0 10 0,0 0-27 16,0 0 3 0,0 0-21-16,0 0-5 0,0 0-4 15,2 0-15 1,11-9 5-16,7 3 3 0,1 4 7 16,-2 2-9-16,4 0-12 15,-1 0-10-15,-7 13 9 16,1 13-5-16,-11 6-6 15,-5 12 18-15,0 6-14 16,-9 4 4-16,-16 7 10 16,-1-8-5-16,-1-9 9 15,14-5-4-15,3-13 1 16,6-8 0-16,4-9-1 16,0-9 0-16,0 0 0 15,14 0 0-15,17 0 11 0,7-5 8 16,1-5 29-16,-3-2-38 15,-14 2-3-15,-3 10-5 16,-6 0-1-16,-2 0-2 16,-2 0-29-16,4 0-12 15,-3 0-80-15,-4 0-144 0,-6 4-177 16</inkml:trace>
  <inkml:trace contextRef="#ctx0" brushRef="#br0" timeOffset="100976.74">2760 16786 256 0,'0'0'375'0,"0"0"-318"0,0 0-16 0,0 0 58 15,0 0-50-15,0 0 25 16,0 0-20-16,0 7-22 15,0 4-16-15,0 1 10 16,0-2 11-16,0 1-20 16,0 0 16-16,5-3-30 15,8-4 8-15,5-2-9 16,7-2 27-16,1 0-13 16,3-6-7-16,2-16 43 0,0-10-36 15,0-7 27 1,-6-2-30-16,-7-8-3 15,-9 5-3-15,-3 4-14 16,-6 7 2-16,0 8-6 16,-6 11-8-16,-9 9 3 15,-6 5-5-15,-1 0-1 16,-3 27 9-16,-1 9 3 0,1 12 1 16,7 2 18-16,3 0-8 15,3-1 1-15,12-13 11 16,0-7-12-16,0-14 4 15,0-7 5-15,5-2-9 16,11-6 35-16,8 4-21 16,3-4 19-16,-3 4-3 15,-4 1-9-15,-1 3-22 16,-4 1-1-16,-5 1 0 0,4 2-1 16,1-1 0-1,2 0-23-15,-5-1-4 0,7-2-50 16,-6 2-44-16,-6 2-159 15,0-6-219-15</inkml:trace>
  <inkml:trace contextRef="#ctx0" brushRef="#br0" timeOffset="101494.13">3291 16200 758 0,'0'0'40'0,"0"0"102"0,0 0-36 0,0 0-35 0,0 0-10 0,131 111-11 15,-109-79-22 1,-2 4 15-16,-6 12-21 16,-8 12-14-16,-6 18 4 15,0 12-9-15,-6 4-5 0,-5-6 2 16,-1-11-2-1,1-23-61-15,3-18-55 16,2-17-117-16,-2-16-153 0</inkml:trace>
  <inkml:trace contextRef="#ctx0" brushRef="#br0" timeOffset="102186.57">3589 16070 764 0,'0'0'52'0,"0"0"46"0,0 0-21 15,0 0-50-15,0 0 0 16,0 0 70-16,74-4-26 15,-52 4-42-15,0 0 6 16,0 0-27-16,-4 13 8 0,-5 4-9 16,-2 11-7-1,-6 4 4-15,-2 6-4 0,-3 8 2 16,0-6-1 0,0 1-2-16,0-14 3 15,0-4-10-15,0-11 14 0,6-7-12 0,3-5 3 16,5 0 3-1,3 0 15-15,-1 0-8 16,3-1 0-16,2-7-6 16,-8 3-2-16,-2 2 2 0,-2 3-5 15,-2 0-20 1,4 0-12-16,-2 0-12 16,-3 8-61-16,1 0-112 15,0-7-278-15</inkml:trace>
  <inkml:trace contextRef="#ctx0" brushRef="#br0" timeOffset="103409.62">4130 16692 24 0,'0'0'537'0,"0"0"-488"0,0 0 49 15,0 0 18-15,0 0-25 16,0 0-30-16,-11 0-19 16,11 0-14-1,0 0 40-15,0 0-11 0,0 0 0 16,0 0-31-16,11 4 0 16,10 4 21-16,8-3-10 0,2 4-7 15,-2-9-21-15,2 0 8 16,-2 0-15-1,-5 0-2-15,-4 0 3 0,1 0-6 16,-6-9-24-16,-11 5-12 16,0 3-23-16,-4-4-85 15,0 5-219-15,-4 0-415 16</inkml:trace>
  <inkml:trace contextRef="#ctx0" brushRef="#br0" timeOffset="104286.33">4172 16512 69 0,'0'0'478'0,"0"0"-445"15,0 0 34-15,0 0-16 16,0 0 41-16,0 0-10 15,-4 0 24-15,4 0-36 0,0 0 27 16,0 0-36 0,0 0-27-16,0 0-9 0,0 0-6 15,2 0 7-15,14 0-3 16,1 0 44-16,6 0-55 16,-1 0 25-16,1 0-36 0,-1 0 2 15,-2 0-3 1,0 0 0-16,-7 0-4 15,3 0-20-15,-5 0 13 16,-7 0-19-16,-1 0 11 0,-3 0-30 16,0 0-33-1,0 13-87-15,0 1-127 0,0-4-262 16</inkml:trace>
  <inkml:trace contextRef="#ctx0" brushRef="#br0" timeOffset="105574.73">4882 16994 187 0,'0'0'186'0,"0"0"-94"0,0 0 15 0,0 0-74 0,0 0 22 15,0 0-26 1,0 14-21-16,4-10-7 16,-4-4-1-16,0 0 41 15,0 0 35-15,0 0 4 0,0 0-16 16,0 0 14-16,0 0-35 15,0 0 11 1,0 0-24-16,0 0-9 16,0 0-5-16,0 0-11 0,0 0-1 15,-4 0 2 1,-2 0 22-16,2 0-22 0,0 0 22 16,-5 0-20-16,3 0 11 15,-6-4-10-15,5 0 6 16,1-2-3-16,-1 2-4 15,2-4 3-15,1 2-9 16,0 2 10-16,-1-8-7 16,-1-2-7-16,1-7 2 0,-2-6 0 15,3-1 0 1,-5 2 2-16,5 4 9 0,-3-2-11 16,2-2 14-1,-1-1-10-15,6-4 0 0,-3-6-4 16,3-2-1-16,0-5-2 15,0 2 3-15,0 3 1 16,0 9 0-16,9 10-1 0,-2 2 9 16,0 6-21-1,2 2 12-15,2-6-1 0,2 2-31 16,0-4-7 0,3 0-16-16,-1-9-59 0,-1 10-158 15,-3-2-293-15</inkml:trace>
  <inkml:trace contextRef="#ctx0" brushRef="#br0" timeOffset="106336.68">5046 16504 143 0,'0'0'385'0,"0"0"-321"0,0 0 21 0,0 0 43 16,0 0-20-16,0 0-10 15,0 0-39-15,0 0 7 16,0 0-34-16,0 0 23 16,0-13-22-16,0 3-14 0,11-4 9 15,3-4-27-15,-1 2 24 16,3 1-19-16,-1 6-4 16,1 1 2-1,-1 4-6-15,-1 4 2 0,-3 0-8 16,-2 0-12-16,-3 12-20 15,-6 12 23-15,0 10-29 16,0 5 24-16,-9 9-16 16,-15 3 36-16,2 7 0 15,-5-3 1-15,3-5 0 16,3-16 1-16,8-10 11 0,5-8 8 16,2-10-1-1,6-2-12-15,0-4-12 0,0 0 4 16,0 0 0-16,14 0 2 15,13-10 25-15,6-2-10 16,7-2 4-16,0 6 8 16,-3 4-8-16,-8 4 10 15,-4 0-28-15,-4 0 3 16,-1 0-4-16,-5 0-5 16,1 4-24-16,-7 0-32 0,2 4-68 15,-4-8-195-15,-7 0-361 16</inkml:trace>
  <inkml:trace contextRef="#ctx0" brushRef="#br0" timeOffset="106986.76">5483 16663 367 0,'0'0'308'0,"0"0"-240"0,0 0 66 0,0 0-20 16,0 0-72-1,0 0-38-15,0 60-1 16,0-52 5-16,0 1 10 16,0-6 39-16,0 0-6 15,0 0-9-15,6-3-32 16,6 0 4-16,-1 0-2 16,4 0 6-16,5-22 20 0,1-9-9 15,8-10-6 1,-6-3-14-16,0-2-7 15,-5-2-1-15,-5 12-2 16,-6 4-18-16,-4 10 1 16,-3 10 0-16,0 6 9 0,-6 6 9 15,-9 0-11-15,-3 6-2 16,-1 20 19-16,-4 0-12 16,3 6-12-16,0 0-14 15,4 4 18-15,8 2 14 16,-1-1 9-16,6-6-2 15,3-8 10-15,0-14-15 16,0-5 8-16,9-4-2 16,16 0 13-16,6 0 0 15,3-5 13-15,-3-3-23 16,-2 4 22-16,-8 4-30 0,4 0 2 16,-9 0-9-1,-1 17 8-15,-3 10-8 0,1 5 1 16,-6 2-7-16,6-6-15 15,0-15-47-15,-2 0-112 16,-1-9-264-16</inkml:trace>
  <inkml:trace contextRef="#ctx0" brushRef="#br0" timeOffset="107556.67">5957 16192 363 0,'0'0'402'0,"0"0"-342"0,0 0 131 0,0 0-88 16,0 0-31-16,128 38-34 15,-91-10-21-15,-8 8 0 16,3 4-16-16,-5 9 2 15,-8-3 3-15,-1 10 3 16,-7 7-2-16,-5 8 7 0,-6 6-14 16,0-1 0-16,0-14-25 15,0-15-57-15,0-14-64 16,-10-11-216-16,1-12-326 16</inkml:trace>
  <inkml:trace contextRef="#ctx0" brushRef="#br0" timeOffset="108236.82">6613 16623 1062 0,'0'0'42'0,"0"0"8"0,0 0-14 16,0 0-18-16,0 0-18 15,0 0 3-15,0 10 8 0,0-10 3 16,0 0 11-16,0 0-9 16,0 0 38-16,0 0-33 15,0 0-21-15,0 0-2 16,0 0 1-16,0 9 0 16,0-3 0-16,0 1 1 15,0 1-8-15,0-8-14 16,0 0-82-16,0 0-73 15,0-4-145-15,0-13-116 16</inkml:trace>
  <inkml:trace contextRef="#ctx0" brushRef="#br0" timeOffset="109636.6">7132 16371 539 0,'0'0'89'0,"0"0"-36"0,0 0 47 0,0 0 35 16,0 0-3 0,0 0-25-16,-3 0-51 0,3 0-8 15,0 0-43-15,0-10 22 16,7-8-14-16,4-1 4 15,5-7-13-15,-1 4 4 16,3 4-7 0,2 4 0-16,-2 1-1 0,-1 12 1 15,2 1-7-15,-6 0-7 16,3 1-2-16,-8 22-23 16,-6 11 29-16,-2 12-3 15,-4 8-7-15,-23 13 11 16,-4-1-16-16,-4-4 13 15,-3 1 2-15,2-10 9 16,10-9-3-16,5-15 2 16,8-15 2-16,13-7 32 15,0-7-32-15,0 0 5 16,5 0 7-16,21 0 7 16,6 5 22-16,3-5-8 0,1 4 4 15,-5 2-7-15,0-2-5 16,-6 4-26-16,-1-2-3 15,-1 5-19-15,-4-6-33 16,0-5-28-16,-9 0-212 16,-3 0-484-16</inkml:trace>
  <inkml:trace contextRef="#ctx0" brushRef="#br0" timeOffset="110336.49">7613 16593 563 0,'0'0'123'0,"0"0"-68"0,0 0 5 0,0 0 11 15,0 0-15-15,0 0 33 0,-13 66-44 16,26-66-6 0,5 0 43-16,1 0-40 15,2-22-3-15,3-9-17 0,1 0-10 16,-8-1-12-1,-3 1 0-15,-12 8 0 0,-2 7-3 16,0 5-6 0,-9 8-4-16,-6 3-4 15,-4 0 4-15,0 8 7 0,-1 14 2 16,1 14 1-16,0 0 6 16,5 4 5-16,3-4 4 15,7-10 6-15,4-8 6 16,0-7-22-16,0-11 0 15,2 4 6-15,16-4 21 16,4 0-7-16,7 0 31 16,0 0-38-16,6 0 4 15,-1 0-11-15,-3 0-7 16,-4 0-2-16,-2 9-9 16,-5 8 2-16,-5 1-27 15,3 0-4-15,-7 8-42 0,-2-2-54 16,-6-2-145-16,-3-10-585 15</inkml:trace>
  <inkml:trace contextRef="#ctx0" brushRef="#br0" timeOffset="111416.74">6885 16798 313 0,'0'0'130'0,"0"0"7"0,0 0-5 0,0 0 52 15,0 0-26-15,0 0-38 16,0-40-106-16,-3 13 55 16,-6-8-17-16,9-6-12 15,0-9-15-15,0-6-5 0,9-2 6 16,13-6-16-1,5-2 24-15,0-1-33 0,-2 7-1 16,-4 7-28 0,-1 3-32-16,5 17-60 15,-2 9-98-15,0 12-171 16</inkml:trace>
  <inkml:trace contextRef="#ctx0" brushRef="#br0" timeOffset="111966.63">8161 16092 605 0,'0'0'370'0,"0"0"-356"0,0 0 75 0,0 0-65 16,0 0 60-16,118 138-78 16,-98-97 2-16,-2 5-3 0,-2 2 17 15,-1 14-7 1,-4 2 7-16,-4 10-13 16,-5 7-3-16,-2 4-6 15,0 0-23-15,0-14-32 16,-16-8-154-16,-1-15-242 0</inkml:trace>
  <inkml:trace contextRef="#ctx0" brushRef="#br0" timeOffset="119144.66">5333 16290 31 0,'0'0'23'0,"0"0"20"15,0 0-40-15,0 0 70 0,0 0 11 16,0 0-54 0,0 0 55-16,-6-10 24 0,6 6-36 15,0 4-42-15,0 0-9 16,0 0-17-16,0 0 0 15,0 0 38-15,0 0-6 0,0 0 4 16,0 0-3 0,0 0-1-16,0-5-23 15,0 5-1-15,0 0 4 16,0-4-13-16,0-1 18 0,0 1-19 16,0 4 20-1,0-8-15-15,0 2-5 0,0-4 0 16,0 2 8-16,4 0-5 15,3 0 1 1,-3 2 0-16,3 2-3 0,-2 0-7 16,-1-2 10-16,5 2-9 15,0-3 9-15,2 1 6 16,-2-3-7-16,2 1 9 16,0-2-5-16,0 1-8 15,1 1 3-15,1-1-3 16,1 1 2-16,-4-2 7 15,3 0-8-15,-1 5 0 16,5-6-6-16,-1 1 3 16,0-2 0-16,0 1 0 15,-1 2 5-15,-3 1-8 16,-4 4 9-16,5-2-4 16,-1 2 3-16,-1-4-5 15,3 2 1-15,-1-2-1 0,-1 4 1 16,2-5 3-16,-1 8 4 15,1-3-7 1,-1 0 10-16,1-1-3 0,1 1-13 16,-1 3 10-16,6-3-8 15,-7 4 3-15,0-5 0 16,0 2-2-16,-1 3 8 16,1 0-13-16,3-4 17 0,-3 2-18 15,5-1 16 1,2 2-13-16,0-4 8 0,3 1-4 15,-6 0 1-15,-3-1 0 16,3 0-4-16,-5 5 14 16,-1 0-13-16,-3 0 10 15,6 0-10-15,-1 0 6 16,3 0 7-16,1 0-10 16,0 0 3-16,3 0-7 0,-3 0 9 15,-1 0 1 1,-3-4-1-16,0 4 18 15,-1 0-18-15,-3 0 7 16,7-4-5-16,-6 1-7 0,3-1 13 16,-1 2-11-1,-3 2 6-15,2 0-7 0,-2 0 16 16,2 0-8 0,0 0-10-16,1 0 8 0,-2 0-7 15,4 0 2 1,-1-4-2-16,5 4-1 15,-2-5 1-15,0 5-2 0,-1 0 11 16,1 0-18-16,-5 0 18 16,2 0-12-16,-4 0 4 0,0 0-1 15,-1 0 2 1,4 0-2-16,-1 0 0 0,0 0 7 16,0 0 1-16,-2 0 2 15,4 0-13-15,1 0 5 16,-1 0-4-1,5 0 2-15,-3 0 0 0,1 0 1 16,-1 0 2 0,2 0-6-16,-5 0 6 0,0 0-5 15,1 0 12-15,-1 0-17 16,-6 0 7 0,3 0 0-16,0 5-1 0,0-5 6 15,0 4-12-15,2-4 18 16,0 2-16-16,0-2 18 15,-4 1-15-15,7 2 7 16,-8 0-6-16,5 1 1 16,-1-4 0-16,2 4-4 15,-1-4 10-15,-1 0-5 16,1 6 4-16,-3-2-8 16,2 0 12-16,1 0-18 0,-1-4 11 15,0 5-2-15,-1-1 0 16,-1-2 0-16,-3 2-6 15,1-1 12-15,-3 2-11 16,4-1 16-16,-1 1-12 16,-2 4 3-16,5-4 4 15,-1 8-6-15,-2-10 1 0,3 8-1 16,-3-11 7 0,-1 8-11-16,0-4 11 0,-1-2-2 15,0 6 0-15,3-4-4 16,-1-4 1-1,0 4-2-15,-2-4 0 0,-2 2-5 16,0-1-5 0,-2-1-42-16,0 0-35 0,0 0-173 15,0 0-278-15</inkml:trace>
  <inkml:trace contextRef="#ctx0" brushRef="#br0" timeOffset="121186.89">5877 16990 162 0,'0'0'68'0,"0"0"-18"0,0 0 50 16,0 0-58-16,0 0-9 0,0 0 16 16,0 0 11-1,40 10-35-15,-38-2 26 0,8-4-5 16,-1 4-1-16,-1-2-23 15,1-2 0-15,0 0 9 16,0 0-12-16,-3-2 14 16,6 2-7-1,-3 0 19-15,4 0-12 0,-1-4 4 16,3 6-7 0,1-2-5-16,-1 1-3 0,-1-2 2 15,5 1 10-15,2 1-19 0,-4 0-4 16,1-1-7-1,-2 0-2-15,1 1 2 0,2 0-2 16,0-5-2 0,-1 4 0-16,3 1 9 0,-6-1-9 15,1-4 0 1,-1 3 5-16,-1-1-8 16,3-2 9-16,-1 0-5 15,1 0-1-15,0 0 0 0,2 0 0 16,6 0 2-16,-3 0 2 15,3 0 1-15,-1 0 3 16,-2 0 0-16,1 0-11 0,2 0 12 16,-6 0-16-1,6-2 7-15,-1-1 0 16,-1-1-1-16,1 4 3 16,-2 0 12-16,3 0-13 15,-3 0 6-15,-2 0-1 16,5 0 5-16,-5-5-9 15,-5 5-2-15,5 0-1 0,3 0 1 16,-4 0 3-16,0 0 3 16,-2 0-7-16,-3 0 4 15,1 0 0-15,-1 0-3 16,-3 0 0-16,-2 0 0 16,2 0 1-16,-2 0-1 15,2 0 1-15,7 0 5 16,-2-4-4-16,-1 4 1 15,1-4 3-15,3 3-10 16,0-4 5-16,1 5-1 0,-5-4 0 16,1 4 8-1,-1 0-17-15,-2 0 19 0,3-4-14 16,-1 4 13 0,1-4-12-16,0 3 8 0,-3-4-6 15,3 1 1-15,-2 1 0 0,-2-2 0 16,5 1 6-1,-2 2-3-15,1-2 2 16,-1-4 2-16,-1 4-2 16,-1-2 3-16,1 2-4 15,-1-3 1-15,-3 1-5 16,0 1 3-16,1-3-5 0,-3 2 12 16,4 2-15-1,-3 0 12-15,-1 0-3 0,0-1-2 16,0 4-4-16,1-3 3 15,0 1-1-15,0-2 9 16,0-3-7 0,2 2 6-16,3-2-3 15,3-7 8-15,-3 2-12 0,-1 5 7 16,-1-2-8-16,-4 2 0 16,3-3 0-16,-7 9 3 15,6-3-11-15,-6 1 16 16,3 0-15-16,-3-2 19 15,2 6-14-15,0-4 7 16,-4 4-9-16,-2 0 4 16,0 0 0-16,0 0-2 15,0 0 4-15,0 0-7 16,0 0-12-16,0 0-1 16,0-4-36-16,-18 4-65 15,-7 0-863-15</inkml:trace>
  <inkml:trace contextRef="#ctx0" brushRef="#br0" timeOffset="122256.7">5142 17985 331 0,'0'0'343'0,"0"0"-314"0,0 0 100 15,0 0-10-15,0 0-62 16,0 0 6-16,0 0 30 16,31 0-26-16,-13 0-35 15,2 0 8 1,2 0-29-16,3 0 1 0,2 2-11 16,-3-2 0-16,-2 4-1 15,-1-4-12-15,-4 0 9 16,-8 0-34-16,0 0 4 0,-7 0-39 15,-2 0-47 1,0 0-83-16,0 0-23 16,0 0-141-16</inkml:trace>
  <inkml:trace contextRef="#ctx0" brushRef="#br0" timeOffset="122526.49">5242 17780 731 0,'0'0'216'0,"0"0"-172"15,0 0 72-15,0 0-1 0,0 0-77 16,0 0-10-16,74-4-18 15,-55 4-6 1,2 0-8-16,-1-3-9 0,-2-3 0 16,-2-3-66-16,-8-5-74 15,-3 1-204-15</inkml:trace>
  <inkml:trace contextRef="#ctx0" brushRef="#br0" timeOffset="125006.69">5955 17459 410 0,'0'0'240'0,"0"0"-164"0,0 0 56 0,0 0-22 16,0 0-87-16,0 0 11 0,0 0-10 15,0 0 28 1,0 4-26-16,0 14-11 0,0 5-12 15,-5 3 6 1,-10 6-2-16,-1-1-6 16,5 5-1-16,3-5 6 15,-4-5-7-15,3-8 6 0,3 1 8 16,2-6-7 0,1 1 10-16,3-2-15 0,0-6-1 15,0 2 0-15,0-4-6 16,0-4-4-16,11 4-29 15,9 0 35-15,2-2 2 0,3 2-11 16,-5 0 20 0,0-4-14-16,-4 0 5 15,1 0-4-15,-1 0 6 16,-5 0 0-16,5-8-1 16,-5-2 4-16,3 3-8 15,1-8 13-15,-1 1-10 16,-3 6 2-16,-1-2 0 15,0-2-2-15,-1 6 3 16,-3-2-2-16,-2 4 2 0,5-6-2 16,-4 5 15-16,-3 3-24 15,1-3 17-15,-3 5-7 16,0 0 4 0,0 0 4-16,0 0 25 0,0 0-13 15,0 0 0-15,0 0-10 16,0 0 0-16,0 12-7 15,0 6-6-15,0 1 9 16,0 8-6-16,0-1 10 16,-7 6 3-16,4 2 10 15,-6 7-19-15,9-6 23 16,-2 2-22-16,0-5-9 0,2-7 14 16,-2 2-19-1,0-5 9-15,2-8-3 0,-2-6 0 16,2-6-21-16,0-2-6 15,0 0-14-15,0-6-50 16,0-19-117-16,0-8-423 16</inkml:trace>
  <inkml:trace contextRef="#ctx0" brushRef="#br0" timeOffset="127718.72">6541 17879 202 0,'0'0'144'0,"0"0"-86"0,0 0 106 16,0 0-75-16,0 0-42 15,0 0-8-15,0 0 53 16,-13 26-48-16,13-17 6 16,0 4-30-1,0-3 18-15,0 4-11 0,0-6-22 16,6-2 6-16,1-4-3 16,7-1-7-16,-1 4-1 0,-2-5 13 15,2 4-12-15,-4-4 3 16,7 0-1-1,-3 0 1-15,3 0 3 16,-1-9 5-16,1-8 20 0,-1-5-13 16,-1-6 9-16,1-3-14 15,-5-5 10 1,-1 4-18-16,-5-2-6 0,-2 6 0 16,-2 6 0-16,0 4-2 15,0 4-9-15,-11 7 10 16,-5 2-8-16,-3 5 7 15,-2 0-4-15,-1 12 5 16,1 10-9-16,2 1-4 0,3 4 14 16,3 3-17-1,4-1 17-15,2 2 0 0,3 0-4 16,4-4 7 0,0-4-4-16,0-11 2 0,0-8-2 15,6-4 1-15,10 0 0 0,-1 0 1 16,6-8 37-1,-1 4 7-15,-5 0-26 16,3 4 14-16,-7 0-28 16,3 0 3-16,1 0-4 15,1 4-3-15,1 10-1 16,-3 1-2-16,2 4-1 16,-3 5-20-16,-2 2 12 0,-4-3-60 15,4-6-81-15,-4-5-155 16,-5-10 98-16,2-2-29 15</inkml:trace>
  <inkml:trace contextRef="#ctx0" brushRef="#br0" timeOffset="128553.72">6987 17409 129 0,'0'0'395'0,"0"0"-305"16,0 0 16-16,0 0 7 15,0 0-22-15,0 0-5 16,6 0-45-16,-4 0-23 16,5-4 59-16,-2 0-19 15,4 1-21-15,2-3-10 0,0 6-9 16,9 0-13-16,-2 0 5 15,-3 0-20-15,-3 0 9 16,-3 0-16-16,-3 9 6 16,-4 13 8-16,-2 9 3 15,0 4-6-15,0 6-2 16,-8-1-2-16,-1-8 0 16,1-4 17-16,6-6-9 15,2-10 4-15,0-12-4 16,0 0 5-16,21 0-3 15,8 0 10-15,11-14 17 0,0-2-6 16,4 6-17-16,-6-2 10 16,-9 10-10-16,-4-2-8 15,-7 0-14-15,-9 0-33 16,-9 4-145 0,0 0-483-16</inkml:trace>
  <inkml:trace contextRef="#ctx0" brushRef="#br0" timeOffset="137706.96">26672 6974 120 0,'0'0'122'0,"0"0"-55"0,0 0 67 0,0 0-45 16,0 0-14-1,0 0 6-15,0 0-30 0,0 0-8 16,-32-61-43-16,28 51 10 15,2-3-5-15,0 9-3 16,0-4 4-16,0 8-10 0,-4-2 4 16,6 2-8-1,-4 0-11-15,4 0 10 0,0 0 9 16,0-3 27 0,0-1 67-16,0 4-15 0,0 0-16 15,0 0-29-15,0-2-10 16,0-2-13-16,0 0 17 15,0-3 2-15,0-2-1 16,0 0-11-16,0-2-13 16,0-2 19-16,0 0-22 15,0 4 22-15,0-4-21 16,0-1 17-16,0 6-10 0,0-3-8 16,0-2 5-1,0 7-2-15,0-4-2 0,2 2 6 16,0 2-18-16,4-2 3 15,-6 6 2 1,0 2-11-16,0 0 13 0,0 18-13 16,-8 24 15-16,-13 16-2 15,-8 8 10-15,-3-1-12 16,1-6 10-16,2-6-12 16,0-4 12-16,2-6-6 15,3-4 0-15,3-11 2 16,6-8-1-16,15-5 8 15,0-6-18-15,0-4-4 0,20-2 10 16,18-3 3 0,8 0 0-16,8 0 0 0,-2-12-4 15,-6 4-7 1,-13 0 3-16,-6 4 7 0,-6 0 2 16,-9 1-11-1,-2 3 23-15,-1-1-17 0,-7-3 10 16,4 2-10-1,-1 0 4-15,-3-2-3 16,3-1 0-16,-3-2 6 0,3 1-4 16,-1-4 6-16,-2 0-10 15,0-2 10-15,-2-3-12 16,0 3 7-16,0 0-1 16,0 5-5-16,0-2 9 15,0 5-3-15,0 4 1 16,0 0 41-16,0 0-38 15,0 0 12-15,-8 17-14 16,-1 7 14-16,-7 7-11 16,5 6 6-16,-1 7 8 0,2 2-18 15,-4-3 9-15,1 1-3 16,-6-5-10-16,4-3 11 16,-1-8-16-16,10-4 0 15,4-9-21-15,2-10-39 16,0-5-118-16,14 0-240 15</inkml:trace>
  <inkml:trace contextRef="#ctx0" brushRef="#br0" timeOffset="138646.78">27110 6749 712 0,'0'0'8'0,"0"0"-3"0,0 0 19 0,0 0 4 15,0 0 5 1,0 0 62-16,0 61-2 0,-8-19 33 0,-1 4-30 16,-1 6-29-1,4-2-42-15,0 0 7 16,3-3-26-16,-1-2 2 16,0-2-1-16,-6 1-6 15,6-2 8-15,0 0 6 16,-1-2-25-16,3-7 25 15,0 0-20-15,0-3 8 16,2-7-6-16,0-3-7 16,0-10 9-16,0-9-2 15,0-1-15-15,0 0 16 16,0 0 2-16,15-20 6 0,10 0-1 16,4-7 3-1,2 2-7-15,0-4-2 0,0 2-6 16,0 3-7-16,0 2 7 15,-6 5 7-15,2 10-9 16,-3 7 22-16,-2 0-22 16,3 0 14-16,-2 7-10 15,-4 12-3-15,-3 2 6 16,-3 2-3-16,-3 3 5 16,-2 0-9-16,-6-2 10 0,-2 2-6 15,-14 0 10-15,-23 2 16 16,-14-4-15-16,-5-3 1 15,5-2-7-15,5-6-8 16,3-5-7-16,11-7-43 16,6-1-30-16,6 0-104 0,10 0-141 15</inkml:trace>
  <inkml:trace contextRef="#ctx0" brushRef="#br0" timeOffset="139378.36">27759 6703 728 0,'0'0'57'0,"0"0"4"0,0 0 43 0,0 0-22 16,0 0 3-16,0 0-40 16,91 0 23-1,-64 2-35-15,-7 10-3 0,-5 6-30 16,-5 3-2-16,-6 2 1 15,-4 5-1-15,0 5-7 16,-6 3 18-16,-12-2-8 16,-5 2 6-16,-2-4-11 15,6-6 5-15,1 4-1 16,7-8 0-16,9-4 0 16,2-4-5-16,2-5 6 0,23-6-7 15,8-3 12-15,5 0-12 16,1 0-2-16,-5 0-23 15,-3-3-27-15,-8-2-61 16,-3-1-127-16,-1 0-185 16</inkml:trace>
  <inkml:trace contextRef="#ctx0" brushRef="#br0" timeOffset="140126.44">28463 6439 711 0,'0'0'87'0,"0"0"68"16,0 0-71-16,0 0-8 15,0 0-40-15,0 0-12 16,2 0 0-16,4 0 2 16,2 0 34-16,3 15-30 0,-7 6 12 15,-2 7-32-15,-2 0-1 16,0-8-3-16,0 4-12 15,0-8-9-15,-4 0-26 16,-5-8-51-16,1-4-220 16</inkml:trace>
  <inkml:trace contextRef="#ctx0" brushRef="#br0" timeOffset="166666.52">19927 8319 354 0,'0'0'51'0,"0"0"23"15,0 0-35-15,0 0 28 16,0 0-11-16,0 0 15 16,0 0-1-16,0 0-2 15,-2-12-12-15,2 8-27 0,-2 1 10 16,2-4-15-16,-2 3 18 15,2 0-30-15,0 1 35 16,0 0-1-16,0 2 1 16,0-2-22-16,0 2-6 15,0 1 13-15,-2 0-22 16,2 0-10-16,0 23 7 16,0 23 8-16,0 21-7 15,0 20 24-15,0 9-26 0,0 5 3 16,0 0-9-16,-5-5-7 15,-13-2 4-15,0-4-26 16,1-2 16-16,1-11-28 16,9-16-12-16,5-12-62 15,2-17-25-15,0-15-96 16,4-17-147-16</inkml:trace>
  <inkml:trace contextRef="#ctx0" brushRef="#br0" timeOffset="167336.67">20272 8416 542 0,'0'0'199'0,"0"0"-21"0,0 0-52 0,0 0-77 16,0 0 20-16,0 0-30 15,65-53-1-15,-45 53-27 16,-4 0 14-16,0 0-22 16,-4 5 5-16,-6 17-16 15,-6 10 2-15,0 12-9 16,-21 12-3-16,-16 6 8 16,-11 7 0-16,-2-1 6 15,0-7-2-15,3 2 6 0,10-9 4 16,8-6-3-16,7-10 6 15,14-13 1-15,8-10 0 16,0-7-7-16,5-2 17 16,24-3-13-16,20-3 23 15,16 0-10-15,8-18-16 16,-1-3-2-16,-5 7 11 16,-16 1-22-16,-15 8-28 0,-14 5 5 15,-13 0-99-15,-9 4-87 16,0 16-82-16</inkml:trace>
  <inkml:trace contextRef="#ctx0" brushRef="#br0" timeOffset="168038.66">20874 8400 761 0,'0'0'38'0,"0"0"26"16,0 0 42-16,0 0-55 16,0 0-43-16,136-18-3 15,-111 18 12-15,-7 10-2 0,-7 16 27 16,-9 7-30-1,-2 13 17-15,-4 6-29 0,-25 5-10 16,-13 4-24 0,1-6-5-16,-1-2 33 15,4-3 6-15,5-7 8 16,8-4-3-16,9-7 51 0,10-3-13 16,6-8-7-1,0-4-32-15,8-5 2 16,19-2-6-16,4-6 7 0,5-3-15 15,0-1 16-15,0 0-22 16,4 0 6-16,-7-1-3 16,-2-6-12-16,-8 3 19 15,-10 2-33-15,-7 1-47 16,-3-4-111-16,-3-1-99 16</inkml:trace>
  <inkml:trace contextRef="#ctx0" brushRef="#br0" timeOffset="168316.62">20716 8765 991 0,'0'0'26'0,"0"0"-24"15,0 0 44-15,0 0-41 0,0 0-2 16,0 0 2 0,100 0-10-16,-66-14-110 0,-3-2-207 15</inkml:trace>
  <inkml:trace contextRef="#ctx0" brushRef="#br0" timeOffset="168886.43">21498 8191 592 0,'0'0'126'0,"0"0"-49"0,0 0 41 0,0 0 22 0,0 149-61 16,9-67-3 0,-2 8-26-16,-3 4-43 0,-1-1-2 15,-3-10-2-15,0 3-4 16,0-11 1-1,0-2-4-15,0-7-2 0,0-8-30 16,-3 1-54 0,-4-14-128-16,1-9-124 15</inkml:trace>
  <inkml:trace contextRef="#ctx0" brushRef="#br0" timeOffset="169402.55">21953 8971 1030 0,'0'0'27'0,"0"0"130"0,0 0-134 0,160 17 21 0,-113-17-44 15,-5 0 0-15,-6 0-46 16,-7 0-14-16,-11-5-9 16,-9-2 19-16,-7 0-96 15,-2-5-177-15</inkml:trace>
  <inkml:trace contextRef="#ctx0" brushRef="#br0" timeOffset="169596.59">22030 8817 1206 0,'0'0'47'0,"0"0"41"16,156 2-11-16,-98-2-73 15,-8 0-4-15,-8-6-55 0,-7 2-67 16,-8-4-190-16,-7 4-301 15</inkml:trace>
  <inkml:trace contextRef="#ctx0" brushRef="#br0" timeOffset="176910.39">22676 9104 655 0,'0'0'66'0,"0"0"3"16,0 0-3-16,0 0-37 0,0 0-25 15,0 0 3 1,0 0-5-16,0-7 50 16,0 3-3-16,0-1 39 15,0 0-25-15,0 4-24 0,0-6-28 16,0 7-8 0,-2-1 10-16,0-2 13 0,2 3 24 15,-2 0-22-15,2 0 7 16,0 0-22-16,0 0 8 15,0 0-21-15,0 21 3 16,20 11 2-16,5 7 7 16,3 2-11-16,1 1 9 0,-2-4-13 15,-2-4 3 1,-3-2-5-16,-4-6 5 16,-5-3-2-16,-2-8 2 15,-4-3 0-15,0-6-1 0,-3-3-2 16,-1-3-2-1,-1 0 6-15,0 0-1 16,0-21 2-16,0-11 10 0,5-7-8 16,-3-14-1-1,1-11-3-15,2-13-6 16,-3-12-1-16,0-8-23 0,3-7 20 16,0-8 10-16,0-3-8 15,1 5 14-15,1 8-10 0,-4 14 4 16,0 12 0-1,-3 9-2-15,-2 14 9 0,2 14-12 16,5 17 10 0,-5 12-10-16,2 10 0 15,6 0-44-15,-4 20-53 16,7 0-420-16</inkml:trace>
  <inkml:trace contextRef="#ctx0" brushRef="#br0" timeOffset="178056.47">23532 8392 599 0,'0'0'71'0,"0"0"-60"0,0 0 5 15,0 0 0-15,0 0 65 0,0 0-4 16,-17 50-26-1,14-32 10-15,-1 4-3 0,-1 0 13 16,-1 2-25 0,4 2-13-16,-5 2-31 0,-5 0 31 15,8 0-22 1,0-2 13-16,2-5-8 0,2-3-16 16,0-6 0-1,4-5 8-15,12 0-15 16,3-7 20-16,4 0-13 15,2 0 4-15,-6 0-6 16,1 0 2-16,-7 0-1 0,6-7 0 16,-5 3-8-16,-4 1 5 15,-1-4-21-15,0 3 20 16,0-4 0-16,-2 5 0 16,-3-2 10-16,-2 4 5 15,2-1-6-15,-4 2-4 16,0-3 0-16,0 3 6 15,0 0-16-15,0 0 20 16,0 0-20-16,0 0 18 0,0 0-8 16,0 0 6-16,0 0 13 15,0 0-13-15,0 3 2 16,0 6-3-16,5 10 7 16,-2 0 4-16,-1 10-11 15,2 7 11-15,-4 4 2 16,0 4 14-16,0 1-22 15,0 3 15-15,0-4-14 16,0-5-8-16,0-6-5 16,0-7 10-16,0-4-16 15,0-9-6-15,0-4 6 0,0-7-36 16,0-2-82 0,0-2-275-16</inkml:trace>
  <inkml:trace contextRef="#ctx0" brushRef="#br0" timeOffset="178926.75">24183 8992 351 0,'0'0'330'0,"0"0"-330"0,0 0 74 16,0 0 32-16,0 0-22 16,0 0-37-16,-5 3 0 0,5-3 39 15,0 0-18-15,0 0 11 16,0 0-53-16,0 0 11 15,0 0-33-15,0 0 9 16,0 0-10-16,-2 0 1 16,0 0 12-16,-7 2-14 15,7 0-4-15,0 0 14 16,2-2-24-16,0 0-28 16,0 0-63-16,0-6-296 15</inkml:trace>
  <inkml:trace contextRef="#ctx0" brushRef="#br0" timeOffset="179526.71">24858 9230 556 0,'0'0'127'0,"0"0"-19"0,0 0 60 16,0 0-65-16,0 0-23 0,0 0-55 16,-54-62 33-16,30 18-34 15,2-14 23-15,6-1-31 16,9-3-11-16,7 6-3 15,0 4 20-15,21 0-13 16,6 2-4-16,-1 8-10 16,-2 3-34-16,1 3-56 15,-3 5-213-15,-1 4-332 16</inkml:trace>
  <inkml:trace contextRef="#ctx0" brushRef="#br0" timeOffset="182467.95">25230 9188 344 0,'0'0'126'0,"0"0"-54"0,0 0-57 0,0 0-4 0,0 0-6 0,0 0 6 16,0 0 65-16,4 48-37 15,4-40 68 1,0-2 0-16,3-2-50 0,1 2-28 16,-1-4-27-16,2-2 45 15,3 0-12-15,-1 0 16 0,7 0-17 16,1-12 2-1,2-6-27-15,1-4 14 16,2-8-1-16,4 1-3 16,-3-6 2-16,-2 1-14 0,-9-5-14 15,-12 2-10 1,-6-1-22-16,0 1-27 0,-8 1 33 16,-21 10-26-16,-5 8 13 15,-7 12 4-15,-3 6 42 16,0 0 80-16,1 23-72 15,8 4-8-15,4 4-12 16,8 9 10-16,8-5-1 0,5 3 3 16,8-8 24-1,2-3 4-15,0-7-9 16,14-4-11-16,9-8 21 16,0 1-22-16,9-7 3 15,4-2-10-15,2 0 18 16,6 0-5-16,1 0 3 15,-3 0 12-15,-4 3-20 16,-7 9 0-16,-9 2-1 0,-3 5-2 16,-9 0-3-16,-3-1 2 15,-3 0-2 1,0-2-4-16,2-4-2 0,0-4-13 16,3-4-20-16,5 1-70 15,1-5 30-15,5 0-3 16,2-3-49-16,3-19-265 15</inkml:trace>
  <inkml:trace contextRef="#ctx0" brushRef="#br0" timeOffset="183087.43">25832 8390 525 0,'0'0'127'0,"0"0"-80"0,0 0 64 16,0 0 17-1,0 0-44-15,0 0-13 16,-4 11 50-16,17-5-50 16,9-6-12-16,7 0-36 15,0 0 15-15,2 0-36 16,-2 0 14-16,-7 0-10 0,-6 11-12 16,-7 7-2-1,-9 9-9-15,0 7 10 0,-7 6-11 16,-18-1 5-16,1-1-11 15,0-3 20-15,4-6 2 16,4-3-2-16,9-5 7 0,7-8-6 31,0-4-1-31,0-7-4 0,21-2 8 16,10 0 0-16,4-11 1 16,5-2 2-16,-1-1-6 0,-8 6-29 15,-10 4-27 1,4 1-102-16,-9 3-187 15,-7 0-267-15</inkml:trace>
  <inkml:trace contextRef="#ctx0" brushRef="#br0" timeOffset="183588.55">26599 8637 606 0,'0'0'175'0,"0"0"-13"0,0 0-46 16,0 0-11-16,0 0-57 15,0 0 2-15,6-9-37 0,-2 30-4 16,1 12 19-16,-1 7-25 15,0 7-3-15,-4 3 6 16,0-1-14-16,0 1-1 16,0-5 7-16,0 2 2 15,0-6-6 1,0-4 6-16,0-9-8 16,12-4-35-16,-3-7-20 0,-5-6-16 15,0-10-18-15,-4-1-87 0,0 0-87 16</inkml:trace>
  <inkml:trace contextRef="#ctx0" brushRef="#br0" timeOffset="183838.52">26429 8992 730 0,'0'0'374'15,"0"0"-263"-15,122-3-9 16,-72-7-73-16,-8 2-8 16,-9 0-21-16,-8 2-7 0,-1 0-67 15,-6 0-17-15,-4 2-178 16,-4 2-336-1</inkml:trace>
  <inkml:trace contextRef="#ctx0" brushRef="#br0" timeOffset="184506.78">27144 8518 875 0,'0'0'176'15,"0"0"-78"-15,0 0-57 16,0 0 20-16,0 0-52 16,5 139 14-16,-5-96-16 0,0 1-12 15,0-1 5 1,0-4-1-16,0 3 0 0,0-1 2 15,0 1-2 1,0-1 5-16,0-5-9 0,-3-7 12 16,1-11-14-1,2-3 14-15,0-9-15 16,0-6 8-16,0 0-1 16,0 0-3-16,2-4-12 0,14-13 13 15,4 2 6-15,2-2 16 0,5 6-16 16,0-2 7-1,4 7-7-15,2 6 12 16,-2 0-15-16,0 0-13 16,-6 6 5-16,-7 8 16 15,0 3-16-15,-4 1 16 16,-6 4-14-16,-3 4 12 16,-5 7-2-16,0 2-3 15,-5 3 1-15,-22-3-2 0,-10-2 0 16,-8-5-4-16,-2-9-36 15,-4-10-19-15,11-9-73 16,2 0-56-16,16-3-34 16,11-22-116-16</inkml:trace>
  <inkml:trace contextRef="#ctx0" brushRef="#br0" timeOffset="185136.42">27730 8430 915 0,'0'0'103'0,"0"0"39"0,0 0-88 0,0 0 12 16,0 0-43-1,0 0 14-15,60-17-17 16,-48 24 5-16,-8 13-21 0,0 3-1 15,-4 8-3 1,0-3 1-16,0 0-12 0,-2 0 22 16,-7-2-13-16,4 1 11 15,5-8-10-15,0-1 1 16,0-1-1-16,0-8-5 16,14 0-2-1,6-4 4-15,2-2 8 0,5-3-15 16,-2 0 8-16,1 0 2 15,-1 0-33-15,-8 0-8 0,8 0-18 16,-2 0-9 0,-6 0-137-16,-3 0-369 0</inkml:trace>
  <inkml:trace contextRef="#ctx0" brushRef="#br0" timeOffset="185566.67">28259 8649 481 0,'0'0'322'0,"0"0"-150"0,0 0-32 0,0 0-54 16,0 0-10-16,0 0-31 15,0 0 6-15,124 62-28 16,-104-26 17-16,-6 2-40 15,-8 8 3-15,-6 4 2 16,0 8 0-16,-9 6-5 16,-15 4 0-16,-3-1 0 15,-2-4 6-15,2-7-18 0,-2-6-7 16,2-7-12 0,-2-11-73-16,-2-6-157 0,-2-12-498 15</inkml:trace>
  <inkml:trace contextRef="#ctx0" brushRef="#br0" timeOffset="187746.39">23152 8013 290 0,'0'0'207'0,"0"0"-107"0,0 0 24 15,0 0-79 1,0 0-11-16,0 0-13 0,-14 11 28 16,16-11-9-1,14 0 75-15,9 0-46 0,2 0-49 16,1 0 38-16,1 0-36 15,2-3 23-15,0-1-17 16,0 0 15-16,0-1-33 16,4 4 8-16,-2-1-14 15,2-2 8-15,-1 2-12 16,10-4 1-16,3-2 0 16,7-1 0-16,1 1 19 0,5 7-18 15,-2-3 25-15,0 4-27 16,0 0 18-1,-4 0-15-15,-4 0 0 0,4 0-3 16,0 0 7 0,-2 0-15-16,-4 0 17 0,4 0-16 15,-2-6 21-15,8-1-21 16,-2 0 14-16,2 2-7 16,-2 2 0-16,0-4 4 15,6 4-8-15,1-4 11 16,3-1-16-16,-3 5 23 0,-3-1-23 15,-4 0 18 1,-6 2-5-16,-2 2-4 0,-4 0 1 16,-1 0-3-1,-1 0 9-15,2 0-14 16,3 2 11-16,7 3-9 16,6-2 8-16,9-3-10 15,6 0 9-15,1 0-2 0,-5 0 0 16,-8 0 3-1,-16 0-7-15,-7 0 13 0,-7 0-14 16,5 3 12-16,3 4-14 16,3-7 1-16,5 0 4 15,9 1-1-15,-1-1-1 16,11 0 1-16,-1 0 6 16,4 0-8-16,0 0 12 15,-4 0-14-15,-4 9 18 0,-11-5-17 16,-4 3 9-16,-6 2-3 15,0-3 0-15,0-1-1 16,0 2-1-16,4-5 4 16,0-2-10-16,5 0 22 15,1 0-22-15,1 0 17 16,-2 0-13 0,-3 0 4-16,-4 1 0 0,-2 3-4 15,1 0 10-15,3 1-16 16,5 0 20-16,5-3-14 15,2 1 13-15,-1-3-18 0,1 0 10 16,-4 0-1 0,0 0 0-16,-8 0-5 0,-1 0 4 15,-3 0 2 1,-4 0-7-16,5 0 20 0,-5 0-27 16,-1 0 23-1,-3 0-20-15,4 0 10 16,-5 0 0-16,-3-3 0 0,-1 0 7 0,-6-1-19 15,-4 4 25 1,-7-2-22-16,2 2 19 0,-3-3-15 16,1 3 7-1,-1-1-3-15,-3-2 1 0,4 3 0 16,-3-1-6 0,-1-2 17-16,-1 3-11 15,5 0 3-15,-4 0-5 0,5 0 14 16,-1 0-15-16,-1 0 9 15,3 0-6 1,-1 0 9-16,-3 0-6 16,6 0 13-16,-5 0-7 0,3 0 17 15,-1 3-25-15,-2 5 12 16,3 6-9-16,-3 1-4 16,0 8 4-16,-2-1-3 15,4 1-2-15,-6 6 6 16,4-5-3-16,-2 0 7 15,-3-5-17-15,0-6 8 16,0-5-32-16,-6-4-87 16,0-4-145-16</inkml:trace>
  <inkml:trace contextRef="#ctx0" brushRef="#br0" timeOffset="-146009.98">8616 9693 563 0,'0'0'33'0,"0"0"-11"0,0 0 67 0,0 0-21 15,0 0 0-15,0 0 21 16,0 0-13-16,24-12-45 0,-17 10 25 16,-3 2 1-1,5-5 6-15,11 2-37 16,5 1-1-16,6-2 6 16,13-4-16-16,12 2 4 15,9-4-14-15,20-5 27 16,6-2-31-16,13-1 26 15,12 1-25-15,3 4 6 0,-4 7-8 16,-4 6 0-16,-11 0-4 16,-12 0-4-16,-8 0 2 15,-5 6-10-15,-6-2 12 16,-5-2-18-16,-12-2 11 16,-7 0-26-16,-9 0-9 15,-7 0 3-15,-2 0 36 16,-6 0-3-16,0 0-32 15,-1 0-14-15,-5-6-349 0</inkml:trace>
  <inkml:trace contextRef="#ctx0" brushRef="#br0" timeOffset="-145210.21">10592 10154 875 0,'0'0'28'0,"0"0"1"0,0 0 5 16,0 0-8-16,0 0-2 16,0 0 16-16,6 14 89 15,-6-14-68-15,0 0-17 16,0 0 0-16,0 0-23 15,0 0-1-15,0 0-12 0,0 0-16 0,0 0 7 16,0 0-1 0,0 0-35-16,0 0 6 15,9-15-19 1,-4-10-186-16,4-4-631 0</inkml:trace>
  <inkml:trace contextRef="#ctx0" brushRef="#br0" timeOffset="-145007.72">10806 9847 1036 0,'0'0'119'0,"0"0"-116"15,0 0 69-15,122-122-8 16,-82 86-25-16</inkml:trace>
  <inkml:trace contextRef="#ctx0" brushRef="#br0" timeOffset="-143009.93">10835 9563 310 0,'0'0'83'0,"0"0"-73"15,0 0 10-15,0 0 19 0,0 0 4 16,0 0 13-16,0-44 5 0,0 40 25 15,0 0-18 1,0 4 24-16,0-3-56 0,0 0 7 16,0-5-11-1,0 4 3-15,0-2-18 16,0-2 15-16,6-3-8 16,1 4 14-16,7-8 8 0,1 4-26 15,5-3 1-15,5-1-18 0,4 3 4 16,0 0 0-1,-1 4-12-15,3 6 5 16,-6 2-1 0,0 0-6-16,-1 0-1 0,-3 10 4 0,-4 4-14 15,-3 4 17 1,-6 8-39-16,-8 5 38 16,0 5 2-16,-4 1 5 15,-18 6-5-15,-1-5-3 16,-4-8-22-16,10-4-52 0,-3-4-58 15,-1-4-83-15,4 3-86 16</inkml:trace>
  <inkml:trace contextRef="#ctx0" brushRef="#br0" timeOffset="-129006.06">19865 10305 98 0,'0'0'423'0,"0"0"-373"0,0 0 13 15,0 0-5-15,0 0-27 16,0 0 57-16,0 0-4 16,0 0-5-16,0-34-11 15,0 30-61-15,0-1 9 16,0 0-12-16,0 2 4 16,-2 0-5-16,2-1 36 15,0 1-8-15,0 2 0 0,0 1-11 16,0 0-11-16,0 0 42 15,0 0-47-15,0 0 6 16,0 0-9-16,0 0 11 16,0 0-11-16,0 0 0 15,0 0-1 1,0 0 6-16,0 0-10 16,0-3 8-16,0 1 12 0,0-2-10 15,0 1-9-15,-2 1 10 0,2-2-1 16,-3 1-6-1,3-2 0-15,-4 0 0 0,4 0 2 16,0 5-2 0,0 0 7-16,0 0-7 15,0 0 0-15,0 33 0 16,0 20 5-16,0 15 17 0,-2 18-22 16,-8 10-3-16,-9 3-4 15,-6 2-25-15,-4-4 27 16,0-9-29-16,2-9 14 0,7-11-40 15,13-18-49 1,7-18-195-16,0-17-212 0</inkml:trace>
  <inkml:trace contextRef="#ctx0" brushRef="#br0" timeOffset="-128159.94">20104 10334 515 0,'0'0'92'0,"0"0"-9"0,0 0 5 15,0 0-29-15,0 0-16 0,0 0 80 16,55-43-60-1,-21 31-2-15,10 4 12 16,-2 8-60-16,-3 0 14 16,-6 0-26-16,-11 16-1 0,-13 12-15 15,-9 8 4 1,0 8-8-16,-29 8-2 0,-9 8 5 16,-7 7-3-1,-3 1 11-15,5 3 16 0,5-4-7 16,7-3 3-16,6-9 14 0,12-14-5 15,7-9 4 1,6-10 0-16,6-8-14 0,28-10 14 16,14-4-13-1,18 0 12-15,11-9-8 16,6-12-6-16,-3 1 3 16,-13 7-6-16,-16-2 1 0,-16 15-16 15,-10 0-47 1,-11 0-82-16,-10 0-181 15</inkml:trace>
  <inkml:trace contextRef="#ctx0" brushRef="#br0" timeOffset="-127510.05">20783 10385 671 0,'0'0'278'0,"0"0"-225"0,0 0-9 16,0 0 2-1,0 0 22-15,0 0-33 0,138 0-29 16,-105 0-10 0,-8 0 17-16,-13 0-26 0,-6 20 25 15,-6 10-15-15,0 9 6 16,-16 11-1-16,-6 4-2 15,0 0 0-15,1 0-7 0,4-6 16 16,5-4-15 0,8-6 19-16,4-10-17 0,0-2 7 15,20-7-5 1,5-8 2-16,3-3-3 0,7-8 2 16,0 0-8-1,1 0 8-15,-3 0-38 0,-4 0 17 16,-2 0-29-16,-8-2-51 15,2-4-57-15,-11-4-1 16,0 2-2-16,-10-4-236 0</inkml:trace>
  <inkml:trace contextRef="#ctx0" brushRef="#br0" timeOffset="-127224.26">20738 10734 802 0,'0'0'56'0,"0"0"54"0,0 0 4 0,0 0-56 0,0 0 7 16,0 0-44-16,145-4-4 0,-98-13-6 15,2-4-6 1,-6 3-10-16,-6 0-25 0,-5-2-39 16,-3 2-153-1,-10 0-127-15</inkml:trace>
  <inkml:trace contextRef="#ctx0" brushRef="#br0" timeOffset="-126890.02">21431 10024 662 0,'0'0'127'0,"0"0"-118"16,0 0 151-16,27 107-26 16,-14-45-89-16,-4 2 8 15,0 10-21-15,0-6-22 16,-5 2-10-16,1-2 18 16,-3-4-38-16,-2 4 3 15,0-1-5-15,0-7-56 16,0-5 43-16,9-3-87 15,0-12-156-15,4-11-212 16</inkml:trace>
  <inkml:trace contextRef="#ctx0" brushRef="#br0" timeOffset="-126489.96">21848 10784 1031 0,'0'0'72'0,"0"0"11"15,0 0-14-15,120 12-52 0,-75-12-13 16,-3 0-4-16,-6 0-25 0,-12 0-18 15,-6-2-71 1,-7-5-14-16,-11-2-236 16</inkml:trace>
  <inkml:trace contextRef="#ctx0" brushRef="#br0" timeOffset="-126310.05">21877 10636 1241 0,'0'0'7'0,"0"0"40"15,0 0-10-15,151-14-8 16,-91-7-29-16,-2 3-30 0,-10-2-143 16,-6 4-258-1</inkml:trace>
  <inkml:trace contextRef="#ctx0" brushRef="#br0" timeOffset="-122080.18">22944 10405 108 0,'0'0'355'0,"0"0"-350"16,0 0 34-16,0 0 23 15,0 0 3-15,0 0 29 16,0 0 19-16,-8 4 28 16,8-4-67-16,0 0-3 15,-3 0-28-15,3 0-2 16,0 0-4-16,0 0-30 15,0 0 1-15,0 0 10 16,0-6-18-16,0-2 3 0,0-2 17 16,5-4-20-1,12-2 3-15,3-1 0 0,1 4 3 16,-2 3-9-16,-1 2 12 16,-5 6-16-16,6-2 19 15,-4 2-20-15,7 2 8 16,1 0 0-16,-3 0-1 15,-5 0-7-15,-2 12-2 16,-3 9 5-16,-10 6-7 16,0 5-3-16,0 2 5 0,-16 9-8 15,-9 1 17 1,-10 6-8-16,3 1 2 0,-1 2 1 16,-2 1 3-16,1-4-5 15,3-2 16-15,4-8-15 16,5-8 19-1,9-8-16-15,2-4 4 0,8-5 0 16,3-6-1-16,0 0 4 16,0-4-5-16,16 5 11 15,8-5 0-15,10-3 0 0,8-2 1 16,3 0-10 0,5 0 21-16,6 0-9 15,-6 0-4-15,-8 0 8 0,-5 0-12 16,-5 0-8-16,-12 0 8 15,-4 10-16 1,-5 3 11-16,-3 3-3 0,-1-1-9 16,-2-5-9-16,0-2-32 15,-5-2-62-15,0-4-30 16,0-2-278-16</inkml:trace>
  <inkml:trace contextRef="#ctx0" brushRef="#br0" timeOffset="-116299.94">23675 10618 598 0,'0'0'31'0,"0"0"37"16,0 0-52-16,0 0-7 15,0 0 27-15,0 0 12 0,0 0 46 16,-9-11-3-16,9 10-26 15,0-4-35-15,0 5 36 16,0-1-28-16,0 1-21 16,0 0 2-16,0 0-15 15,0 0 6-15,0 0-2 16,0 13-7-16,0 10 5 16,9 4 26-16,4 6-22 15,5 1-9-15,-3-2 1 0,2 0 0 16,2 0-4-16,-1 0 11 15,-3 3-23-15,1-3 14 16,-5 1 0-16,3-2-4 16,-3-1 3-16,1-6-16 15,-6-3 14 1,1-4 1-16,-3-5-8 0,0-4 5 16,1-2-11-16,0-4 14 0,-3-2-4 15,0 0 4 1,5 0 2-16,3-8 0 0,4-9-7 15,1-6 15 1,2-1-22-16,-2-2 28 0,3-4-32 16,-1-2 24-1,4-3-16-15,-3-3 13 0,-3-1-6 16,3-5 0 0,-7-3-7-16,2 0-9 0,-8-3-38 15,-5-2-8-15,0-2-54 16,0 0 36-16,0 4 83 15,0 4 51-15,0 0-43 0,2 4-2 16,5 2 16 0,1 4 23-16,-1 0-8 0,-2 5-32 15,-1 1 22 1,-4-1-23-16,3 6-4 0,1 3 1 16,-2 8-2-1,5 2-4-15,-1 4 5 0,1 2-7 16,6 2 18-16,4 1-11 15,0 0 0 1,10 3 22-16,4 0-15 0,6-4 6 16,9 0-11-16,0-4 4 15,8 4 9-15,-1-2-6 16,12-2 32-16,-1 0-36 16,12 0 21-16,4 0-26 15,3-2 16-15,15 2-15 16,2-4 4-16,0 3 1 15,-4 1-3-15,-9-1 9 16,-9 5 18-16,-5 1 1 16,-1 2-30-16,-7 1 4 15,1 0 1-15,-8 0-12 16,-7 0-18-16,-10 0-6 0,-8 1-76 16,-2 3 65-1,-9 1-65-15,-8-5-207 16</inkml:trace>
  <inkml:trace contextRef="#ctx0" brushRef="#br0" timeOffset="-115250.01">24463 10946 347 0,'0'0'62'0,"0"0"34"0,0 0-43 16,0 0 17-16,0 0-30 15,0 0-10-15,58 88 32 16,-37-81-20-16,1-4 6 16,4-3-23-16,3 0 43 0,2-1-6 15,6-18-14 1,5-12-31-16,2-8 0 0,5-7 2 16,-4-4-1-1,-7-1-10-15,-9 6-7 16,-14-1-2-16,-13 10-57 0,-2 2-9 15,-8 6 6-15,-19 11 30 16,-6 13-1-16,-1 4 16 16,-3 4 12-16,-2 21 3 15,1 5-7-15,3 2 15 0,2 2-7 16,8 0 0 0,-2 3 40-16,12-4 34 0,-1-5-20 15,11-1 2-15,5-5-17 16,0-7 21-16,7-1-51 15,22-6 13 1,12-2-14-16,5-3-3 16,8-3-2-16,2 5-6 0,4-1 3 15,-5 6 0-15,-6 0 0 16,-11 5 0-16,-9 4-3 16,-13 6 6-16,-12 7-18 0,-4 6 30 15,0 2-19 1,-8-2 4-16,-6-8-9 0,7-6-130 15,3-14-236 1,2-10-122-16</inkml:trace>
  <inkml:trace contextRef="#ctx0" brushRef="#br0" timeOffset="-114499.95">25286 10374 662 0,'0'0'212'0,"0"0"-197"0,0 0 109 0,0 0-71 0,122 0-10 16,-80 0-23-1,-3 0 23-15,-8 0-32 0,-9 0 20 16,-8 0-30 0,-8 11 9-16,-4 3-6 0,-2 8 8 15,0 2-12-15,-4 5-1 16,-19 0 1-16,-3 5-8 15,-1 4-7-15,1-4 30 16,3-1-16 0,12-6 2-16,4-6 7 0,7-5-7 15,0-6-1-15,0-4 0 16,14-2 2-16,15-4-2 16,6 0 7-16,10 0 14 15,2 0-12-15,-3 0-9 16,-1-4-5-16,-5-2-31 0,-9 2-77 15,-7-2-183 1,-11-1-333-16</inkml:trace>
  <inkml:trace contextRef="#ctx0" brushRef="#br0" timeOffset="-114020.32">25986 10699 593 0,'0'0'192'0,"0"0"-154"0,0 0 100 0,0 0-49 16,0 0-11-16,0 0-13 15,0 4-30-15,0 21 10 16,0 9-6-16,0 5-14 16,0 3-25-16,0-1 0 0,0 0 10 15,0 2-21 1,0-4 6-16,0-3 5 0,0-3 0 16,0-2-31-16,4-6-1 15,-2-6-28-15,5-6-29 16,-3-9-72-16,-4-4-101 15,0 0-280-15</inkml:trace>
  <inkml:trace contextRef="#ctx0" brushRef="#br0" timeOffset="-113720.16">25809 10993 221 0,'0'0'790'0,"0"0"-731"16,0 0 99-1,0 0-85-15,150-22-64 0,-110 9 3 16,-7 8-12-16,0-4-6 15,1 4-23-15,2 0-29 16,2 3-52-16,2-5-133 0,-1 3-103 16</inkml:trace>
  <inkml:trace contextRef="#ctx0" brushRef="#br0" timeOffset="-112589.8">26630 10435 598 0,'0'0'146'0,"0"0"18"16,0 0-73-1,0 0-58-15,0 0 13 16,0 0 55-16,8 93-67 16,-8-52-20-16,0 2 16 0,0-2-27 15,-8-2 1-15,-2 5 9 16,-1-4-19-16,1 0 16 15,0 2-10-15,3-6 0 0,5-5-29 16,2-7 25 0,0-15 2-16,0 1 1 0,0-10-7 15,0 0 5 1,0 0-8-16,7 0 7 0,15-10 8 16,5-4 5-16,4-2-9 15,1 2 0-15,1 4-1 16,0 2 7-16,-4 5-14 15,-2 3 17-15,-2 0-10 16,-8 0 15 0,8 6 3-16,-9 7-13 0,-1 3-3 15,-4 5-1-15,-4 1 0 16,-5 1-8-16,-2 2 21 16,0-1-21-16,-2 4 18 15,-27 2 10-15,-9-5 6 16,-9 8 6-16,-4-10-28 15,2-6-4-15,6-9 0 16,10-8-9-16,8 0 1 16,8 0-28-16,3-16 8 15,3-3-45-15,1 6-31 16,-2 3-267-16</inkml:trace>
  <inkml:trace contextRef="#ctx0" brushRef="#br0" timeOffset="-112005.05">27243 10424 536 0,'0'0'365'0,"0"0"-216"0,0 0-52 16,0 0-20-16,0 0-50 16,0 0-10-16,37-12 5 0,-10 7-11 15,-8 3 5-15,0 2-8 0,-11 0-16 16,-3 8 16-1,-3 10-19-15,-2 8 14 0,0 2-6 16,-9 5 3 0,-8 0 0-16,-6-1-2 15,7-2 9-15,8-6-12 16,1-4 18-16,7-5-23 0,0-5 14 16,0-6-8-1,13-2-2-15,8-2 6 0,10 0 0 16,4 0-1-16,1-2-10 15,-1-10-55 1,-6-3-52-16,-8-2-233 0,-6 3-224 16</inkml:trace>
  <inkml:trace contextRef="#ctx0" brushRef="#br0" timeOffset="-110690.01">25765 9876 82 0,'0'0'353'0,"0"0"-245"0,0 0-42 0,0 0 14 16,0 0-26-16,0 0 63 15,-2 0-22-15,13 0-22 16,9 0-25-16,4 4 46 16,3-2-38-16,0 2-9 15,4 0-33-15,-2 2 3 16,4-2 17-16,5 5-21 16,3-5 19-16,5-1-30 15,8-3 16-15,4 0-14 0,2 0-1 16,2 0 3-1,3 0-5-15,-5 0 8 16,0 0-6-16,-2 0 5 16,-3 0 0-16,3 0-7 15,0 0 10-15,-2-3-14 16,0-3 8-16,0-1-9 0,-1 3 4 16,-4 2 0-1,-1 0-1-15,-4 2 4 0,-3 0-15 16,-1 0 25-16,-4 2-19 15,3 0 8-15,-2-2-4 16,1 0-7-16,-2 0 8 16,-7 0-20-16,2 0 21 15,-6 0-3-15,0 0 11 16,0 0-12-16,0 0 14 16,2 0-15-16,2 0 7 0,-2 0-4 15,0 0 1-15,-4 0-8 16,-4 0 8-16,2 0 2 15,-3 0-13 1,-2 0 24-16,-2 0-21 0,-8 0 16 16,3 0-13-16,-4 0 8 15,-2 0-3-15,-3 0 1 16,2 0 0-16,-2 0-7 16,5 0 15-16,-1 0-15 0,4 0 18 15,1 0-19 1,-3 11 8-16,0 12 0 0,-4 4-3 15,-4 4 3 1,0 5 1-16,0-9 5 0,-4 0-12 16,-4-5 2-1,4-8-6-15,2-4-55 0,-5-6 2 16,5-1-93 0,-4-3-193-16</inkml:trace>
  <inkml:trace contextRef="#ctx0" brushRef="#br0" timeOffset="-85528.21">20027 11533 441 0,'0'0'123'0,"0"0"14"16,0 0-23-1,0 0 18-15,0 0-50 0,0 0-5 16,0 0-45 0,0 6-8-16,0-6-10 0,0 0 2 15,0 1 15-15,0 9-21 0,0 2 38 16,0 13-20-1,0 6 10-15,0 9-20 16,0 13 21 0,0 7-21-16,0 2 14 0,0 4-15 15,0-7-10-15,0 2-12 16,0-1 17-16,-4-6-24 16,-7-3 14-16,3-11-5 15,-2-17-35-15,6-6-6 0,4-17-65 16,0 0-137-16,0-18-290 15</inkml:trace>
  <inkml:trace contextRef="#ctx0" brushRef="#br0" timeOffset="-85029.93">20401 11672 734 0,'0'0'246'0,"0"0"-243"0,0 0 96 15,0 0-79-15,130 0 19 16,-103 0-30-16,-9 0 3 16,-8 4-9-16,-4 20 5 15,-6 13-1-15,0 4-1 16,-8 7-12-16,-21 4-23 16,-6-1 21-16,-3-5-10 15,3-5 18-15,1-1 1 0,10-10 8 16,8-7-9-1,7-4 11-15,7-6-16 0,2-4 11 16,0-1 16 0,16-2-5-16,7-2 7 15,14-3-8-15,-2 2 12 16,1-3-19-16,-3 0 8 0,-6 0-17 16,-4 0-16-16,3 1-17 15,-4-1-66-15,-1 0-46 16,-4 0-181-16</inkml:trace>
  <inkml:trace contextRef="#ctx0" brushRef="#br0" timeOffset="-84530.07">20959 11761 757 0,'0'0'66'0,"0"0"89"0,0 0-56 0,111-10-52 0,-77 10-12 0,-8 11-29 16,-5 8 16-16,-4 1-16 16,-10 7 2-1,-7 10 1-15,0 3 0 0,0 2-5 0,-20 2-8 16,-2 0 4-1,-1 0-3-15,4-5 3 16,10-5 0-16,4-6-3 16,5-8 6-16,0-2-11 15,5-6 16-15,14-3-7 16,10-8 5-16,5-1-12 0,1 0 11 16,6 0-10-1,-8-8-9-15,-6-4-78 16,-3-2-38-16,-10-2-208 0,-10-2-142 15</inkml:trace>
  <inkml:trace contextRef="#ctx0" brushRef="#br0" timeOffset="-84296.73">21037 12008 1167 0,'0'0'65'0,"0"0"11"16,0 0-25-16,114-15-51 0,-83 3-13 16,-2-3-62-16,-2 0-85 15,-6-3-160-15,-2 1-146 16</inkml:trace>
  <inkml:trace contextRef="#ctx0" brushRef="#br0" timeOffset="-83910.04">21536 11394 518 0,'0'0'181'15,"0"0"-99"-15,0 0 94 16,0 0-93-16,53 150-34 15,-46-98-39 1,-5 2 11-16,-2 7-15 0,0 3 31 16,0 0-6-1,-4 2-1-15,-7-5-30 0,-3-2 22 16,10-2-22-16,2-10-15 16,-1 0-41-16,1-9-70 15,2-8-51-15,0-12-62 0,0-12-255 16</inkml:trace>
  <inkml:trace contextRef="#ctx0" brushRef="#br0" timeOffset="-83628.42">21830 12091 854 0,'0'0'82'0,"0"0"81"16,0 0-127 0,131 21 68-16,-99-21-102 15,-5 0-4-15,-1 0 1 16,-8 0-36-16,-2 0-38 0,-5-4-13 15,-4-2-53 1,-5-5-55-16,-2-1-284 16</inkml:trace>
  <inkml:trace contextRef="#ctx0" brushRef="#br0" timeOffset="-83429.91">21951 11937 1141 0,'0'0'116'0,"0"0"-81"15,0 0 77-15,137-15-95 16,-92 7-17-16,-9-5-41 16,-7-1-38-16,0-4-91 15,-10 6-248-15</inkml:trace>
  <inkml:trace contextRef="#ctx0" brushRef="#br0" timeOffset="-82830.27">22757 11616 700 0,'0'0'298'0,"0"0"-214"0,0 0-66 15,0 0 85 1,0 0-52-16,145-36-14 16,-109 36-27-16,-9 0-10 15,-8 4 1-15,-5 18-1 0,-14 9 0 16,0 15-7-16,0 5 2 15,-25 4-58 1,-10 3 59-16,-8-4-17 0,3-2 15 16,0-8 4-16,2 0 2 15,9-7 2-15,3-9-2 16,9-5 10-16,7-8-7 16,8-6-1-16,2-6 12 0,0-3-10 15,22 0 0 1,16 0 36-16,8 0-33 0,3-6 3 15,-2 3-10-15,-6 3 1 16,-6 0-2 0,-8 0-2-16,-6 6 2 0,-4 7-36 15,-7-3-9 1,2 0-195-16,-5-5-347 0</inkml:trace>
  <inkml:trace contextRef="#ctx0" brushRef="#br0" timeOffset="-82480.38">23397 12052 602 0,'0'0'172'0,"0"0"-172"0,0 0-14 15,0 0 14-15,0 0 0 16,0 0-45-16,8-24 45 15,-8 24 70-15,-8 0 15 16,0 3-43-16,2 3-35 16,4-2-14-16,0-2-27 15,-1-2-208-15</inkml:trace>
  <inkml:trace contextRef="#ctx0" brushRef="#br0" timeOffset="-81699.98">24195 11687 320 0,'0'0'318'0,"0"0"-212"0,0 0 45 0,-119 64-67 16,92-40-1-16,5-2-31 0,2-4 19 15,9 0-39-15,4-2-10 0,7-1 3 16,0-4-10-1,0-1 18-15,18 2-32 0,14 0 21 16,3 0-16 0,5 0-2-16,-5 2-4 15,-3 3 2-15,-3-2-2 16,-7 3 6-16,-5 0-13 16,-5-2 19-16,-8 6-10 15,1-4 3-15,-5 7 10 16,0 1-12-16,-13 8 7 0,-18-4-6 15,0 2-1-15,-6-4-3 16,2-10-13-16,-1-4-3 16,5-6-24-16,4-8 32 15,5 0-4-15,4-2 9 16,4-22-101-16,14-6-260 16,0-4-325-16</inkml:trace>
  <inkml:trace contextRef="#ctx0" brushRef="#br0" timeOffset="-81464.37">24134 11885 641 0,'0'0'604'16,"0"0"-600"-16,0 0 19 0,0 0-22 15,0 0 16 1,0 0 8-16,123-76-2 0,-99 70 20 15,5 0-26-15,7-2-2 16,2 0-15-16,2-4-18 16,-3-3-54-16,2 1-2 15,-6 2-122-15,-4-2-605 0</inkml:trace>
  <inkml:trace contextRef="#ctx0" brushRef="#br0" timeOffset="-80800.13">25201 12224 1074 0,'0'0'142'0,"0"0"-61"0,0 0 2 16,134 0-55-16,-96 0-23 15,-7 0-5-15,-2-6-15 16,-2-3-43-16,-3 3 15 16,-6-1-47-16,-4-3-23 0,-3 4-86 15,-7-6-67-15</inkml:trace>
  <inkml:trace contextRef="#ctx0" brushRef="#br0" timeOffset="-80580.16">25342 12035 1280 0,'0'0'56'15,"0"0"11"-15,0 0 13 0,127 0-51 16,-76 0-29 0,-2-7-10-16,-4-6-31 0,-5 1-73 15,-1 2-25 1,6 2-363-16</inkml:trace>
  <inkml:trace contextRef="#ctx0" brushRef="#br0" timeOffset="-80150.31">26331 12224 916 0,'0'0'273'16,"0"0"-180"-16,0 0-49 15,0 0-40-15,29-112 24 16,-7 58-24-16,4-3 39 15,6-1-28-15,-4 0 15 16,2 1 6-16,-8 12-26 16,-6 9 8-16,-9 10-9 0,-3 12-18 15,-4 14-19-15,-4 0 3 16,-23 15-18-16,-4 14 42 16,-3 3-4-16,3 0 2 15,4-4-3-15,2-2-42 16,6 2-49-16,1-9-158 15,9 2-348-15</inkml:trace>
  <inkml:trace contextRef="#ctx0" brushRef="#br0" timeOffset="-79778.14">26589 12156 638 0,'0'0'84'16,"0"0"-26"-16,0 0-32 0,0 0 39 15,0 0-1-15,0 0 25 16,141 84-71-16,-101-84 55 15,0-12-16-15,0-16-23 16,0-4-12 0,-2-10-22-16,-5-5-2 0,-4-1-63 15,-13 8 40 1,-16 7 18-16,0 6-2 0,-23 12 5 16,-23 15-4-16,-16 0-5 15,-10 23-5-15,-6 4 6 16,2 4-33-16,7 0-165 0,0-7-582 15</inkml:trace>
  <inkml:trace contextRef="#ctx0" brushRef="#br0" timeOffset="-77049.97">12084 9349 683 0,'0'0'18'0,"0"0"90"0,0 0 30 16,0 0-82-16,0 0 11 0,0 0 16 16,0-9-53-16,0 9 29 15,0 0-42-15,5 4 28 16,-2 20-35-16,1 18 45 16,-4 11-49-16,0 8 19 15,0 2-25-15,0 1 1 16,-4-3 3-16,4-5-3 15,0-14 32-15,0-12-26 16,15-16-7-16,25-14 7 16,25-8-7-16,25-53 4 15,27-31 13-15,21-32-17 16,6-13-21-16,-1-8 0 16,-12 12-24-16,-14 18 39 15,-26 27-76-15,-24 32-53 0,-34 32-307 16</inkml:trace>
  <inkml:trace contextRef="#ctx0" brushRef="#br0" timeOffset="-76499.82">12510 9883 499 0,'0'0'93'0,"0"0"4"0,0 0 5 0,0 0-37 0,0 0 33 15,0 0 36 1,83-51 5-16,-4-24-48 16,29-27-37-16,27-16-17 15,15-9-20-15,3-1-17 16,-7 8-9-16,-17 9-32 15,-20 23-48-15,-20 20-36 16,-24 26-156-16,-32 26-211 16</inkml:trace>
  <inkml:trace contextRef="#ctx0" brushRef="#br0" timeOffset="-69660.34">1294 14161 322 0,'0'0'163'0,"0"0"-132"0,0 0 57 15,0 0 6 1,0 0-26-16,0 0-20 16,0 0-5-16,2 3 22 15,-2-3-15-15,0 1 1 16,0 0-41-16,0 2 5 16,0-1-7-16,0-2-8 15,0 1 2-15,0 4 24 0,0 11 22 16,0 5 4-16,0 6-11 15,0 13-38-15,0 0 24 16,-6 4-27 0,6 0 14-16,-2 0-8 0,2-4-10 15,0 1 4-15,0 8 0 16,0 1-3-16,0 1 10 16,-3 8-14-16,1-1 17 15,0-4-17-15,2-8 11 16,0-12-8-16,0-7-1 15,0-12 3-15,0-7 1 16,0-8-20-16,0 0 13 16,0 0 8-16,0 4-15 15,0 0 28-15,4 11-20 16,5-2 14-16,2 3-4 16,-2 1-3-16,4-6-1 15,1-7-4-15,1-4-1 0,8 0 0 16,2 0 12-16,6 0-14 15,0 0 18-15,7 0-13 16,-3 0 6-16,5 0-3 16,3 0 0-16,-5 2 2 15,1 0-12-15,6-2 22 16,-5 0-21-16,7-8 22 16,0-5-19-16,-1-6 14 15,3 7-16-15,-3 3 11 0,-2 5-3 16,-2 0 0-16,3 4 3 15,-3 0-14-15,5 0 22 16,1 0-19-16,6 0 18 16,0 0-12-1,-4 0 2-15,2 0-6 0,-7 0 6 16,-1 0 0-16,0 0-10 16,2 0 22-16,-5 0-21 15,7 0 23-15,-2 0-23 0,6 0 16 16,1 0-12-1,-4 0 5-15,5 0 0 16,-3 0-3-16,7 0 7 16,-1 0-15-16,1 0 24 0,5 0-19 15,-8 0 14 1,6 0-14-16,-1 0 6 0,-4-5 0 16,2 5 0-16,-2 0 1 15,-4 0-4-15,0 0 11 16,0 0-16-16,-2 0 18 0,8 0-12 15,5 0 7 1,3 0-6-16,4 0 1 0,-8 0 0 16,-7 0-3-1,-5 0 8-15,-6 0-16 16,7 0 22-16,-1 0-18 16,1 0 17-16,7-2-16 0,2-2 8 15,2 0-4-15,-4-4 2 16,-2-1 0-1,-7 3-7-15,-2 6 15 16,-7 0-21-16,0 0 21 0,-2 9-16 16,2 5 14-16,5-4-9 15,1-1 3-15,4-9 0 16,-2 0-2-16,6 0 5 16,-5 0-14-16,6 0 22 15,-1 0-19-15,-9 0 21 16,-1 0-23-16,-4 0 17 0,1 0-10 15,3 7 3 1,7-1 0-16,3-2-4 16,1-4 12-16,5 0-23 15,-2 0 30-15,2-9-30 16,3 1 15-16,-7-3-3 16,2 3 1-16,-2 4-2 0,0-2 2 15,-2-1-4 1,4 1 3-16,-2-1-2 15,7 3-7-15,-5 3 24 0,-4 1-23 16,-4 0 15-16,0-3-8 16,-4 3 4-16,1-2-9 15,-5 2 3-15,1 0 12 16,-1 0-17-16,-4 0 20 16,0 0-18-16,0 0 14 15,-5 0-5-15,3 0 0 16,-7 0-3-16,4 0 3 0,-2-4 0 15,-4-10-6 1,0-2 13-16,-5 6-8 0,0-4 13 16,-6 10-24-16,-3-4 12 15,-4 8 0-15,3 0 0 16,-2 0 0-16,2 0-2 16,-1 0 10-16,-5 0-12 15,-1 0 13-15,-3 0-16 16,0 0 17-16,-2 0-3 15,0 0-2-15,0 0 27 0,0 0-10 16,0 0-12 0,0 0 8-16,0 0-17 0,0 0 28 15,0-8-26 1,2-2-6-16,1-4 1 0,-1-9-2 16,1 6 5-1,-3-6-1-15,0 1 0 0,0-1 4 16,0-4-16-16,0-1 25 15,0-6-19-15,-3-14 6 16,3-2-4-16,-2-6-28 0,-1-4 0 16,-1 3 15-1,-5 3 1-15,-2 8 6 0,0 0 18 16,-4 12-20 0,-2 4 24-16,2 6-14 0,1 1 7 15,-1 2-7-15,1-2 2 16,1 0-13-1,3 1 4-15,-4 0-23 0,12 1 25 16,-3 5-16 0,5 6 10-16,-2 4 11 0,2 5 2 15,0 1 0 1,-4 0 1-16,-3 0 24 0,-4 0 6 16,-2 0-31-16,-3 0 10 15,0 0-21-15,3 0 21 16,-3-3-17-16,0-5 14 0,3 8-2 15,-5-2 4 1,-3 2 6-16,-11 0-14 0,-2 0 11 16,-8 0 5-1,-2 0-11-15,-3 0-5 0,0 0 8 16,0 0-8 0,1 0 1-16,-3 0 20 0,-3 6 5 15,-8 6-16-15,-3-2 1 0,-1 2-3 16,-7 6-6-1,-2-5 9-15,-8 2-17 0,-4-1 7 16,0-1-2 0,-3-5 0-16,7 1 1 15,5-3 11-15,5 1 1 16,7 1 12-16,-1-1-18 0,5 5-1 16,4-2 6-1,-2 3-20-15,2-3 10 16,1 2-2-16,1-6 0 15,1-5 2-15,-1-1-12 16,-1 0 20-16,-1 0-16 16,-4 0 19-16,4 0-24 0,-4 11 20 15,0-3-14-15,-3 6 5 16,1-2 0-16,0-2-3 16,1-4 8-16,1 0-12 15,-2-6 12-15,2 0-16 16,-1 0 14-16,-3 0-11 15,-3-2 10-15,-2-4-7 16,7-3 5-16,0 7 0 16,2-4-7-16,1-3 17 15,1-3-27-15,3 2 27 16,-1 2-20-16,3 0 17 0,6 0-12 16,0 0 5-1,4 0-6-15,4-1 4 0,-3 2 1 16,-3 0-12-16,-4 2 26 15,6 3-27-15,-5 0 26 16,-2-1-26-16,-1 2 13 16,2-5-15-16,4-5 3 15,8 1 6-15,3-3 7 16,7-5-8-16,3-1-7 16,2 6 30-16,2 4-17 0,-1 1 6 15,2 4 7-15,-2-2-9 16,3 2 0-16,-1-2-4 15,-4 0 6-15,1 0-14 16,-7-6 17-16,5 6-15 16,-5-4 16-16,0 3-16 15,2 2 12-15,-2 1-8 16,-2 0 4-16,2 4 0 16,0 0 4-16,-5 0 2 15,3 0-9-15,-4 0 11 16,-1 0-16-16,2 0 15 0,1 0-16 15,-3 0 6 1,3 0 3-16,4-4-2 0,6 4 7 16,2 0-17-1,-6 0 29-15,2 0-35 0,-2 0 33 16,0 0-21 0,4 0 9-16,0 8-6 0,0-2-5 15,5 0-1-15,1-3 6 0,1-2 6 16,3-1-3-1,-3 0 5-15,3 2-1 16,0-2 2-16,-1 5-12 16,-5 4 6-16,-2-1-6 15,-3 5 5-15,8-4-1 16,5 1-9-16,2-3 19 0,3-2-19 16,1-3 22-1,-2 1-21-15,-2 1 18 16,-2-4-8-16,0 5 0 0,-4 0 0 15,-2-2-4-15,-2 3 10 16,-6 3-9 0,1 0 11-16,-8 4-13 15,-1-2 13-15,4 4-8 0,4-5 4 16,1 0-4 0,9-3 0-16,-2-2 0 0,13-5-9 15,2 0 9-15,2 0-5 0,0-36-166 16,18-14-351-1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776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image" Target="../media/image12.png"/><Relationship Id="rId4" Type="http://schemas.openxmlformats.org/officeDocument/2006/relationships/customXml" Target="../ink/ink6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67A8E9B-2B4A-52E4-658F-2B084D046BDF}"/>
                  </a:ext>
                </a:extLst>
              </p14:cNvPr>
              <p14:cNvContentPartPr/>
              <p14:nvPr/>
            </p14:nvContentPartPr>
            <p14:xfrm>
              <a:off x="7240320" y="1765440"/>
              <a:ext cx="3614040" cy="46393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67A8E9B-2B4A-52E4-658F-2B084D046B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30960" y="1756080"/>
                <a:ext cx="3632760" cy="46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1F6FE1E-3D34-FF8A-F2D1-10A0668C439D}"/>
                  </a:ext>
                </a:extLst>
              </p14:cNvPr>
              <p14:cNvContentPartPr/>
              <p14:nvPr/>
            </p14:nvContentPartPr>
            <p14:xfrm>
              <a:off x="982440" y="591120"/>
              <a:ext cx="11088000" cy="6030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1F6FE1E-3D34-FF8A-F2D1-10A0668C43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080" y="581760"/>
                <a:ext cx="11106720" cy="604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9C0B8A8-36FB-0AEC-635A-B1553BA8606D}"/>
                  </a:ext>
                </a:extLst>
              </p14:cNvPr>
              <p14:cNvContentPartPr/>
              <p14:nvPr/>
            </p14:nvContentPartPr>
            <p14:xfrm>
              <a:off x="323640" y="637200"/>
              <a:ext cx="11340720" cy="58608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9C0B8A8-36FB-0AEC-635A-B1553BA860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280" y="627840"/>
                <a:ext cx="11359440" cy="587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76722FA-A5E9-1AB8-F90C-9B64646A4BEF}"/>
                  </a:ext>
                </a:extLst>
              </p14:cNvPr>
              <p14:cNvContentPartPr/>
              <p14:nvPr/>
            </p14:nvContentPartPr>
            <p14:xfrm>
              <a:off x="456840" y="397800"/>
              <a:ext cx="11383200" cy="625284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76722FA-A5E9-1AB8-F90C-9B64646A4B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480" y="388440"/>
                <a:ext cx="11401920" cy="627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D422C68-43D8-F511-BBE9-58BA03BB142F}"/>
                  </a:ext>
                </a:extLst>
              </p14:cNvPr>
              <p14:cNvContentPartPr/>
              <p14:nvPr/>
            </p14:nvContentPartPr>
            <p14:xfrm>
              <a:off x="2513880" y="615600"/>
              <a:ext cx="8038800" cy="38296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D422C68-43D8-F511-BBE9-58BA03BB14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04520" y="606240"/>
                <a:ext cx="8057520" cy="384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BF66C9B-6660-D1CE-9938-0ED3EDA0A055}"/>
                  </a:ext>
                </a:extLst>
              </p14:cNvPr>
              <p14:cNvContentPartPr/>
              <p14:nvPr/>
            </p14:nvContentPartPr>
            <p14:xfrm>
              <a:off x="486000" y="1656000"/>
              <a:ext cx="7711560" cy="36810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BF66C9B-6660-D1CE-9938-0ED3EDA0A0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640" y="1646640"/>
                <a:ext cx="7730280" cy="36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51807649-CE17-4AA5-8164-66FFA19490C1}"/>
                  </a:ext>
                </a:extLst>
              </p14:cNvPr>
              <p14:cNvContentPartPr/>
              <p14:nvPr/>
            </p14:nvContentPartPr>
            <p14:xfrm>
              <a:off x="4829400" y="4163760"/>
              <a:ext cx="1242000" cy="11430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51807649-CE17-4AA5-8164-66FFA19490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20040" y="4154400"/>
                <a:ext cx="1260720" cy="11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5F5B6E6-1992-2336-6473-CDC7D1511316}"/>
                  </a:ext>
                </a:extLst>
              </p14:cNvPr>
              <p14:cNvContentPartPr/>
              <p14:nvPr/>
            </p14:nvContentPartPr>
            <p14:xfrm>
              <a:off x="4507920" y="2379240"/>
              <a:ext cx="6289560" cy="323928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5F5B6E6-1992-2336-6473-CDC7D15113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98560" y="2369880"/>
                <a:ext cx="6308280" cy="325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9C4A767-9532-E57B-5989-EA0B63A0ED51}"/>
                  </a:ext>
                </a:extLst>
              </p14:cNvPr>
              <p14:cNvContentPartPr/>
              <p14:nvPr/>
            </p14:nvContentPartPr>
            <p14:xfrm>
              <a:off x="452160" y="677880"/>
              <a:ext cx="10641960" cy="60246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9C4A767-9532-E57B-5989-EA0B63A0ED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800" y="668520"/>
                <a:ext cx="10660680" cy="604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8BD2C486-3E47-21F8-BE33-F075AB964004}"/>
                  </a:ext>
                </a:extLst>
              </p14:cNvPr>
              <p14:cNvContentPartPr/>
              <p14:nvPr/>
            </p14:nvContentPartPr>
            <p14:xfrm>
              <a:off x="461160" y="459000"/>
              <a:ext cx="11606400" cy="61848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8BD2C486-3E47-21F8-BE33-F075AB9640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1800" y="449640"/>
                <a:ext cx="11625120" cy="620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11</Words>
  <Application>Microsoft Office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3</cp:revision>
  <dcterms:created xsi:type="dcterms:W3CDTF">2026-09-14T14:26:19Z</dcterms:created>
  <dcterms:modified xsi:type="dcterms:W3CDTF">2026-09-22T22:41:21Z</dcterms:modified>
</cp:coreProperties>
</file>