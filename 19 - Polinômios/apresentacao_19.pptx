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21:53:57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0 848,'0'0'2594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2:11:43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2471 3749 207 0,'0'0'154'0,"0"0"-111"0,0 0 57 0,0 0-41 0,0 0-37 0,0 0-21 0,0 0 17 16,0 0-4-16,-18-4-6 16,18 4 18-16,0 0-23 15,0 0 19-15,0 0 4 16,0 0 43-16,0 0-13 15,0 0 21-15,0 0-23 16,-10 0-7-16,4 0-12 16,6 0-19-16,0 0 15 15,0 0-25-15,0 0 17 16,0 0-16-16,-6 0 5 16,6 0-2-16,-6 0-1 15,6 0-4-15,0 0-1 16,0 0 5-16,0 0-4 0,0-3 10 15,0 3-8-15,0-5 7 16,0 5-8-16,0 0-12 16,46 0 2-16,53-8 4 15,44-4 33-15,37 1-10 16,0-6 5-16,15 1-28 16,25 0 14-16,-12-4-4 15,6 0-16-15,0 4 14 16,-22-4-16-16,-18 4 1 15,-47 3-17-15,-34 13-5 0,-31 0-44 16,-16 0 19 0,-21-3-93-16,-25-1-149 15</inkml:trace>
  <inkml:trace contextRef="#ctx0" brushRef="#br0" timeOffset="166643.85">20185 4949 360 0,'0'0'111'0,"0"0"-61"0,0 0-27 0,0 0-22 0,0 0-1 16,0 0 0-16,0 0 31 0,0 0 18 15,0 0 29 1,0 0-13-16,0 0 44 15,0 0-54-15,0 0 6 0,0 0 4 16,0 0-5-16,0 0-23 16,0 0-13-16,0 0 3 15,0 0-21-15,0-5 19 16,0 5-19-16,0 0 2 16,0 0-4-16,0 0 7 15,0 0-7-15,0 0 2 16,0 0-6-16,0 0 5 15,0 0-7-15,0 5 9 16,0 26-4-16,0 18 1 0,0 10-5 16,0 10 2-16,13 16-1 15,-13 2 1 1,6 6 1-16,-6-9-2 0,0-4 3 16,0-12-11-1,0-4 19-15,0-11-22 0,0-17 16 16,0-8-11-16,0-17 5 15,0-11 1-15,0 0 2 16,-19-11 10-16,-33-29-12 16,-23-28 4-16,13-9-11 15,-9-12 12-15,9-2-10 16,15-9 7-16,13 3-5 16,16 9-2-16,18-9-8 15,0 2 5-15,0-6-22 16,28 9 23-16,18 12-7 15,-15 24-3-15,25 12 7 16,-3 16 6-16,6 11 3 0,-4 6-5 16,-2 11 4-16,0 0 4 15,-13 0-5-15,0 0 3 16,-21 0-2-16,15 31-10 16,-28 5 10-16,-6 21-17 15,0 3 19-15,-18 12 32 16,-57 0-9-16,16-7-2 15,13-9-19-15,-1-12-4 16,7-8-6-16,12-4 1 16,0-8-41-16,22-8-4 15,6-8-97-15,0-8-111 16,0 0-271-16</inkml:trace>
  <inkml:trace contextRef="#ctx0" brushRef="#br0" timeOffset="167357.95">20685 5995 452 0,'0'0'312'0,"0"0"-223"0,0 0 76 0,0 0-82 16,0 0-48-16,0 0-3 0,-72-237 3 15,32 153 14-15,0 1-33 16,6-2 8-16,15-4-24 16,19 9 0-16,0 8-21 15,0 28-2-15,0 12 3 16,19 28-34-16,21 4 9 15,13 0-60-15,21 0 62 16,0 4-102-16,19 16-111 0</inkml:trace>
  <inkml:trace contextRef="#ctx0" brushRef="#br0" timeOffset="168090.16">21233 5265 54 0,'0'0'443'0,"0"0"-432"0,0 0 85 0,0 0 7 0,0 0-21 16,0 0-27-16,7 0-5 0,-7 0 0 16,0 0 1-1,0 0 37-15,0 33-48 16,0 6 12-16,0 13-35 15,-31 9 25-15,-10-1-26 0,7 0 6 16,-12 5-22 0,5-9 1-16,-11 4 7 0,5-9-7 15,7-7-2 1,18-15 4-16,4-13-15 0,2-8 6 16,16 4-4-16,0-12-27 15,0 0 13-15,0 0-30 16,0 0-45-16,0 0-128 15,0-32-107-15</inkml:trace>
  <inkml:trace contextRef="#ctx0" brushRef="#br0" timeOffset="168559.04">20799 5586 381 0,'0'0'143'0,"0"0"-104"0,0 0 18 0,0 0 28 0,0 0-46 15,0 0 28-15,0-16-9 0,0 12 16 16,0 4-25-16,0 0 21 16,0 0-31-16,0 0 1 15,0 0-14-15,0 0-9 16,0 0 14-16,13 0-19 15,43 20 27-15,2 12-16 16,-5 0-1-16,22 4-16 0,-23-4-6 16,-5 1 0-16,-1-2-3 15,-24 2-17 1,6-13-5-16,-28-1-1 0,0-6-49 16,0 11-42-1,0-16-116-15,0-8-89 0</inkml:trace>
  <inkml:trace contextRef="#ctx0" brushRef="#br0" timeOffset="169357.16">21429 5198 381 0,'0'0'113'0,"0"0"-24"0,0 0-15 0,0 0-23 0,0 0 23 0,0 0 7 16,34-9-15-16,-9 9-37 16,15 0 50-16,7 32-29 0,15 8 5 15,-10 13-30 1,7 3-14-16,-6 19 2 0,-19-2-12 16,0 0 5-16,-21-6 2 15,-7-7-16-15,-6 4 12 16,0-15-9-1,0-13-5-15,0-12-42 0,0-24-78 16,-38 0-242-16</inkml:trace>
  <inkml:trace contextRef="#ctx0" brushRef="#br0" timeOffset="172769.59">22424 5859 399 0,'0'0'89'0,"0"0"-41"0,0 0-14 0,0 0-2 0,0 0 20 0,0 0 19 15,0 0 4-15,0 0 13 16,0 0-19-16,0 0 17 0,0 0-51 16,0 0 17-1,0 0-45-15,0 0 19 0,0 0-17 16,0 0 2-16,0 0 14 16,0 0-9-16,0 0 28 15,0 0-27-15,0 0 9 16,0 0-24-16,0 0-4 15,0 0-10 1,53 0 11-16,9 0 1 0,-3 0-7 16,15-5-18-16,-15-3-44 15,-12-3 8-15,-7-9-146 16,-28 12-320-16</inkml:trace>
  <inkml:trace contextRef="#ctx0" brushRef="#br0" timeOffset="173418.38">22430 5591 261 0,'0'0'295'0,"0"0"-237"0,0 0 19 0,0 0-34 0,0 0 33 0,0 0 12 16,0-9-37-16,0 9-16 15,0 0-11-15,0 0 34 16,34 0-7-16,19 0 22 16,15 0-40-16,-3 0 3 15,16 0-29-15,-28 0-7 0,3-8-24 16,-25 0-39 0,-22 0-111-16,-9-4-537 0</inkml:trace>
  <inkml:trace contextRef="#ctx0" brushRef="#br0" timeOffset="175534.51">23916 4941 251 0,'0'0'197'0,"0"0"-69"0,0 0-4 15,0 0-70-15,0 0-25 16,0 0-19-16,-22 0-2 16,22 0 5-1,0 0-2-15,0 0 38 0,0 0-16 16,0 0 17-16,0 0-28 15,0 0 9-15,-6 0 3 16,6 0-5-16,-13 0-1 16,-2 0-22-16,-4 0 29 15,13 11-30-15,-10 2 15 16,-2 7-15-16,5 8 17 16,-14 16-15-16,-1 12-4 15,-3 20 3-15,-4 20-2 16,1 28 9-16,0 5-11 0,9 7 26 15,-2-3-27-15,14-1 26 16,13-15-25 0,0-21 0-16,0-17-2 15,65-22-25-15,44-21-43 0,12-16-4 16,18-20-9-16,-12 0-184 16</inkml:trace>
  <inkml:trace contextRef="#ctx0" brushRef="#br0" timeOffset="177400.5">24390 5242 587 0,'0'0'201'0,"0"0"-94"0,0 0-1 0,0 0-40 0,0 0-66 16,0 0 16-16,0 0-7 0,71-77-3 16,-55 69 33-1,-16 8-11-15,18 0 14 0,-2 0-33 16,2 0-3-16,23 0-6 16,-13 0-9-16,-3 0 9 15,2 8-19-15,-14 16 6 16,15 16 20-16,-16-8-12 15,-6 0 10-15,1-11-5 16,8-10 0-16,-3-7-5 16,1 4 2-16,21 0-3 15,6-8-3-15,7 5 15 16,5 3-12-16,-5 4 12 16,3-1-4-16,-19 22-2 15,-10-5 3-15,-14 8 5 16,-7 4-2-16,0 12 14 0,-75 5-1 15,-24 2 11-15,-10-7-21 16,-2-8-12 0,18-11 3-16,12-5-11 0,19-12-6 15,31-8-15 1,22-8-51-16,9 0-134 0,9 0-196 16</inkml:trace>
  <inkml:trace contextRef="#ctx0" brushRef="#br0" timeOffset="177983.03">25714 5209 293 0,'0'0'384'0,"0"0"-307"0,0 0 65 0,0 0-56 0,0 0-20 0,0 0-34 0,59 0-4 15,-47 12 13 1,4 32-22-16,-16 16 15 16,0 4-20-16,0 21 21 15,-16 2-23-15,-36-6 10 0,-1-5 2 16,0-12-19 0,4-15-5-16,24-13 3 0,-3-12-7 15,9-16-21-15,19-8 9 16,0 0-25-16,0 0 12 15,-6 0-42-15,-3 0-10 16,2-8-159-16,-5-24-139 16</inkml:trace>
  <inkml:trace contextRef="#ctx0" brushRef="#br0" timeOffset="178232.98">25351 5498 643 0,'0'0'49'15,"0"0"28"-15,0 0 76 16,354 140-51-16,-274-99-12 16,1-2-49-16,-28 1-1 15,-19 1-23-15,0-9 3 16,-6-9-20-16,-16-2-13 15,7-9-51-15,-10-8-56 0,-3 4-107 16,-6-8-177 0</inkml:trace>
  <inkml:trace contextRef="#ctx0" brushRef="#br0" timeOffset="179017.76">25872 4772 499 0,'0'0'125'0,"0"0"-35"0,0 0-5 0,0 0-25 0,0 0-22 0,0 0-8 15,109-36 8-15,-75 20 19 0,12 12-16 16,-5-9-15-16,-1 13-19 15,-9 0 17 1,-9 0-16-16,2 0-7 0,-8 29 0 16,-16 7-2-16,0 1-9 15,0 2 10-15,0-3 7 16,0-8-5 0,0-4 7-16,-16-12-8 0,10 1 19 15,6-10-18-15,0-3 1 16,0 0-3-16,0 0-11 15,6 0 11-15,41 0 0 16,-13 0 0-16,22 0 0 16,-19 0-4-16,3 0-56 15,-12 0-73-15,-15 0-186 16</inkml:trace>
  <inkml:trace contextRef="#ctx0" brushRef="#br0" timeOffset="180365.99">26433 5710 570 0,'0'0'273'0,"0"0"-211"0,0 0 20 0,0 0 7 0,0 0-67 16,0 0 62-16,127 0-31 15,-46 0-1-15,-7 0-12 16,1 0-16-16,-4 0-18 0,-24 0-6 15,2-3-24-15,-2-10-48 16,-22-15-21-16,-4 0-151 16,-21-4-600-16</inkml:trace>
  <inkml:trace contextRef="#ctx0" brushRef="#br0" timeOffset="181012.45">27497 5253 566 0,'0'0'20'0,"0"0"83"0,0 0-23 0,0 0-40 16,0 0 44-16,0 0-27 16,282-24 8-16,-251 37-36 15,-3 26 15-15,-16 5-29 16,-2 1-2-16,-10 10-9 15,0-2 3-15,0 3-7 16,0-4 7-16,0 0-8 0,0-4 11 16,0-7 8-1,-10-10-15-15,10-7 17 0,0 1-19 16,0-17-2-16,0 12-9 16,0-9-44-16,34-11 49 15,13 0-1-15,-1 0-1 16,16 0 14-16,-9 0-10 15,6 0 11-15,-3 0-16 16,-16 0 6-16,-9-3-40 16,-15 3-102-16,-10 0-124 15,-6-8-309-15</inkml:trace>
  <inkml:trace contextRef="#ctx0" brushRef="#br0" timeOffset="181562.43">28948 5249 638 0,'0'0'135'0,"0"0"-29"0,0 0-10 0,0 0-36 0,0 0-29 15,0 0 10 1,-161 245-7-16,114-173-23 15,1-8 11-15,5-12-20 0,1-7 19 16,15-6-15-16,-15-14-2 16,24-9-4-1,4-13 0-15,6-3-16 0,-7 0-22 16,13 0 0-16,-9-8-89 16,3-28-31-16,-6-3-36 15,-10-6-71-15</inkml:trace>
  <inkml:trace contextRef="#ctx0" brushRef="#br0" timeOffset="181763.72">28365 5438 483 0,'0'0'255'0,"0"0"-114"0,0 0-22 16,0 0-18-16,0 0-66 16,0 0 11-16,208 43-9 15,-100-10-22-15,-2 3 16 16,-4 5-11-1,-24-5 5-15,-16-5-18 0,-16-3-14 16,-12 1-2-16,-15-6-8 16,-13 2-20-16,-6-6-19 15,0 6-7-15,0-17-122 16,0-8-177-16</inkml:trace>
  <inkml:trace contextRef="#ctx0" brushRef="#br0" timeOffset="182694.85">29497 5425 472 0,'0'0'191'0,"0"0"-107"0,0 0 25 0,0 0-4 16,0 0-40-1,0 0 0-15,0 0-23 0,-41-47-11 16,41 47-5-16,0 0-26 15,0 3 17 1,0 38-16-16,7 7 27 0,21 4-24 16,-16 8 6-16,-12 0-10 15,6-3-1-15,-6-10-15 16,0-11-19-16,0-3 22 16,0-13-22-16,0-20 13 15,0 0-83-15,0 0-50 16,0 0-127-16,-12 0-273 15</inkml:trace>
  <inkml:trace contextRef="#ctx0" brushRef="#br0" timeOffset="182961.03">29227 5663 718 0,'0'0'59'0,"0"0"44"16,0 0 36-16,0 0-55 15,0 0-42-15,0 0 7 0,167-5-16 16,-132 5 0 0,5 0-30-16,0 0-5 0,0 0 2 15,13 0-37-15,0-8-14 16,3-7-43-1,-4 2-125-15,-5 1-187 16</inkml:trace>
  <inkml:trace contextRef="#ctx0" brushRef="#br0" timeOffset="183478">30325 5899 242 0,'0'0'105'0,"0"0"-20"0,0 0-1 0,0 0-25 0,0 0 42 0,0 0 16 0,0 0 24 15,-53-220-37-15,31 163-53 16,10-4 4-16,6-2-47 16,-1 3 2-16,1 3-9 15,-3 13-1-15,9 13 0 16,-12 10 3-16,5 17 15 16,7 4 2-16,-6 0-1 15,6 0-12 1,0 0-14-16,-22 4-15 0,4 28-35 15,-16 12-10-15,-7 9-60 16,13-6-66-16,10-2-105 16</inkml:trace>
  <inkml:trace contextRef="#ctx0" brushRef="#br0" timeOffset="186307.93">30753 4888 288 0,'0'0'67'0,"0"0"72"0,0 0-29 0,0 0-29 15,0 0 37-15,0 0-6 0,99 0-22 16,-65 0-7-16,6 0-46 16,7 0-10-16,-1 12-4 15,16 9-11-15,-3 7 9 16,9 8-17-16,-3 11 29 15,4 14-19 1,-17 3 22-16,-5 13-34 0,-13-5 3 16,-15 3 0-1,-4 2-2-15,-15 3-4 0,0-4 2 16,0 9-2-16,-15-10-5 16,-51-3 3-16,4-7-44 15,10-22-20-15,5-22-137 16,19-21-346-16</inkml:trace>
  <inkml:trace contextRef="#ctx0" brushRef="#br0" timeOffset="187641.71">31534 4310 230 0,'0'0'114'0,"0"0"16"0,0 0-11 0,0 0-2 0,0 0-14 16,0 0-22-16,0 0-16 15,115 0-40-15,-69 0 2 0,-6 0-22 16,1 0-4-16,-7 0-1 16,-16 25-19-1,-18 11 16-15,0 8 3 0,0-3 36 16,0-2-18-16,-6-11-8 15,6-3-10-15,0-9-6 16,0-1-24-16,0 1 5 16,6-3-18-16,35 2 41 15,5 1-11-15,1 1 13 16,-7-1 3-16,-6 0 1 16,-15 4-4-16,-10-4 2 15,-9-1 8-15,0 10 11 16,0-5 64-16,-15 7-37 15,-32 3 3-15,1-7-23 16,-1 1-22-16,7-7-6 0,6-6-28 16,9 2-35-16,-3-1-96 15,0-1-175-15</inkml:trace>
  <inkml:trace contextRef="#ctx0" brushRef="#br0" timeOffset="122900.19">19630 7246 458 0,'0'0'83'0,"0"0"4"0,0 0 14 0,0 0-13 15,0 0-47-15,0 0 17 16,0 0-21-16,0 0-13 0,0 0 27 16,0 0-19-16,0 0 11 15,0 0-22-15,0 0 1 16,0 0-15-16,0 0 14 16,0 0-9-16,0 0-3 15,0 0-3-15,0 0-3 16,0 0-6-16,0 12 7 15,0 12-15-15,0 17 22 16,0 7-13-16,0 12 6 16,0 8-1-16,0 0 1 15,0 12-1-15,0-3-3 16,13-1 6-16,9 1-17 0,-10-2 27 16,7-3-24-16,-4-3 16 15,-9-1-6-15,0-4-2 16,1 0 5-16,-1-8-5 15,-6-7 4-15,15-13-8 16,-15-8 10-16,0-12-13 16,0-4 14-16,0-12-13 15,0 0 12-15,0 0-5 16,0 0 0-16,0 0 1 16,0-16-2-16,-34-21-4 15,-18-15-5-15,17 0 15 16,-5-16-14-16,6-4 12 15,15-8-6-15,-2-13 4 16,8-7-2-16,13-16 0 0,-6 8-10 16,6 3 5-16,0 10 3 15,-22 10-7-15,22 13 18 16,0-5-18-16,0 13 9 16,0 8-12-16,28-4 7 15,25 16-15-15,0 4 18 16,-7 4 2-16,-5 12-2 15,-1-1 10-15,16 13-4 16,-16 9 0-16,-9 3-8 0,3 0-1 16,-6 0 0-1,12 0 3-15,-9 0 2 0,3 15-2 16,-6 6-5-16,-15 7 2 16,-13 8-10-1,0 0 11-15,-13 8 4 0,-33 0 2 16,-16 1 8-16,-3-1 7 15,-4-5 2-15,11 5-13 16,5-7-2-16,-3-1 5 16,3-9-18-16,7-2-22 15,12-5-44-15,-7-8-112 16,35-8-201-16</inkml:trace>
  <inkml:trace contextRef="#ctx0" brushRef="#br0" timeOffset="123699.15">20499 8470 456 0,'0'0'199'0,"0"0"-142"0,0 0 32 0,0 0-11 0,0 0-51 0,0 0 15 16,-35-4 2-16,17-12-20 0,-4 4 24 16,-3-4-18-16,-3-5 17 15,-6 1-29-15,10-3 8 16,-11-13-11-16,-5-1-7 15,0-15-8-15,6 0 7 16,3-8-14-16,3-9 23 16,15 2-32-16,13-2 16 15,0 2-1-15,0-7 1 16,13 10-7-16,27 0-10 16,0 9-23-16,13 10-40 15,-13 13-63-15,-5 9-58 0,-11 6-74 16,4 17-144-1</inkml:trace>
  <inkml:trace contextRef="#ctx0" brushRef="#br0" timeOffset="124519.28">20868 8406 396 0,'0'0'47'0,"0"0"29"0,0 0 60 0,0 0-66 0,0 0 16 0,0 0 15 0,6 0-23 16,-6-20-20-16,0-13-12 15,0-6 11-15,-6-22-34 16,-16-11 10-16,-3-21-24 16,-3-7-6-16,6-16 1 15,-2 19-8-15,17 14 0 16,1 14-1-16,6 38 0 16,0 11 5-1,0 12-1-15,0 8 6 0,0 0-7 16,0 0 2-16,0 0-13 15,0 0-22-15,0 3 14 0,0 25 0 16,-15 16 10-16,9 17 7 16,-22 3-4-16,-3 4-9 15,-10-15-89-15,13-10-87 16,4-6-269-16</inkml:trace>
  <inkml:trace contextRef="#ctx0" brushRef="#br0" timeOffset="125131.88">21233 7459 180 0,'0'0'311'0,"0"0"-241"0,0 0 21 0,0 0-21 0,0 0-41 0,0 0 42 16,0 16 4-16,16 8-24 15,15 5-7-15,-9 7-8 0,18 8 25 16,-6 7-36 0,-15 26 11-16,9 3-13 0,-22 8 35 15,-6 4-36-15,0-7-4 16,0-9-4-16,0-8-9 15,0-12-5-15,0-8-22 16,0-12 20-16,0-12-28 16,0-7-4-16,-6-14-57 15,-10-3-104-15,-9 0-280 16</inkml:trace>
  <inkml:trace contextRef="#ctx0" brushRef="#br0" timeOffset="125815.37">21928 8181 309 0,'0'0'413'0,"0"0"-383"0,0 0 122 0,0 0 4 0,0 0-93 0,0 0-17 15,276 0-23-15,-223 0-2 0,-7 0-20 16,-5 0 13 0,5 0-14-16,-12 0-14 0,0 0-14 15,-9-5-17-15,-3-10-1 16,-16-1-91-16,-6-5-56 16,0 6-73-16,0-1-189 15</inkml:trace>
  <inkml:trace contextRef="#ctx0" brushRef="#br0" timeOffset="126064.33">22055 7860 643 0,'0'0'104'0,"0"0"20"16,0 0 19-16,0 0-39 0,0 0-26 16,0 0-23-16,208-20 1 15,-174 12-42-15,0 8 0 16,-9 0-11-16,9 0-6 16,0-4-44-16,6-4-17 15,7 8-31-15,-28 0-172 16,-4 0-334-16</inkml:trace>
  <inkml:trace contextRef="#ctx0" brushRef="#br0" timeOffset="128812.16">17590 11735 295 0,'0'0'201'0,"0"0"-172"0,0 0 4 0,0 0 28 0,0 0-16 0,0 0 26 0,0 0 39 16,0 0-27-16,-6 3-1 0,6-3-11 16,0 0-8-1,0 0-46-15,0 0-13 0,0-8 9 16,0-24-13-16,0-16 0 15,0-16 0-15,40-25 17 16,35-19-14-16,18-28 19 16,15-8-20-16,16-16-4 15,-3 3 6-15,-6 16-8 16,-10 25-16-16,-30 28-12 16,-1 15-3-16,-27 14-78 0,-1 10-76 15,-24 13-172-15</inkml:trace>
  <inkml:trace contextRef="#ctx0" brushRef="#br0" timeOffset="129437.73">17978 10399 443 0,'0'0'243'0,"0"0"-222"16,0 0 48-16,0 0-21 0,0 0-37 0,0 0 7 0,15 0 10 0,32 0 48 15,12-17 3-15,9-14-11 16,13-13-34-16,-16-9-7 16,15 9-27-16,-21 5 0 15,-19 10-2-15,-12 13-12 16,-9 12 9-16,-10 4-20 15,-9 0 9-15,0 0-10 16,0 8-6-16,0 28 32 16,0 13 19-16,0 10-14 0,-9 10-2 15,-22 3-3-15,-3 0 5 16,12-8-11-16,10-15 1 16,12-21-32-16,0-17-89 15,0-11-83-15,0 0-335 16</inkml:trace>
  <inkml:trace contextRef="#ctx0" brushRef="#br0" timeOffset="130394.16">15913 12391 364 0,'0'0'302'0,"0"0"-263"0,0 0 16 0,142 249 41 0,-95-185-53 0,-7-11-9 15,-9-1 14-15,-3-16-10 16,0-12-30-16,-9-7 22 16,-7-9-16-16,-12-5-6 15,0-3-8-15,0 0 0 16,0 0 19-16,0-24 20 16,9-20-15-16,-9-20-21 0,19-8 6 15,-7-12-3-15,10 4-12 16,-3-9-6-1,2 25-16-15,-2 24-6 0,-13 23 22 16,-6 17-16-16,0 0-49 16,0 5-39-16,0 23 43 15,16 8-32-15,-10-3-185 16</inkml:trace>
  <inkml:trace contextRef="#ctx0" brushRef="#br0" timeOffset="130729.08">16555 12801 547 0,'0'0'69'0,"0"0"40"16,0 0 25-16,0 0-55 16,0 0-25-16,0 0 5 15,40-112-44-15,-40 63 4 16,6 2-3-16,0-2-16 15,10 9 0-15,-4 12 3 16,1 16-7-16,-4 12-8 16,3 0 12-16,7 0-60 15,9 32 60-15,6 12 11 16,-9 9-1-16,3 2-7 16,-10 1-3-16,-18-3-7 0,16 11-12 15,-16-7 10-15,0-5-21 16,0-8 26-16,-16-13-33 15,10-14-49 1,-6-17-23-16,-7 0-60 0</inkml:trace>
  <inkml:trace contextRef="#ctx0" brushRef="#br0" timeOffset="130844.08">16555 12801 515 0</inkml:trace>
  <inkml:trace contextRef="#ctx0" brushRef="#br0" timeOffset="130930.37">16555 12801 515 0,'-66'-144'162'0,"66"144"-162"0,47 0 0 0,18 0 14 16,3 0-17-16,-34-17-29 16,13 1-11-16,-22-4-53 15,-4 0-68-15</inkml:trace>
  <inkml:trace contextRef="#ctx0" brushRef="#br0" timeOffset="131525.45">16821 12388 390 0,'0'0'100'0,"0"0"17"15,0 0 20-15,0 0-33 16,56 12-11-16,-44 20 29 15,16 0-53-15,-9 5-35 16,3-1-8-16,-10-5-6 16,-6 2 7-16,0-10-17 15,-6-7 25-15,7-3-34 16,2-9-2-16,-3-4-1 16,0 0 0-16,13 0-12 15,-13 8 5-15,16-5 3 16,-4 2-30-16,4-5 24 0,3 8-17 15,-3-8 24 1,6 8-29-16,-10-4 31 16,10 7 1-16,-9 2 2 0,2-5 11 15,-2 0-6-15,-7-4 0 16,10-4 5-16,3 0-20 16,9 0-7-16,13 0 11 15,15-20 6-15,-16-4 14 16,7-1-12-16,-13 5 0 15,-6 1-2-15,0-6 6 16,-9-11-9-16,-3-3 14 16,-16-2-20-16,-6-7 9 15,0 4-1-15,0 8-17 16,-16 8 5-16,-21 15 2 0,-3 13-6 16,-16 0 0-1,-3 0 17-15,7 25 7 0,11 3-7 16,13-4-2-16,22-8-51 15,6 0-41-15,0-4-65 16,13 8 34-16,27-8 20 16,6-4 0-16,1-8-14 15,2 0 26-15,10 0 68 16,-6 0 9-16,-13-4-80 16</inkml:trace>
  <inkml:trace contextRef="#ctx0" brushRef="#br0" timeOffset="132042.2">18034 12364 255 0,'0'0'433'0,"0"0"-398"0,0 0 10 0,0 0-10 0,0 0-28 16,0 0-14-1,12 173 14-15,7-142-4 0,-10-6-1 16,9-9-2-16,-11-8 12 15,-1-1-12-15,-6-7 12 16,0 0-10-16,0 0 66 16,0-20-30-16,0-19-38 15,0-14 3-15,0-7-6 0,0-4-3 16,0 4-7-16,0 4 1 16,0 8-7-16,15 7-6 15,4 17-34 1,-7 9 54-16,16 15-10 0,-6 0 7 15,3 0 1-15,-3 28 7 16,-16 8 58-16,0 0-13 16,-6-8-22-16,0-9-21 15,0-6-4-15,0-6 14 16,12 1-12-16,-12 5 3 16,16-1 49-16,2 4 19 0,10 0-21 15,-3-1-16 1,9-6-22-16,0 7 20 0,-9-8-29 15,3 0 2 1,-16 0 0-16,16 4 0 16,0 0-3-16,-3 4 1 15,15 5-3-15,-6-6-1 16,-6-2-4-16,-3 2-38 16,-9-7 13-16,-16-8-117 0,0 0-226 15</inkml:trace>
  <inkml:trace contextRef="#ctx0" brushRef="#br0" timeOffset="132825.18">16269 14201 261 0,'0'0'382'0,"0"0"-294"0,0 0 49 0,0 0 3 0,0 0-77 0,0 0-53 0,0-157 37 15,0 93-25-15,0-8 8 16,0 4-18-16,0 8-1 15,0 7-5-15,13 17-10 16,-1 17 4-16,-6 6 0 16,-6 5-1-16,16 8-17 15,-10 0 12-15,28 0-44 16,-3 13 31-16,9 14 19 16,7 6 8-16,-1-5-1 15,4-5-7-15,-19-10-4 16,-3-5 4-16,0-8-6 0,-16 0 6 15,7 0-3 1,-4 0-11-16,4-32 14 0,3-16 10 16,-10-9 6-1,0 1-16-15,-12 4-6 16,0-1 2-16,0 14-37 16,0 11-23-16,0 12-22 0,0 11 4 15,0 5-14-15,0 0-115 16,0 5-116-16</inkml:trace>
  <inkml:trace contextRef="#ctx0" brushRef="#br0" timeOffset="133107.65">16871 13664 565 0,'0'0'90'0,"0"0"-42"0,0 0 25 0,0 0-46 0,0 0-21 0,0 0 7 16,87 191-13-16,-69-191-8 15,4 0 8-15,-10 0 2 16,1-11 31-16,8-29 34 16,-2-9-42-16,-7 5-13 15,10-3-11-15,-3 2 0 16,-4-3-2-16,4 0-69 15,-19 12-37-15,0 0-21 0,0 11-62 16,0 14-137 0</inkml:trace>
  <inkml:trace contextRef="#ctx0" brushRef="#br0" timeOffset="133659.31">17584 13747 679 0,'0'0'51'16,"0"0"49"-16,0 0-55 15,0 0-39-15,0 0-4 16,0 0 28-16,34-196-18 16,-28 143 8-16,0 9-17 15,16 0-2-15,-9 13-1 16,-7 11 2-16,-6 15-9 0,0 5 2 15,6 0 5 1,3 25 7-16,4 11 50 0,5 0-11 16,4-8-22-1,-10-12-13-15,35-4-11 0,-13-8-13 16,0-4-22-16,6 0 35 16,-21 0 3-16,9 0 32 15,-9 0-21-15,-4 0 11 16,-3 0-14-16,7 0-8 15,-3 0-3-15,2 0-14 16,4 4 10-16,-4 12 8 16,4 0-17-16,-9-4 12 0,11-7-26 15,-2 6-87 1,-16-7-66-16,-6-4-51 16,0 0-316-16</inkml:trace>
  <inkml:trace contextRef="#ctx0" brushRef="#br0" timeOffset="133892.12">18427 13555 628 0,'0'0'66'0,"0"0"15"0,0 0-6 0,0 0-54 0,0 0-21 0,0 0-6 16,273 68 2-16,-245-68-26 15,-9 0 26-15,9-8 8 16,-16-7-1-16,-6 2-3 16,4 1-26-16,-4 1-20 0,-6-6-10 15,0 1-106-15,0 0-108 16</inkml:trace>
  <inkml:trace contextRef="#ctx0" brushRef="#br0" timeOffset="134089.88">18427 13555 713 0,'-139'-68'72'0,"176"79"-66"16,3 6 21-16,10-13-20 16,-13-4 12-1,3 0-35-15,1 0 16 0,-20 0-44 16,-8-8-55-16,-13-16-27 15,0-4-151-15</inkml:trace>
  <inkml:trace contextRef="#ctx0" brushRef="#br0" timeOffset="134291.2">18272 13310 652 0,'0'0'380'15,"0"0"-364"-15,0 0 42 0,0 0-58 16,0 0 20 0,0 0-12-16,155-56-8 0,-142 28-1 15,-1-4-64-15,-12 4-48 16,0 0-164-16,0 8-332 16</inkml:trace>
  <inkml:trace contextRef="#ctx0" brushRef="#br0" timeOffset="134456.45">18272 13310 1055 0,'87'-236'40'0,"-87"236"28"16,28-8-17-16,19-33-32 16,5-10-17-16,10 2-2 15,-15 5-3-15,-13 13-60 16,3 14-6-16,-21 17-117 15,-16 0-167-15</inkml:trace>
  <inkml:trace contextRef="#ctx0" brushRef="#br0" timeOffset="135057.46">19041 13230 181 0,'0'0'274'16,"0"0"-197"-16,0 0 39 16,0 0 2-16,0 0-40 15,0 0 2-15,0 221-54 16,0-185-20-16,0-8-1 15,-6-12-2-15,6-4-3 16,-6-12 6-16,6 0 12 16,-6 0 38-16,6 0 6 15,-7-12-53-15,-14-24-5 16,21-8-6-16,-6-9 4 16,6 1-3-16,0 0 1 0,0 1-5 15,0 6-2-15,6 13-4 16,15 16 9-16,-2 7-4 15,-13 9-4 1,0 0 5-16,1 0-27 0,8 17 32 16,-2 7 9-16,-1 8 7 15,10-16-10-15,-10 8-6 16,0-16-18-16,4-4-32 16,-4-4 27-16,-5 0-19 15,-1 0 26-15,9 0 16 16,-2 0 25-16,-1 0 29 0,-3 5-19 15,-2 3-5 1,11-5-26-16,-5 5-4 0,2-4 14 16,-2 9-14-1,8-10 0-15,-8 5-24 0,-7 5-18 16,6-6-8 0,-12 1-18-16,6 0-97 0,4-3-46 15,-10-5-162-15</inkml:trace>
  <inkml:trace contextRef="#ctx0" brushRef="#br0" timeOffset="135149.29">19041 13230 374 0</inkml:trace>
  <inkml:trace contextRef="#ctx0" brushRef="#br0" timeOffset="135222.31">19041 13230 374 0,'394'49'83'0,"-372"-49"44"0,-4 8 38 0,4 15 57 0,12 5-163 0,-15-12-39 0,-13-3-15 15,16-1-5-15,-16-9-4 16,-6-3-34-1,0 0-48-15,0 0-44 0,0 0 0 16,-16 0-253-16</inkml:trace>
  <inkml:trace contextRef="#ctx0" brushRef="#br0" timeOffset="135390.82">19469 12981 182 0,'0'0'624'0,"0"0"-624"16,0 0-11-16,0 0 2 16,0 0-121-16,62-12-76 15,-37 12-212-15</inkml:trace>
  <inkml:trace contextRef="#ctx0" brushRef="#br0" timeOffset="135722.67">19469 12981 487 0,'295'41'21'16,"-295"-25"7"-16,0-4 53 15,0 12-71-15,0 4 2 0,0 3 17 16,0 10 7-16,6-1-10 16,16-8-4-16,-4 4-1 15,10-16-17 1,3-4-7-16,3-16 9 0,13 0-6 15,-7 0 9-15,0 0 15 16,-12-11-7-16,6-25-15 16,-15-5-2-16,3-7-21 15,-10 7-15-15,-6 10-2 16,-6-1 36-16,0 15 0 16,0 10-10-16,0 3-1 15,-18 4 13-15,-4 0-1 16,-6 0-10-16,3 4 6 15,4 11-44-15,2-10-200 0</inkml:trace>
  <inkml:trace contextRef="#ctx0" brushRef="#br0" timeOffset="136272.33">20446 13114 56 0,'0'0'340'16,"0"0"-274"-16,0 0-3 0,0 0 3 0,0 0-57 0,0 0 34 16,0 27 17-16,6-27 3 15,0 0-10-15,-6 13 4 0,0-9-20 16,6 0-18-1,1-4 0-15,2 4-17 16,3-4 0-16,-5 0 15 16,5 0 23-16,4 0-17 15,-4 0-10-15,-6 0-2 0,10-12 15 16,2-24 0-16,-18-4-20 16,0-5-5-16,0 1 12 15,0 16-24-15,0 8 11 16,-40 9-1-16,-7 6-5 15,1 5 6-15,-1 0-6 16,7 0 6-16,12 8-3 16,16 20-2-16,6 8 0 15,6-3-30-15,0-9-79 0,6-4-145 16</inkml:trace>
  <inkml:trace contextRef="#ctx0" brushRef="#br0" timeOffset="137105.27">16849 15352 329 0,'0'0'47'0,"0"0"-24"0,0 0 132 0,0 0-50 0,0 0-18 15,0 0 23-15,-74 52-8 16,74-52-5-16,0 0-23 16,0 0-36-16,0-28-16 15,15-37-4-15,44-27 41 0,16-16-27 16,11-5-5 0,1 5-18-16,-12 12-8 0,-23 12-1 15,-11 24-38-15,-17 20 9 16,-14 16-22-16,-4 20 9 15,-6 4-14-15,0 0-15 16,0 0-80-16,-6 20-189 16</inkml:trace>
  <inkml:trace contextRef="#ctx0" brushRef="#br0" timeOffset="137384.09">16917 14798 512 0,'0'0'226'15,"0"0"-189"-15,0 0 82 16,0 0-19-16,0 0 0 16,0 0-60-16,199 225 18 15,-143-178-40-15,-10 2-3 16,1-9-12-16,-23-8-6 15,4-12-14-15,-9-7-29 16,-4-13-29-16,-2 0-136 16,-1 0-234-16</inkml:trace>
  <inkml:trace contextRef="#ctx0" brushRef="#br0" timeOffset="137673.25">17813 14990 782 0,'0'0'126'0,"0"0"-74"0,0 0 103 16,0 0-101-16,0 0-8 16,0 0-44-16,360-11-2 15,-313-1-5-15,-19 4-22 16,-22-8 1-16,-6 7-45 16,0-2-33-16,0-9-172 15</inkml:trace>
  <inkml:trace contextRef="#ctx0" brushRef="#br0" timeOffset="137892.98">17813 14990 449 0,'-21'-268'480'0,"49"256"-461"15,12 4 59 1,0-8 9-16,13 0-68 0,-7 0-1 15,-5 3-18-15,-7 5-1 16,6 5-37-16,-15 3-49 16,3 0-30-16,-16 0-145 15,16 0-90-15</inkml:trace>
  <inkml:trace contextRef="#ctx0" brushRef="#br0" timeOffset="138271.18">18607 15015 185 0,'0'0'351'0,"0"0"-274"0,0 0 17 15,0 0-74-15,0 0 139 16,0 0-83-16,22-8-48 16,-10-32 41-16,-6-24-43 15,1-1-2-15,-1-3-18 16,0 0-5-16,-6 7-1 0,0 6 0 16,9 22-3-1,-9 2-4-15,0 14 2 0,0 17 5 16,0 0-5-1,0 0-2-15,0 0 7 0,0 25 10 16,0 6 0-16,0 2-10 16,0-5-32-16,0-4-63 15,0-8-103-15,-15-4-240 16</inkml:trace>
  <inkml:trace contextRef="#ctx0" brushRef="#br0" timeOffset="148430.15">23339 8445 515 0,'0'0'17'0,"0"0"26"0,0 0 14 0,0 0-5 0,0 0-21 0,0 0 19 0,0 0 7 15,0 0 5-15,0 0 14 16,-6 0 13-16,6 0-24 0,0 0-43 16,0 0 21-16,-13 0-20 15,-8 0 8-15,-10 0-30 16,-25-28-1-16,-3-11 0 15,6-17 0-15,-15-17 22 16,-7-15-20-16,23-16 15 16,5-4-7-16,29-1-20 15,18 5 7-15,0 19-3 16,0 17-17-16,52 8-15 16,41 16-13-16,7 12-59 15,14 12-22-15,-5 20-147 16</inkml:trace>
  <inkml:trace contextRef="#ctx0" brushRef="#br0" timeOffset="149293.45">23447 7675 295 0,'0'0'330'0,"0"0"-278"0,0 0-2 0,0 0 11 0,0 0-7 0,0 0 1 16,152-39-35-16,-105 39 14 0,-19 0-28 15,6 0 14-15,-16 0-14 16,-11 3-6-16,8 17 0 15,-9 13 12-15,-6-1 28 16,0 0-25-16,0 0 15 16,7-12-30-16,5-8 13 15,3 0-12-15,16-4-2 16,10 1-7-16,15 2 8 16,-4 1 7-16,-5 8-5 15,-13-4 12-15,0 12-11 16,-15-7-5-16,-19 7 16 0,0 0-14 15,0 8 6-15,-59 3 12 16,-16 5-2-16,-5 0 3 16,-1 1-1-16,7-5-15 15,8-8-6-15,20-8-3 16,18-4-10-16,22-12-66 16,6-8-181-16,0 0-352 15</inkml:trace>
  <inkml:trace contextRef="#ctx0" brushRef="#br0" timeOffset="149860.99">24343 8109 45 0,'0'0'1018'0,"0"0"-981"0,0 0-2 0,0 0-35 0,0 0-21 0,0 0-129 16,0 4-144-16</inkml:trace>
  <inkml:trace contextRef="#ctx0" brushRef="#br0" timeOffset="152026.12">25044 8322 525 0,'0'0'77'0,"0"0"73"0,0 0-3 0,0 0-39 0,0 0-48 15,0 0-20-15,0 0-18 16,-12-57-4-16,6 17 21 16,-4-17-18-16,10-18 10 15,0-17-24-15,0-24 5 16,0-5-12-16,0 1-2 16,0 19-17-16,0 21 3 15,0 35-1-15,0 26 17 16,0 15-3-16,-6 4-5 15,0 0-2-15,-22 20 3 16,-9 24 7-16,-4 12 3 16,-14 1-3-16,24-6-20 0,-3 1-19 15,6-3-41-15,9-9-45 16,4-16-155-16</inkml:trace>
  <inkml:trace contextRef="#ctx0" brushRef="#br0" timeOffset="152741.99">25432 7194 387 0,'0'0'89'0,"0"0"0"0,0 0 3 0,0 0-68 16,0 0 24-16,0 0 9 15,127-23-25-15,-108 23 12 16,2 0-26-16,-15 0 2 15,1 0-20-15,8 23 0 0,-15 10 9 16,0 11 6-16,0 3-11 16,0 6 1-16,0-6-4 15,-22-2 4-15,16-1 3 16,0-16-6-16,6-7 4 16,0-10-6-16,0-11-8 15,12 0-16-15,35 0 24 16,-7 0 12-16,1 0-3 15,-7 0 3-15,-16 0-7 16,-2 0-10-16,-10 0-43 0,-6 0-116 16,0 0-299-1</inkml:trace>
  <inkml:trace contextRef="#ctx0" brushRef="#br0" timeOffset="153791.15">25981 8117 616 0,'0'0'61'0,"0"0"1"0,0 0 60 15,0 0-28-15,0 0-17 0,0 0 8 16,80 0-54-16,-55 0 37 15,31 0-27 1,-3 0 11-16,5 0-19 0,4 0-8 16,4 0-25-16,2 0-1 15,-9 0-14-15,15-4-55 16,-21-13-11-16,-19-3-52 16,-34 9-325-16</inkml:trace>
  <inkml:trace contextRef="#ctx0" brushRef="#br0" timeOffset="154805.69">27295 7628 376 0,'0'0'218'0,"0"0"-105"0,0 0 25 15,0 0-25-15,0 0-79 16,0 0 32-16,34-53-35 16,1 37 6-16,-1 8-25 15,-10 4 25-15,4 4-18 16,0 0-1-16,-3 0-18 15,9 4-5-15,-6 32-4 16,-9 5-27-16,-19 14 34 16,0 9-23-16,0 9 6 0,-25 11 1 15,-37-8 18 1,3-7 3-16,25-17 19 0,6-16-4 16,9-8-12-16,19-8 14 15,0-1-15-15,0-6-9 16,0 3 8-16,0 0-8 15,25-4 8-15,25 0-3 16,15-12 4-16,3 0-4 16,13 0 23-16,-10 0-23 15,-9 0 17-15,-31-12-16 16,-3 4-4-16,-16 8-38 16,4 0-14-16,-10 0-83 0,-6 4-128 15,0 4-243 1</inkml:trace>
  <inkml:trace contextRef="#ctx0" brushRef="#br0" timeOffset="155338.2">28018 8137 158 0,'0'0'767'0,"0"0"-654"0,0 0 5 0,0 0-30 0,0 0-63 16,0 0-25-16,0 0-1 15,0 0-9-15,0 0-36 16,0 0 5-16,0 0-33 15,0 0-180-15</inkml:trace>
  <inkml:trace contextRef="#ctx0" brushRef="#br0" timeOffset="156871.99">28833 8221 454 0,'0'0'184'0,"0"0"-9"0,0 0-39 0,0 0-7 15,0 0-84-15,0 0 3 16,-25-8-19-16,4-20-19 16,15-12-8-16,6-17-1 15,0-15 8-15,0-20-8 16,0-12 14-16,0 0-15 16,0 3-2-16,0 21-26 15,0 24 26-15,0 28-16 16,0 16 11-16,0 12 0 15,0 0-13-15,-13 0 14 16,-2 15-28-16,2 26-75 16,-5 7-141-16,-10 4-13 15</inkml:trace>
  <inkml:trace contextRef="#ctx0" brushRef="#br0" timeOffset="157836.04">29556 7644 535 0,'0'0'107'0,"0"0"-10"0,0 0 18 16,0 0-42-16,0 0 3 16,0 0 12-16,0 220-63 15,0-148 19-15,0 8-25 16,0 5 14-16,0-5-21 16,-19-8-12-16,4-16-2 15,8-12-34-15,7-16-7 0,0-12-81 16,0-16-100-16,0 0-211 15</inkml:trace>
  <inkml:trace contextRef="#ctx0" brushRef="#br0" timeOffset="158119.91">29394 8176 544 0,'0'0'241'0,"0"0"-98"15,0 0-15-15,0 0-70 16,0 0-22-16,0 0-22 15,382 21-14-15,-314-21-10 16,-21-12-58-16,-13 0-81 16,6 0-129-16</inkml:trace>
  <inkml:trace contextRef="#ctx0" brushRef="#br0" timeOffset="158736.03">30557 8289 51 0,'0'0'413'0,"0"0"-290"0,0 0 17 0,0 0-53 0,0 0 5 0,0 0-37 16,10 8 38-16,-10-8-27 16,0 0 11-16,0 0-12 15,0 0-7-15,0-24-12 0,0-16-33 16,0-20-13-1,0-20 10-15,0-20-12 0,0-8 8 16,0 11-12-16,0 12 0 16,0 21 3-16,0 20 0 15,0 16 3-15,0 12 0 16,0 8 1-16,0 8-16 16,0 0 4-16,0 0 8 15,0 21-33-15,-28 10 27 16,-7 25-50-16,1-4 3 15,10 1-16-15,-4-9-108 16,3-4-71-16,3-8-78 16</inkml:trace>
  <inkml:trace contextRef="#ctx0" brushRef="#br0" timeOffset="159303.39">31066 7471 295 0,'0'0'208'0,"0"0"-54"0,0 0-1 0,0 0-29 16,0 0-74-16,0 0 9 0,-6-12-10 16,18 12-22-16,22 0 29 15,13 8-5-15,8 32 17 16,-2 12-30-16,6 17-5 15,-13 11-15-15,-5 8 8 16,-13 8-20-16,-28 5-2 16,0-1-5-16,0 0 5 15,-28-12-8-15,3-16-74 16,-3-8 58-16,9-23-17 16,-2-10-2-16,8-14-14 15,13-17-73-15,0 0-206 16</inkml:trace>
  <inkml:trace contextRef="#ctx0" brushRef="#br0" timeOffset="160151.21">31608 6945 690 0,'0'0'124'0,"0"0"22"0,0 0-71 0,0 0-58 0,0 0-3 15,0 0-14 1,75-11 0-16,-50 7 11 0,2 4 3 16,-8 0-1-1,-3 0-1-15,-4 4-12 0,-6 15 8 16,-6 6 0-16,0-6-16 15,0 9-1-15,0-11 7 16,0-1 0-16,0-8-5 16,0 4-4-16,0-4-22 15,0 0-19-15,22-3-7 16,18 2 58-16,-9-3-10 16,-3 4 10-16,-9 4-2 15,-10 0-4-15,-9 4 7 16,0 0 31-16,0 0 20 0,0 1 4 15,0-2 0-15,-34 1-35 16,-13 12 0-16,7-4-20 16,-22 4-10-16,3 0-23 15,6 1-46-15,13-9-67 16,6-8-276-16</inkml:trace>
  <inkml:trace contextRef="#ctx0" brushRef="#br0" timeOffset="211414.05">19844 9665 627 0,'0'0'66'0,"0"0"-44"0,0 0 82 0,0 0-33 16,0 0-26-16,0 0-12 16,0 0 26-16,0 0-19 0,0 0 2 15,-52 260 0 1,42-199-6-16,4 14-10 0,6 2-24 15,0-5 16-15,0 0-8 16,0 0-8-16,0-8 3 16,0 5 4-16,0-5-5 15,0-15 3-15,0-2-2 16,0-22-2-16,0-17-6 16,0-8 12-16,0 0-18 15,0 0 9-15,0-57 0 16,0-31-3-16,0-29 2 15,0-19-1-15,0-16-26 0,0 0-1 16,0-1 11 0,0 9-6-16,16 23-16 0,30 21 40 15,13 20-13-15,-12 32 5 16,-13 24 5-16,-16 16 3 16,10 8-3-16,-6 0-7 15,3 0 6-15,-4 24 8 16,-14 16 16-16,-7 9-20 15,0 6 10-15,0 9-5 16,-41-3-2-16,-21-5-2 16,3-16-1-16,-9-8-5 15,3-8-20-15,12-4 12 16,-2-7-88-16,14-10 12 16,16 1-167-16,25 0-314 15</inkml:trace>
  <inkml:trace contextRef="#ctx0" brushRef="#br0" timeOffset="211875.11">20480 10462 800 0,'0'0'103'0,"0"0"-4"0,0 0-5 15,0 0-71-15,0 0-6 16,-167-276-1-16,151 192 8 0,16-1-20 15,0 6 0-15,0-1-4 16,50 3-20-16,9 8-92 16,6 14-99-16,-9 15-132 15</inkml:trace>
  <inkml:trace contextRef="#ctx0" brushRef="#br0" timeOffset="212390.56">21209 10367 561 0,'0'0'245'0,"0"0"-200"0,0 0 40 0,0 0-18 16,0 0-48-16,0-265 16 15,0 177-3-15,0-1-32 16,-16 14 0-16,10 10 0 16,0 25-5-16,-7 20 3 15,13 20-4-15,-6 0 12 16,-16 0-2-16,-5 20-2 15,8 13 7-15,-15-2-6 16,9 10 0-16,3-10-3 0,10 2-22 16,-16 6-34-16,16-6-12 15,-1-2-84-15,-2-6-108 16</inkml:trace>
  <inkml:trace contextRef="#ctx0" brushRef="#br0" timeOffset="212773.94">21509 9617 639 0,'0'0'155'0,"0"0"-83"0,0 0 45 0,72 225-31 0,-51-153-44 15,-21 24-16-15,0 0-16 0,0 13 9 16,-21-9-17 0,-20-8-2-16,1-16-23 0,3-8-7 15,3-19-81 1,12-18-15-16,3-26-177 0</inkml:trace>
  <inkml:trace contextRef="#ctx0" brushRef="#br0" timeOffset="213289.75">22452 10190 981 0,'0'0'51'0,"0"0"-9"0,0 0 15 0,0 0-44 0,0 0-9 15,0 0-4-15,354 0-30 16,-320 0-51-16,-16 0-77 16,-18 9-51-16,0-6-155 15</inkml:trace>
  <inkml:trace contextRef="#ctx0" brushRef="#br0" timeOffset="213475.87">22471 9829 970 0,'0'0'205'0,"0"0"-154"15,0 0 4-15,0 0-15 16,0 0-32-16,0 0-8 15,179 0-12-15,-98 0-59 0,-6 0-50 16,-23-20-284-16</inkml:trace>
  <inkml:trace contextRef="#ctx0" brushRef="#br0" timeOffset="214405.13">23754 10575 587 0,'0'0'247'0,"0"0"-152"0,0 0 28 0,-235-240-38 0,176 131-52 15,6-20-1-15,7-7-19 16,39 8-5-16,7 12-6 15,0 16 5-15,7 23-7 16,64 5-2-16,25 12-49 16,16-1-54-16,2 18-161 15,-8 7-324-15</inkml:trace>
  <inkml:trace contextRef="#ctx0" brushRef="#br0" timeOffset="-210861.84">24489 9637 150 0,'0'0'308'0,"0"0"-217"0,0 0-2 15,0 0-63-15,0 0-24 0,0 0 0 16,0 0 0-16,0 0-1 15,0 0 7-15,0 0 50 16,0 0-1-16,0 0-9 16,0 0-33-16,0 0 11 15,0 0-14-15,0 0 15 16,0 0 6-16,0 0 28 16,0 0 5-16,0 0-21 15,0 3-8-15,0-3-15 16,0 0 6-16,0 0-26 15,0 0 24-15,0 0-26 16,0 0-6-16,6 0-25 0,28-16 31 16,19 4-1-16,0 1 0 15,9 11-2-15,-3 0-8 16,-3 0 11-16,-25 8-13 16,9 23 7-16,-34 5 10 15,-6 13-4-15,0-5 6 16,-31 16-4-16,-25-16-2 15,-3 5 5-15,13-18-11 16,12-6 9-16,6-6-8 16,22-14-6-16,6 7-8 15,0-4-63-15,0-5 9 16,34 14 37-16,19-9 19 16,2 8 16-16,-14 8 1 0,-17 0-5 15,-17 16 10-15,-7-4 5 16,0 17-2-16,-25 6 5 15,-62 10 3-15,-9-1-4 16,-10 4-1-16,13-19-11 16,13-25-4-16,12-20-61 15,27-8-271-15</inkml:trace>
  <inkml:trace contextRef="#ctx0" brushRef="#br0" timeOffset="-209712.98">25745 10042 336 0,'0'0'209'0,"0"0"-129"0,0 0 39 0,0 0-4 0,0 0-52 15,0 0 26 1,0 0-13-16,22 0-21 0,30 0-21 15,7 0 32-15,44-9-6 16,-4-10-4-16,0 2-38 16,-12 6-14-16,9-1-4 15,-25-1-39-15,-2 10-19 16,-17 3-43-16,-36 0-95 16,-16 0-503-16</inkml:trace>
  <inkml:trace contextRef="#ctx0" brushRef="#br0" timeOffset="-207642.66">27503 9649 450 0,'0'0'69'0,"0"0"31"0,0 0 12 0,0 0-36 0,0 0-12 16,0 0-17-16,0 0-32 15,341 0-2-15,-307 0-13 16,0 19 37-16,-27 17-18 16,-7 21 27-16,0 11-26 15,0 12-20-15,-41 5-12 16,-33 7 2-16,2-4 10 15,-8-8 0-15,12-3 5 16,15-18 1-16,13-6 24 16,21-17-28-16,19-8-2 0,0-7 0 15,0-18-34-15,65-3 10 16,22 0 15-16,6 0-2 16,0 0 19-16,3 0-8 15,-25 0 0-15,-15 0 39 16,-15 0-33-16,-17 0 0 15,-11 20-6-15,-13 4-26 16,0-4-82-16,0-7-431 16</inkml:trace>
  <inkml:trace contextRef="#ctx0" brushRef="#br0" timeOffset="-206914.86">29435 9789 294 0,'0'0'320'0,"0"0"-197"0,0 0-17 15,0 0-9-15,0 0-22 16,0 0-13-16,21 76 13 16,-14-27-54-16,5 15 12 0,-12 8-23 15,0 8-1-15,0-8-9 16,16-3-12-16,-10-9 2 16,0-9 10-16,-6 6-14 15,0-9-38-15,0-7-16 16,0-10-91-16,0-7-182 15</inkml:trace>
  <inkml:trace contextRef="#ctx0" brushRef="#br0" timeOffset="-206665.62">29208 10279 572 0,'0'0'364'15,"0"0"-332"-15,0 0 92 16,0 0-60-16,0 0-4 16,0 0-34-16,348-5-11 15,-274-3-15-15,-9-4-32 16,-3 4-45-16,-9 0-113 0,-25 5-435 15</inkml:trace>
  <inkml:trace contextRef="#ctx0" brushRef="#br0" timeOffset="-205964.71">30920 10567 208 0,'0'0'370'0,"0"0"-292"0,0 0 1 0,0 0-5 0,0 0-6 0,0 0-16 16,6 33 55-16,7-46-45 15,-13-31-13-15,0-20-48 16,15-20 19-16,4-9-20 16,-7-10 10-16,22-6-10 15,-12 21-11-15,-10 8-6 0,-5 23-27 16,-7 25 15-16,0 24-41 15,0 8 56 1,-19 0 14-16,-21 44 9 0,-7 12-1 16,1 5 7-16,11-5-15 15,14-8-6-15,8 0-69 16,1-12-251-16</inkml:trace>
  <inkml:trace contextRef="#ctx0" brushRef="#br0" timeOffset="-205516.56">31649 9769 693 0,'0'0'144'0,"0"0"-22"0,105 248 2 0,-83-151-56 0,-16 19-55 16,-6 5-4-16,-12 7-9 15,-85 8-108-15,-14-7 32 16,-16-21-259-16</inkml:trace>
  <inkml:trace contextRef="#ctx0" brushRef="#br0" timeOffset="-203667.64">32315 9128 688 0,'0'0'177'0,"0"0"-110"0,0 0 36 15,0 0-54-15,0 0-46 16,0 0 6-16,0 0-2 15,127-13 5-15,-80 13 3 16,-13 0-11-16,-12 0 13 16,9 0-10-16,-3 0-1 15,-16 0-12-15,4 21 12 16,-10 2-19-16,-6 6 23 0,0-6-15 16,0-6 10-1,0-1 0-15,0-8 0 0,0-8-5 16,6 12-5-16,16-8-9 15,9 3 10-15,9 1 6 16,-6 13-11-16,0-1 8 16,-21 3 1-16,-13 6 10 15,0 8 1-15,0 2 9 16,-35 10 5-16,-36-6-12 16,-3-2 17-16,-1-14-10 15,16-10-16-15,19-14-8 16,18-3-20-16,10 0-48 15,-7 0-186-15</inkml:trace>
  <inkml:trace contextRef="#ctx0" brushRef="#br0" timeOffset="-133060.65">22170 12709 536 0,'0'0'170'0,"0"0"-121"0,0 0 97 0,0 0-59 15,0 0-29-15,0 0-19 16,-28 8-8-16,28-8-9 15,9 4 1-15,50 4 48 16,16 0-16-16,18-5 5 16,6 2-59-16,9-5 13 15,4 0-6-15,-10 0-16 0,-9 0-6 16,-18 0-45 0,-23 0-20-16,-27 0-46 0,-25 0-245 15</inkml:trace>
  <inkml:trace contextRef="#ctx0" brushRef="#br0" timeOffset="-132844.47">22356 12512 754 0,'0'0'204'0,"0"0"-159"16,0 0 90 0,0 0-88-16,0 0-41 15,0 0-6-15,369 0-31 0,-295 0-46 16,-21-16-216-16</inkml:trace>
  <inkml:trace contextRef="#ctx0" brushRef="#br0" timeOffset="-131696.19">24027 13403 266 0,'0'0'243'0,"0"0"-166"0,0 0 91 0,0 0 21 16,0 0-43-16,0 0-89 0,-186-93 28 15,93 13-49-15,-9-20 28 16,3-16-29-16,40-12-11 16,25-10-24-16,34-9-1 15,0-14-3-15,52 4-52 16,35 18-5-16,6 30 3 16,3 41-122-16,-3 44-154 15,6 24-239-15</inkml:trace>
  <inkml:trace contextRef="#ctx0" brushRef="#br0" timeOffset="-130945.63">25547 13226 914 0,'0'0'93'0,"0"0"22"0,0 0-21 16,0 0-76-16,0 0 3 16,-97-240-20-16,91 123 10 15,6 1-10-15,0-5 4 16,-12 26-10-16,-1 6-5 15,-15 17-10-15,1 15-16 0,-11 21 18 16,17 17-11-16,-13 19-22 16,15 0 20-16,-3 32-4 15,-9 48 35-15,-9 32 0 16,-16 24-1-16,10-12-79 16,-20-11-141-16,14-24-454 15</inkml:trace>
  <inkml:trace contextRef="#ctx0" brushRef="#br0" timeOffset="-130430.15">26641 12504 785 0,'0'0'122'0,"0"0"-75"0,0 0 9 0,0 0-18 0,0 225-30 0,0-140 3 0,0 2-9 0,-19 1-1 16,-8 1 0-16,14-5 7 15,1-16-16-15,2-4 8 16,4-12-6-16,-6-8-9 0,12-11-11 16,0-22-30-16,0-11-110 15,0 0-141-15</inkml:trace>
  <inkml:trace contextRef="#ctx0" brushRef="#br0" timeOffset="-130229.33">26288 12897 726 0,'0'0'151'0,"0"0"-114"16,0 0 101-16,0 0-62 0,0 0-17 15,0 0-46-15,387 44-6 16,-294-27-7-16,9-6-26 16,-15-11-13-16,-15 0-65 15,-10 0-173-15</inkml:trace>
  <inkml:trace contextRef="#ctx0" brushRef="#br0" timeOffset="-129805.98">28306 13282 861 0,'0'0'7'16,"0"0"5"-16,0-244 52 15,0 136-43-15,0-5 24 16,0 0-33-16,0 18-5 15,0 15 12-15,0 31-22 16,0 29 9-16,-28 8 9 0,16 12 11 16,-7 0-22-16,-9 0 13 15,0 0-3 1,-12 32-7-16,15 9 1 0,-3-10-16 16,10 5-8-16,12-7-35 15,-4 11-79-15,10-4-103 16,0-12-259-16</inkml:trace>
  <inkml:trace contextRef="#ctx0" brushRef="#br0" timeOffset="-129379.9">29075 12136 342 0,'0'0'394'0,"0"0"-276"0,0 0 5 0,0 0 6 0,366 208-76 0,-304-120-12 0,-16 24-27 15,-11 45 4-15,-29 0-18 16,-6 10-44-16,0-14 41 15,-13-37-20-15,-21-12 9 16,6-43-47-16,22-30-37 16,0-31-166-16</inkml:trace>
  <inkml:trace contextRef="#ctx0" brushRef="#br0" timeOffset="-128664.29">30011 11546 490 0,'0'0'130'0,"0"0"15"0,0 0 4 0,0 0-77 0,0 0-12 15,0 0-17-15,0 0-10 16,193 44-21-16,-159-12-10 16,0 0 8-16,6 4-20 15,1-4 10-15,11 0-1 16,-5-7-17-16,5-10-2 16,-5 1 9-16,-19-3 11 15,0 2 5-15,-10-2 4 16,-11 10 21-16,-1 6-26 15,-6 7-1-15,0 12 5 16,0 0-16-16,0 4 16 0,-25-8-1 16,10-11-6-16,2-14-1 15,-5-7-15-15,-10-4 14 16,0-3 1-16,-13 15 6 16,4-1-4-16,-12 14-2 15,-10-2-45-15,0 10-17 16,-3-10-46-16,21-14-76 15,17-5-234-15</inkml:trace>
  <inkml:trace contextRef="#ctx0" brushRef="#br0" timeOffset="-127799.37">22278 15376 878 0,'0'0'97'0,"0"0"-79"0,0 0 68 0,0 0-32 15,0 0-12 1,0 0-21-16,307-29-21 0,-226 22 0 16,-16 7-49-16,3 0 13 15,-37 0-106-15,-31-4-180 16</inkml:trace>
  <inkml:trace contextRef="#ctx0" brushRef="#br0" timeOffset="-127649.02">22390 14998 1 0,'0'0'1108'15,"0"0"-1104"-15,0 0-4 0,0 0 29 16,0 0 5-16,0 0-28 15,416-15-12-15,-296-1-63 16,-20-12-237-16</inkml:trace>
  <inkml:trace contextRef="#ctx0" brushRef="#br0" timeOffset="-127050.24">24396 14751 743 0,'0'0'114'0,"0"0"-82"16,0 0 24-16,0 0-32 0,0 0 1 15,0 0-13 1,75 7 15-16,-51 9-27 0,4 12-10 16,-22 8-7-16,-6 21-6 15,0 15 7-15,0 12 16 16,-34 9 5-16,-37 7 4 16,9-8 12-16,3-12-11 15,13-20 10-15,12-7-9 16,27-25-8-16,7-5-3 15,0-15-39-15,65-3 38 16,28-5 1-16,22 0 60 16,6 0-32-16,6-17 2 0,-21 6-18 15,-20 3 11 1,-24 8-23-16,-21 0 3 0,-1 0-10 16,-15 31 14-16,-3 1-23 15,-16-7-2-15,-6-2-82 16,0-7-154-16</inkml:trace>
  <inkml:trace contextRef="#ctx0" brushRef="#br0" timeOffset="-126250.86">25547 14052 19 0,'0'0'671'0,"0"0"-638"0,0 0 42 0,0 0 54 0,0 0-62 0,0 0-26 15,0-8-18 1,0 8-10-16,0 0 3 0,0 0-16 15,12 0 6 1,7 0 8-16,2 0-9 0,-8 0-5 16,8 29 5-16,-21 7 0 15,0 12-9-15,0 4 14 16,0-4 0-16,0-8-4 16,0-8 0-16,0-8-6 15,0 0-5-15,7 0-12 16,33-8 7-16,6 8 8 15,1 1 4-15,12-2-2 16,-13 2 14-16,-18-1-22 16,0-1 19-16,-28 13-21 0,0-3 10 15,0-1 0-15,-34 4 8 16,-47 0 5-16,7-4-6 16,-13-4 0-16,7-7 7 15,21-10-9-15,24-3-5 16,17-4 0-16,12-4-15 15,6 13-6-15,0 6-49 16,0 9-37-16,0 0-77 16,0 0-241-16</inkml:trace>
  <inkml:trace contextRef="#ctx0" brushRef="#br0" timeOffset="-125598.93">26750 15524 930 0,'0'0'46'0,"0"0"-18"0,0 0 105 0,0 0-73 0,0 0-27 16,434-8-27-16,-335-4-12 16,-6-4-34-16,-31-9-25 0,-16 6-128 15,-39-1-256 1</inkml:trace>
  <inkml:trace contextRef="#ctx0" brushRef="#br0" timeOffset="-125417.44">26883 15175 1133 0,'0'0'11'16,"0"0"-10"-16,0 0 61 15,0 0-38-15,422-16-24 0,-305 1-57 16,-30-10-109-1,-31 17-532-15</inkml:trace>
  <inkml:trace contextRef="#ctx0" brushRef="#br0" timeOffset="-124516.57">28501 15573 609 0,'0'0'241'0,"0"0"-239"0,0 0 72 0,0 0-70 0,0 0 1 16,0 0-2-16,146-213 31 15,-31 133-25-15,-3-9 30 16,-4-11-36-16,-21-1 5 15,-28 9-8-15,-31 4-4 16,-28 16-15-16,0 11 3 16,0 17 13-16,-47 21 6 15,-9 10 31-15,10 13-1 16,6 0 27-16,-7 0-45 16,16 29-15-16,-3 19-2 15,18 12-2-15,10 8-4 16,6 4-30-16,0 8 12 15,28-3-32-15,25-1 42 0,0-8-29 16,-13 1 3-16,-6-10-14 16,-6 1 39-16,-22-3 17 15,-6-1 3-15,0-8 85 16,-22 1-23-16,-49-10 25 16,-31-6-66-16,-10-10-3 15,-21-23-16-15,12 0-10 16,19 0-44-16,36-3-33 15,39-22-44-15,27 2-9 16,0 2-391-16</inkml:trace>
  <inkml:trace contextRef="#ctx0" brushRef="#br0" timeOffset="-124034.77">29249 16046 403 0,'0'0'414'0,"0"0"-408"0,0 0 43 0,0 0 30 0,0 0-44 16,381-137 32-16,-269 101-32 16,-10 24-22-16,-28 7-3 15,-21 5-10-15,-19 0 9 16,-28 41 25-16,-6 15 4 15,0 4-4-15,0 1 1 16,0-5-31-16,7-16-4 16,27-8-4-16,19-21 1 0,27-11-32 15,19 0 12-15,22 0 12 16,0 0 7-16,-22 0-1 16,-6 0-12-16,-12 0 8 15,-13 41-29-15,-9 7-35 16,-12-12-75-16,-13-20-115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2:24:20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7550 2627 281 0,'0'0'59'0,"0"0"-14"0,0 0 39 0,0 0-54 15,0 0-21-15,0 0-9 0,0 0-9 16,0 0 8-16,0 0 2 16,0 0 52-16,0 0 36 15,0 0-4-15,0 0-27 16,0 0 4-16,0 0-27 16,0 0-18-16,0 0-11 15,0 0-1-15,0 0 1 16,0 0-2-16,0 0 4 15,-6 0-7-15,6 0 15 16,0 0-1-16,0 0-2 0,0 0-11 16,0 0 1-16,0 3-6 15,0-3-1-15,0 12 1 16,0-8 1-16,0 0-7 16,0 4 3-16,0-8 5 15,0 5-12-15,15-5-3 16,4 3 13-16,3 5 6 15,-10-3-7-15,7-5 13 16,9 12-9-16,-10-4 5 16,16 0-7-16,-6 4 2 15,6-9 0-15,-9 2 0 16,-3-2-11-16,3 2 11 16,9-2 0-16,6-3 3 15,-6 8 3-15,0-8 3 0,-3 9-5 16,-3-9-6-16,19 4 2 15,5-4 0-15,-5 0-1 16,3 0 2-16,-4 0 12 16,-15 0-7-16,9 0-9 15,7 0 6-15,-1 0 1 16,4-4-2-16,-19 4-2 16,16 0 4-16,-20 0-1 15,1 0-3-15,-9 0 7 16,-7 0-4-16,-2 0 1 15,8 0-8-15,10-4 7 0,-3-4-7 16,15-5 7-16,7 2-3 16,9 2 0-16,-16-2 2 15,-3 6-2-15,-9 2 6 16,6-6-3-16,0 9-2 16,-3 0-2-16,-3 0 1 15,25 0 0-15,-13 0-2 16,22 0 4-16,-3 0 7 15,0 0-7-15,3 0-4 16,-9 0 7-16,-1 0-1 16,-17 0-3-16,5 0 1 15,6 0 2-15,1 0 3 16,15 0 11-16,-16 0-17 16,20 0 10-16,-11 0-9 15,-2 0 2-15,0 0-2 0,-13 0 1 16,19-3-2-16,-19-2 1 15,1-3-2-15,-1 5 2 16,0 3-13-16,-6 0 25 16,13 0-24-16,-7 0 24 15,1 0-25-15,11 0 15 16,-11 0-8-16,17 0-6 16,-2 0 8-16,-9 11 1 15,18-3-3-15,-3 9-2 16,3-14 12-16,-9 5-4 0,-3-3 4 15,-1-5-6-15,-11 0 1 16,-1 0 1-16,6 4-4 16,1-4 7-16,6 8-5 15,2-5 6-15,4 2-11 16,16-5 7-16,-10 0-4 16,9 0 1-16,1 0 1 15,-16 0 0-15,9 0 0 16,-15 3-3-16,-1-3 3 15,1 0-1-15,3 0 12 16,-4 0-18-16,-11 0 14 16,-1 0-9-16,0 0 2 15,1 0 0-15,-10 0 5 0,9 0-4 16,0 0 10-16,22 0-5 16,-3 0-10-16,9 0 16 15,-2 0-24-15,2-3 16 16,3-5-4-16,-3 0 0 15,-15-1 2-15,-6 6-2 16,-13-2 2-16,6 5 4 16,0 0-4-16,1 0 1 15,17 0 4-15,5 0-9 16,17 0 5-16,-15 0-6 16,-3 0 3-16,-9-3 0 15,0-2-8-15,-13 5 18 16,6 0-14-16,-11 0 12 15,5 0-12-15,6 0 8 0,1-12-3 16,6 9-1-16,-1 3 0 16,29-16-3-16,-13-1 3 15,7 1-12-15,-16 0 21 16,-13 16-19-16,-6 0 12 16,-6 0-4-16,1 0-3 15,2 0 5-15,3 0 2 16,0 0 2-16,7 0-4 15,2 0 9-15,-2 0-14 16,0 0 16-16,-1 0-22 16,1 16 3-16,-1-11 8 15,1 6 1-15,-1-11 8 16,-6 0 7-16,-12 0-16 16,-15 0 6-16,5 0-5 15,-2 0 13-15,2 0-10 0,-2 0 5 16,9 0-7-16,3 0-4 15,12 0-20-15,-15-36-75 16,-10 8-232-16</inkml:trace>
  <inkml:trace contextRef="#ctx0" brushRef="#br0" timeOffset="124474.94">29608 14073 542 0</inkml:trace>
  <inkml:trace contextRef="#ctx0" brushRef="#br0" timeOffset="128869.94">20812 15039 372 0,'0'0'4'0,"0"0"0"0,0 0 7 0,0 0-11 16,0 0 6-16,0 0 23 15,-13-8 24-15,13 8-21 16,0 0 60-16,0 0 26 16,0 0-34-16,0 0-50 15,0 0-17-15,0 0-17 16,0 0 0-16,0 0-31 16,0 0 12-16,0 0 6 0,0 0 13 15,0 0-4 1,0-5-7-16,0 5-7 0,0-3-65 15,0 3-23-15,-12 0-143 16</inkml:trace>
  <inkml:trace contextRef="#ctx0" brushRef="#br0" timeOffset="170057.8">24998 6532 403 0</inkml:trace>
  <inkml:trace contextRef="#ctx0" brushRef="#br0" timeOffset="-121361.87">8620 8430 328 0,'0'0'104'0,"0"0"-33"0,0 0 18 0,0 0-54 16,0 0-19-16,0 0-5 15,0 0-8-15,15 0 6 16,-15-5 16-16,0 5 30 15,0 0-11-15,7 0-7 16,-7-3-29-16,6 3 14 16,0-8-7-16,-6 3-3 15,6 2 14-15,0-2-19 16,-6 5 23-16,0 0-18 16,0 0 15-16,0 0-22 0,0 0-3 15,0 0-1-15,0 0 0 16,0 0 9-16,0 5 2 15,0 11 23-15,0-5-25 16,0 9 4-16,0 5-11 16,0 3 13-16,0 8 0 15,0-4-11-15,0 0 1 16,0-3-2-16,0-1-4 16,0-9 7-16,-6 6-14 15,0-2 22-15,-6 1-25 16,12-4 14-16,-7 1-6 15,1-6 3-15,6-2-1 0,-9 2 0 16,9-2 4-16,0 3-12 16,0-1 16-16,0 2-16 15,0 2 19-15,0-2-17 16,0-1 11-16,0-4-5 16,0 0 0-16,0 0 1 15,0-4-2-15,0 0 9 16,9-4-16-16,4 0 17 15,5 0-14-15,-2 0 10 16,2 5 1-16,4-6-3 16,-3 9-1-16,-7-4 4 15,16 0-1-15,-16 0 4 16,10-4-3-16,-3 4-3 16,-4-4 4-16,4 0-8 0,-1-4 2 15,4 5-1-15,-3-2 2 16,9-3 2-16,-1 5-8 15,4-5 15-15,10 3-17 16,-1-3 20 0,7 0-18-16,-1 0 8 0,-12 0-8 15,19 0 4-15,-13 0 0 16,16 0-2-16,3-3 4 16,-6-5 0-16,-7-5 5 15,10 9-7-15,-16-4 5 16,7 5-9-16,6-2 4 0,-7 5 0 15,1 0 0 1,5 0 4-16,-11 0-8 0,14 0 20 16,-17 0-22-16,2 0 14 15,-6 0-16-15,0 0 11 16,6 0-3-16,1 0 0 16,5 0 0-16,-5 0-3 15,5 0 6-15,-6 0-6 16,7 0 10-16,-7 0-9 15,13 0 4-15,0 5 0 16,2-5-2-16,-2 3 0 16,0-3-2-16,0 0 5 15,9 4-8-15,-16-4 16 16,7 0-21-16,-7 4 24 16,1-4-24-16,-1 4 12 0,1 0-4 15,2 0 4-15,-11-4 1 16,2 5-3-16,16-2 5 15,-16 2-17-15,13-2 25 16,-7-3-25-16,1 0 22 16,6 5-14-16,-7-5 4 15,10 0 0-15,-16 0-6 16,13 3 12-16,0 1-12 16,-13 0 12-16,13 5-14 15,9-6 23-15,-16 2-29 16,7-2 17-16,15-3-3 15,-9 0 0-15,-6 8 2 0,9 1-4 16,-10-1-7-16,-5 3 7 16,12-6 4-16,-19 3-6 15,13-8 13-15,-4 4-10 16,4-4 1-16,0 0 0 16,-7 0-2-16,7 0 2 15,-6 0-2-15,2 0 13 16,-8 3-19-16,11-3 18 15,-5 0-20-15,12 0 13 16,-7 0-3-16,10 0 0 16,-9 0-1-16,-13 0-7 15,13-3 16-15,-13 3-14 16,-12-4 14-16,25 4-6 0,-6 0 6 16,5 0-8-1,10 0 2-15,-3 0-2 0,9 0 0 16,-2 0 2-16,2 0-8 15,6 0 13-15,-3 0-19 16,-2 0 26-16,5 0-27 16,-3 0 24-16,4 0-12 15,-1 0 2-15,7 0 2 16,-1 0 0-16,-2 0 4 16,-10 0-5-16,-3 0 1 15,-9 0-6-15,-9 0 10 16,-1 0-17-16,1 0 14 0,-7 0-4 15,-6 0 0-15,6 0 2 16,1 0-9-16,5 0 15 16,7 0-16-16,0 0 16 15,9 0-13-15,-10 0 5 16,7 0 0-16,3 0-1 16,-9 0 4-16,0 0-6 15,9 0 13-15,-10 0-25 16,7 0 33-16,10 0-23 15,-11 0 6-15,11 4-1 16,-10-4 3-16,-13 3 4 16,16-3-7-16,-9 0 6 15,0 0-14-15,5 0 17 16,-8 0-11-16,-19 0 11 16,9-3-13-16,-12-6 8 15,0 1-7-15,-9 5 3 0,9-5 0 16,-10 0 1-16,10-4 5 15,3-1-11-15,3 1 15 16,-6 1-12-16,6 3 9 16,-9-5-14-16,3 5 7 15,0 0 0-15,-3-7-1 16,-13 6 3-16,22-7-8 16,-6-4 5-16,-3 1-2 15,-3-2 6-15,-10 1-4 0,16 0 1 16,-9 4-1-16,-4 0 1 15,4-9-1-15,2 2-2 16,-8-5 6-16,-7 4-15 16,6-4 20-16,-12 3-16 15,0 5 16-15,0-4-12 16,0 0 6-16,0 0-2 16,0-4 0-16,0 4 4 15,0-4-10-15,0 4 14 16,0-1-18-16,0 2 20 15,0 2-20-15,-12 6 10 16,6 2-2-16,-16 2 1 16,-3 2 1-16,19 1 1 15,-16-3 3-15,16-2-4 16,-12 1 14-16,2 1-26 0,-2-2 15 16,-17 6-6-1,23-1-4-15,-10 3 7 0,4-3-6 16,-4 4 12-16,3-4 0 15,-9 5 0-15,10-2-2 16,-10 2 3-16,-6-2 4 16,-6 2-10-16,-7-6 11 15,1 5-5-15,-1 0 1 16,7-4 5-16,-1 0-10 16,1 5 3-16,9-6 6 15,-9 5-19-15,6-4 20 16,-7 4-10-16,13 1-2 0,-3-2 3 15,-3 1 6 1,0-4-10-16,-6 4 10 0,-7-4-1 16,1-1-18-16,6 6 22 15,-13 3-26-15,13 0 13 16,-1 0-1-16,-11 0-2 16,11 0 6-16,-5 0-10 15,5 0 21-15,7 0-20 16,0 0 20-16,-6 0-21 15,12 0 18-15,-9 0-13 16,3 0 4-16,-7 0-2 16,-5 0 0-16,-10 0 4 15,3 0-15-15,1 0 19 16,5 0-16-16,1 0 16 0,-1 0-11 16,7-4 8-1,-7 0-8-15,1 0 3 16,5 0 0-16,-5 0-6 0,6-1 15 15,-1-3-12-15,-5 5 18 16,6-1-30-16,-7 4 26 16,-9-4-15-16,10 0 4 15,-13 4 0-15,6-4-1 16,-9 4-6-16,3 0-1 16,-3 0 8-16,3 0-8 15,0 0 15-15,3 0-14 0,4 0 4 16,-1 8 3-1,0 0 0-15,-2-5 0 16,8 2-10-16,-6-5 20 0,-15 3-20 16,15 6 22-16,1-1-24 15,-17 3 15-15,4-2-7 16,13-1 4-16,5-4-5 16,-2 0 4-16,2 0-2 15,-6-4-5-15,13 0 16 16,-7 0-21-16,13 0 19 15,-6 0-16-15,-6 0 9 16,-13 0-1-16,-16 0 1 16,10 0-4-16,-3 0-6 15,9 0 22-15,3 4-17 16,-3-4 20-16,13 0-28 0,-1 0 18 16,-15 0-6-1,16 0 2-15,-13 0 0 0,-9 0-2 16,9 0 5-16,-16 0-18 15,23 0 30-15,-1 0-26 16,-9 0 20-16,3 0-14 16,6 0 5-16,7 0 0 15,-1 0-1-15,-9 0 2 16,4 0-10-16,5 0 19 16,1 0-11-16,5 0 9 15,7 0-15-15,-6 0 7 16,-7 0 0-16,-5 0 0 0,-10 0-4 15,9 0 0 1,0 0 8-16,-6 0-9 0,4 0 10 16,2 0-8-16,12 0 12 15,-5 0-18-15,6 0 9 16,-7 0-1-16,-6 0 1 16,1 0 0-16,2 0-11 15,4 0 23-15,-1 0-22 16,1 0 20-16,21 0-14 15,-9 0 5-15,0 0-2 16,6 0 1-16,3 0 0 16,-9 0-8-16,0 0 11 15,-7 0-9-15,1 0 12 16,-6 0-12-16,-7 0 9 0,6 0-5 16,7 0 2-16,6 0 0 15,9 0-2 1,3 0 4-16,4 0-5 0,-23 0 12 15,14 0-18-15,-1 0 28 16,-10 0-29-16,4 0 14 16,-6 0-8-16,-6 0 0 15,18 0 4-15,-7 0-6 16,17 0 15-16,-10 0-17 16,9 0 16-16,-2 0-12 15,-4 0 9-15,-3 0-10 16,0 0 9-16,9 0-8 15,-8 0 4-15,8 0 0 16,-3 0-2-16,4 0 11 0,-4 0-20 16,-3 0 23-16,13 0-22 15,-10 0 17-15,-6 0-8 16,-3 0 1-16,-3 0 0 16,0 0-5-16,9 0 17 15,3 0-18-15,10 0 18 16,-10 0-15-16,4 0 10 15,2 0-10-15,4 0 5 16,6 0-2-16,-1 0 0 16,-5 0 4-16,-4 0-12 15,10 0 19-15,-6 0-13 16,12 0 13-16,-6 0-16 0,-4 0 9 16,10 0-8-16,0 0 2 15,0 0-30-15,0 0-29 16,0-4-98-16,0-12-576 15</inkml:trace>
  <inkml:trace contextRef="#ctx0" brushRef="#br0" timeOffset="-97965.08">19544 5599 379 0,'0'0'135'0,"0"0"-114"0,0 0 72 0,0 0-16 15,0 0-31-15,0 0-20 16,0 0 0-16,0 0-19 15,-13 28 7-15,4-20 24 16,9-1 18-16,-6 17-12 0,-7 4-1 16,13 8 21-16,0 0-38 15,0-3-2-15,0-5-23 16,0-9 6-16,19 14-6 16,9-13-1-16,6-1 2 15,-9-6 0-15,15-13 1 16,-6 0-1-16,19 0-4 15,-7 0 5-15,10-32 5 16,3-32 8-16,0-25 8 16,-3-7-15-16,-10-12-7 15,-21 8-4-15,-3 8-31 16,-16 15 24-16,-6 25-16 16,0 20 25-16,0 16-10 0,0 16 9 15,-53 0 2 1,13 0 29-16,-7 33 2 0,1 22-25 15,18 1-3-15,16 8 2 16,-4-7-5-16,16-17-1 16,0-8-8-16,0-12-19 15,40-4 11-15,-5-1-1 16,-1-2 17-16,-16 7 6 16,10 0 1-16,-6 12 29 15,-16 8-22-15,0-8 23 16,-6 8-30-16,0-16-7 15,25 1-17-15,3-17-42 16,12-8-51-16,7 0-164 16,-7-44 46-16</inkml:trace>
  <inkml:trace contextRef="#ctx0" brushRef="#br0" timeOffset="-97215.95">20365 4736 497 0,'0'0'417'0,"0"0"-397"0,0 0 64 15,0 0-28-15,0 0-50 16,0 0-5-16,115-33-1 16,-75 25 0-16,-9 8-11 15,-3 0 11-15,-15 0-15 16,-7 0 4-16,-6 8 11 16,0 13 0-16,0 7 4 0,0-12 35 15,0 0-20 1,0-12-16-16,0-4-3 0,0 0-8 15,9 0-31-15,22 0-16 16,9 0 52-16,1 0-18 16,-20 0 13-16,-2 0-11 15,-13 8 0-15,-6 24 19 16,0 4 40-16,-25 8 22 16,-30 5-21-16,2 2 16 15,0-7-32-15,7-8 8 16,12-11-33-16,15-17-4 15,3-8-28-15,16 0-82 16,0 0 43-16,0 0-601 16</inkml:trace>
  <inkml:trace contextRef="#ctx0" brushRef="#br0" timeOffset="-96599.23">20781 5538 527 0,'0'0'173'0,"0"0"-80"0,0 0 48 0,0 0-31 16,0 0-69-16,0 0-22 16,-16-4 0-16,50-8 12 15,19-8 32-15,3-1-22 16,9-2 6-16,-3 3-43 16,-3-1 2-16,-6 6-6 0,9 2-34 15,-10 5-12 1,7 5-27-16,-3 3-88 0,-25 0-155 15,16 0-223-15</inkml:trace>
  <inkml:trace contextRef="#ctx0" brushRef="#br0" timeOffset="-95912.85">21823 4816 642 0,'0'0'51'0,"0"0"24"0,0 0 35 15,0 0-56-15,27 265-33 0,-27-197 18 16,0 4-18-16,0 5 15 15,0 3 24-15,0-8-15 16,0-4-31-16,-9-8 13 16,-3-11-16-16,-1-13 10 15,-2-17-6-15,15-10-15 16,0-9 0-16,0 0-1 16,0 0-3-16,0 0 0 15,0-17 4-15,28-11 5 16,0 0 14-16,24-4-18 0,-11 7 3 15,-1 6-2 1,7 2 0-16,-13 6-2 0,-10 11 0 16,-2 0 0-16,3 0-15 15,-3 0 10-15,-16 20 0 16,0 20 5-16,-6 8 18 16,0 9 9-16,0-1 4 15,-6 0-27-15,-34-4 10 16,-19-16-4-16,12 3-11 15,1-18 3-15,12-6-4 16,12-15-10-16,3 0-9 16,4 0-9-16,2 0-41 15,-5 0-37-15,2-11-217 16,4-9-367-16</inkml:trace>
  <inkml:trace contextRef="#ctx0" brushRef="#br0" timeOffset="-95083.96">22492 4739 220 0,'0'0'564'0,"0"0"-522"0,0 0 76 16,0 0-59-16,0 0-48 16,0 0-5-16,25-59 1 0,3 43-6 15,6 8-2-15,-15 8 1 16,-7 0 0-16,-6 0 0 16,-6 0 3-16,0 28 0 15,0 4 23-15,0 4 44 16,0 4-59-16,0-4 3 15,0-8-8-15,0-7-12 16,0-6-4-16,0 1-52 16,34-8 25-16,-12 12 27 15,3-4 7-15,-10-3 6 16,-2 10 8-16,-13-3-8 16,0 9 51-16,0 11-23 15,-6 0-13-15,-47 0 4 0,-15 12-16 16,-19-8-2-16,6-4 7 15,7-16-22-15,21-4 11 16,41-20-30-16,6 0-119 16,6-8-301-16</inkml:trace>
  <inkml:trace contextRef="#ctx0" brushRef="#br0" timeOffset="-94362.73">19308 6493 238 0,'0'0'361'0,"0"0"-267"0,0 0-4 0,0 0 24 15,0 0-76-15,0 0-9 16,136-105 35-16,4 77 38 16,40 0-46-16,27 0-14 15,26 4 16-15,15 4-40 16,-15 4 9-16,15 8-23 16,6 3-5-16,-12 2 1 15,-22 3-45-15,-19 0 12 16,-36 3-33-16,-29 26-28 0,-9-5-70 15,-49 0-121-15</inkml:trace>
  <inkml:trace contextRef="#ctx0" brushRef="#br0" timeOffset="-93620">19475 7768 532 0,'0'0'149'0,"0"0"-108"0,0 0 30 15,0 0-13-15,0 0-32 16,0 0 76-16,115 7-69 16,-40-7 36-16,11-7-32 15,7-37 12-15,-12-5-18 16,6-6-2-16,-28-9-10 15,-19 3-6-15,-6 5 0 16,-28 4-9-16,-6 8-8 0,0 16 8 16,-6 3-10-16,-47 25-10 15,-15 0-4-15,-6 0 3 16,-7 56 8-16,10 1 9 16,9 3 2-16,22-3 2 15,21-10 7-15,19-6-22 16,0-13 17-16,6-13-17 15,47-15-10-15,27 0-9 16,13 0 25-16,-6 0 10 16,-6 0-3-16,-19 8 3 15,-16 33 5-15,-11 11-2 16,-17 4 9-16,-12 0-12 16,16-4-10-16,-3-16 5 15,-7-16-36-15,38-16-41 16,-13-4-75-16,3-4-169 0</inkml:trace>
  <inkml:trace contextRef="#ctx0" brushRef="#br0" timeOffset="-93220.18">20613 7547 783 0,'0'0'146'0,"0"0"-136"0,0 0 54 0,0 0 59 0,0 0-89 15,0 0-12-15,422 0-22 0,-329 0-15 16,-12-4-55-16,-10 0-26 15,-25 4-103-15,-18 0-207 16</inkml:trace>
  <inkml:trace contextRef="#ctx0" brushRef="#br0" timeOffset="-92620.72">21556 6902 436 0,'0'0'364'0,"0"0"-358"16,0 0 30-16,0 0 39 15,0 0-31-15,0 0-40 16,81 176 23-16,-50-112-17 16,3 1 4-16,-13 18 10 0,-2-2 19 15,-13 2-1 1,0-2-20-16,-6-13 5 0,0-12-9 15,10-4 13-15,-10-16-28 16,0-8 6-16,6-15-8 16,0-13-1-16,0 0-1 15,7 0-30-15,15 0 8 16,6-20 23-16,18-12 16 16,23-4-13-16,-4 3 3 15,16 5 5-15,-6 9-22 16,-13 14 0-16,-9 5 11 15,-19 0 0-15,-18 0-3 0,-4 5-5 16,-18 19 16 0,0 7-5-16,0 14 2 0,-6 10 30 15,-62 10-28-15,-10-1 6 16,-2-11-7-16,-1-9-4 16,7-21 2-16,-1-15-4 15,10-8-1-15,-3 0-71 16,3 0-103-16,-3-19-346 15</inkml:trace>
  <inkml:trace contextRef="#ctx0" brushRef="#br0" timeOffset="-88273.49">22852 6493 328 0,'0'0'133'0,"0"0"-7"0,0 0-2 0,0 0-21 0,0 0-57 0,0 0 4 15,0 0-3-15,-12 0-18 16,12 0 26-16,0 0-23 16,0 0 33-16,0 0-51 15,0 0 22-15,0 0-35 16,0 0 14-16,0 0-5 16,0 0-8-16,0 0-1 0,0 0 10 15,0 8-11 1,18-5 3-16,16-3-5 0,-15 0 7 15,21 0-5 1,-18 0 1-16,-3 0-1 0,2 0-12 16,-2 0-30-16,-7 0 6 15,-12 0-68-15,22 0-17 16,-10 9-78-16,-5-9-32 16,-7 0-223-16</inkml:trace>
  <inkml:trace contextRef="#ctx0" brushRef="#br0" timeOffset="-87709.23">22784 6300 180 0,'0'0'10'0,"0"0"-1"0,0 0 43 0,0 0-28 15,0 0 23-15,0 0 108 16,0-25-54-16,0 25 20 0,0 0-4 16,0 0 13-1,0 0-44-15,0 0-18 16,15 0-24-16,-8 0-27 0,5 0 9 16,10 0-23-1,9 0 27-15,9 0-25 0,6-3 15 16,4-1-20-16,-13 0 1 15,19-4-1-15,-9-1-21 16,-7 1-8-16,-28 0-91 16,-12 1-148-16</inkml:trace>
  <inkml:trace contextRef="#ctx0" brushRef="#br0" timeOffset="-78516.49">24195 6167 405 0,'0'0'213'0,"0"0"-206"0,0 0 43 0,0 0-42 16,0 0 2-16,0 0 2 16,0 0 34-16,-87-20-9 15,87 20 25-15,-6-3 53 16,6 3-49-16,-7-5 7 16,-5 2-39-16,-10-10 3 0,10 1-30 15,-10-7 1-15,10-9-6 16,-7-1 0-16,-15-3 9 15,6-8-3-15,-12-12 1 16,6 0 2-16,9 0-21 16,3-4 11-16,22-1-2 15,0 5-2-15,0 1-4 16,0-6 4-16,41 4-51 16,21-3-25-16,-4 9-63 15,-5 19-176-15</inkml:trace>
  <inkml:trace contextRef="#ctx0" brushRef="#br0" timeOffset="-77709.54">24374 5923 320 0,'0'0'182'0,"0"0"-146"0,0 0 19 0,0 0-6 0,0 0-22 15,0 0-11 1,10 16 30-16,15-16-5 0,-10 0 22 16,10 0 7-16,-13 0-10 15,16-28-45-15,0-8 23 16,-3-12-30-16,-3-8 14 16,-10 0 2-16,-6 4-17 15,-6 16 13-15,0 3-15 16,0 13 6-16,0 7-6 15,0 6-10-15,-18 3-15 16,-4 4 8-16,-3 0 12 16,3 0-14-16,4 11-11 15,-4 19-16-15,3 1 25 16,7 5-26-16,3-8 29 16,9 1 3-16,0-6 10 15,0-3 0-15,0-4 6 16,0-8 15-16,0 9-12 0,9-6 13 15,28 2-11-15,-3-1 15 16,0-1-20-16,7 10 17 16,-7-1-10-16,-3 4 16 15,9 8-18-15,-12 0 9 16,-15-12-9-16,14 0-6 16,1-7 1-16,-9-13-6 15,15 0-6-15,-15 0-28 16,21 0 26-16,-18 0-1 15,2 0-48-15,-8-13-64 16,-16-7-142-16</inkml:trace>
  <inkml:trace contextRef="#ctx0" brushRef="#br0" timeOffset="-77249.35">24991 5743 335 0,'0'0'364'0,"0"0"-252"0,0 0 41 0,0 0-67 15,0 0-41 1,0 0-4-16,53 0-8 0,-12 0 9 16,5 0-38-1,1 0 11-15,-7 0-9 0,13 0-10 16,-13 0 4-16,0-5-24 16,7-3-21-16,-1-4-68 15,-18 4-51-15,6-3-135 16</inkml:trace>
  <inkml:trace contextRef="#ctx0" brushRef="#br0" timeOffset="-76451.86">25531 5198 246 0,'0'0'147'0,"0"0"-131"0,0 0 98 0,0 0-33 16,0 0-36-16,0 0 26 15,74 11-29-15,-52 1 11 16,-9 9 9-16,5 2 20 15,4 10-43-15,-4 6-9 16,-2 13-13-16,3 1 37 16,-7 3-20-16,-12 0-33 15,22-8 9-15,-16-4 2 16,6 1-7-16,10-9-3 0,-10-5 6 16,1 2-8-1,-4-9 9-15,-9 4 0 16,6-12-8-16,-6 0-1 0,0-12 13 15,0 4-18-15,6-8 9 16,-6 0-8-16,0 0-5 16,13 0 9-16,-7 0 7 15,0-20 2-15,10-1-9 16,-4 6 7-16,10-1-12 16,-10 3 18-16,1 6-17 15,8 3 8-15,-8-5-8 16,15 9 2-16,-16 0 2 0,22 0-1 15,-15 0 3 1,3 0-6-16,-4 0-3 0,-5 9 7 16,8 15 2-16,-15-4 3 15,-6-9-2-15,0 10-2 16,0-1 3-16,0 4 1 16,-27-4 5-16,-45 12-5 15,-8-8 1-15,5-4 5 16,16-7-18-16,-3 2 7 15,3-3-15-15,13-3-40 16,-1-1-119-16,13-5-115 16,6-3-206-16</inkml:trace>
  <inkml:trace contextRef="#ctx0" brushRef="#br0" timeOffset="-75852.26">26328 5185 433 0,'0'0'111'0,"0"0"-38"0,0 0-8 16,0 0 34-16,0 0 4 16,0 0-27-16,74 16-25 15,-43 0-7-15,10 1-6 0,5 10-18 16,-6 5 15-16,-5 0-35 15,-1 4 18-15,-22 9-11 16,10 2 0-16,-22 6-4 16,0 2 2-16,0 2 3 15,0-1-7-15,0 0 10 16,-34-4-3-16,0-3-16 16,9-13 14-16,-3-4-13 15,6-8-21-15,4-4-4 16,5-12-38-16,-2-5-35 15,2-3-105-15,1 0-324 16</inkml:trace>
  <inkml:trace contextRef="#ctx0" brushRef="#br0" timeOffset="-75066.27">26877 5791 295 0,'0'0'232'0,"0"0"-187"0,0 0 35 0,0 0-51 0,0 0-26 15,0 0 44 1,0 0 6-16,0 0 5 0,0 0 23 15,0 0 21-15,0 0-46 16,0 0-31-16,0 0-18 16,0 0-5-16,0 0 12 15,0 0-13-15,0 0 11 16,0 0-5-16,0 0 20 16,-7 0-17-16,-2 0 13 15,-3 0-17-15,12 0 10 16,0 0-11-16,0 0 1 0,0 0-12 15,0 0-10 1,0 0-1-16,0 0-98 0,-6 0-165 16,-16 0-477-16</inkml:trace>
  <inkml:trace contextRef="#ctx0" brushRef="#br0" timeOffset="-74519.79">27305 6028 392 0,'0'0'63'0,"0"0"80"0,0 0-11 0,0 0-23 0,0 0-10 0,0 0 12 16,-168-182-46-16,146 138-8 15,16-15-26-15,6-10-20 16,0-11-5-16,0-12-1 16,41-1-5-16,5 1 7 15,7 17-14-15,-19 10-8 16,0 25-10-16,-22 7-62 16,4 22-49-16,-4 3-90 15,-12 8-302-15</inkml:trace>
  <inkml:trace contextRef="#ctx0" brushRef="#br0" timeOffset="-44296.76">27605 5546 215 0,'0'0'413'0,"0"0"-374"0,0 0 35 16,0 0-30-16,0 0-15 15,0 0-10-15,0 0 15 16,-28 0-22-16,28 0 27 15,-6 0 14-15,0 0-5 16,-16 0 1-16,16 4-19 16,-6 4 4-16,-4 0-23 15,4 0 6-15,-1 4-13 16,1 4-3-16,-3 9-1 0,8 2-2 16,7 5-1-1,0 0-7-15,0 1 9 0,0-10 2 16,0-6 3-16,22-1-2 15,15-8 7-15,-3 4-6 16,13-8 1-16,-7 0-2 16,0-4 0-16,1 0-2 15,-1 0 6-15,13-8 0 16,3-20 0-16,-10-8-2 16,1-9-4-16,-7 1 13 15,6-8-10-15,-11 0-3 16,-11 4-9-16,-2-4-15 15,-16 4-1-15,-6 7-27 16,0 10 18-16,0 10-18 16,-6 9 41-16,-34 12-6 15,-7 0 3-15,1 0 14 16,-10 20 5-16,3 21 3 0,13 3-8 16,0-5 15-16,15 6-13 15,3-5 14-15,16-12-14 16,6 0-4-1,0-3 2-15,0-6 0 0,0-2 2 16,0-6 4-16,0 1 8 16,18-4-12-16,4 5 29 15,3-5-22-15,3 7 25 16,0 6-22-16,3-1 10 16,3 4 3-16,0 4-10 0,-6-8-1 15,-3-4-11-15,-4 4 0 16,-2-8 5-16,-3 8-16 15,-4-8 7-15,7 8-9 16,2-9-15-16,-2 6-2 16,15-13-39-16,0-4-40 15,6 0-14-15,1 0 12 16,-10 0 6-16,-10-32-171 16</inkml:trace>
  <inkml:trace contextRef="#ctx0" brushRef="#br0" timeOffset="-43462.63">28381 4732 494 0,'0'0'155'0,"0"0"-37"0,0 0-27 0,0 0-24 0,0 0-31 16,0 0-14-16,12-8 22 15,-6 8-20-15,7 0 8 16,-4 0-18-16,-3 0-12 16,-6 0-2-16,0 12-7 0,0 24 6 15,0 3-2 1,0-6-3-16,0 3-3 0,-22 0 7 15,16-8 4 1,-6 5 10-16,12-14 4 0,0-2-2 16,0-1-14-16,0-8 3 15,0 0-12-15,6-4 16 16,34-4-11-16,1 0 8 16,11 0 7-16,1 0-8 15,-7 0-2-15,-5-4-1 16,-7 4-1-16,-6 0-1 15,-10 0-57-15,-2 0-12 16,-10 0-170-16,-6 0-398 0</inkml:trace>
  <inkml:trace contextRef="#ctx0" brushRef="#br0" timeOffset="-42480.64">28681 5522 565 0,'0'0'133'0,"0"0"-24"0,0 0 4 16,0 0-67-16,0 0 6 15,0 0-2-15,140 0 4 16,-81 0-23-16,3 0-3 15,-10 0 3-15,1 0-3 16,3 0 0-16,-19 0-17 16,4-4 11-16,5-4-14 15,-6 0-8-15,-6 0 6 16,-6 0-8-16,-9 8 2 16,-13-5-3-16,-6 5-3 0,0 0-14 15,0 0-4 1,0 0-28-16,0 0-39 15,-18 0-244-15</inkml:trace>
  <inkml:trace contextRef="#ctx0" brushRef="#br0" timeOffset="-31955.42">29884 5638 223 0,'0'0'116'0,"0"0"-97"0,0 0 72 0,0 0-1 16,0 0-73-16,0 0 0 0,0 0 3 16,0-8 25-16,0 8 23 15,0 0 11-15,0 0-7 16,0 0-19-16,0 0-22 15,0 0-21-15,0 0 16 16,0 0-24-16,0-3 10 16,0 3-12-16,0 0 8 15,0 0 5-15,0 0 6 16,0 0 22-16,0 0-16 16,0 0 10-16,0 0-31 0,0 0 16 15,0 0-15 1,0 0 4-16,0 0-9 0,0 0-6 15,-6 0 2-15,-16 0 2 16,4 0-6-16,-10 15 16 16,0 6-11-16,3-5 9 15,4 4-8-15,2-4 2 16,19-13-7-16,0 14 0 16,0-1-6-16,0-9 9 15,0 1 7-15,0 0-12 16,0-3 18-16,25-2-14 15,3-3 10-15,0 0-6 0,-4 0 2 16,17 0-1 0,-1-31 4-16,6-13-1 15,1-5-6-15,-7-7 9 0,-6 0-19 16,-6 4 0-16,-9 16-19 16,-4 12 11-16,-15 15-1 15,0 9 22-15,0 0 3 16,0 0-3-16,-40 0-1 15,-16 20-11-15,-3 13-15 16,0-1 14-16,4 8-27 16,14 1-2-16,17-2 8 15,2-6 22-15,16-2 7 16,6-7 5-16,0 1-1 16,0 3 2-16,0-4 25 0,0-4 6 15,0-4 11-15,12-4-30 16,4-9-7-16,-4 10-6 15,0-13-19-15,10 8-22 16,-3-8-66-16,2 0-144 16</inkml:trace>
  <inkml:trace contextRef="#ctx0" brushRef="#br0" timeOffset="-31255.87">30123 5502 155 0,'0'0'316'0,"0"0"-233"0,0 0 17 0,0 0-33 0,0 0-33 16,0 0-8-16,0 0 4 15,0 0 13-15,0 0 1 16,0 4 12-16,0 24-22 15,-18 4 21-15,-10 16-33 16,3 1 11-16,3 3-29 16,10 4 3-16,-1-12-7 15,13-13-10-15,0 2 9 16,0-5-5-16,0-12 5 16,19 4-24-16,9-9 13 15,-3-2-41-15,15-9-85 0,0 0-103 16</inkml:trace>
  <inkml:trace contextRef="#ctx0" brushRef="#br0" timeOffset="-29873.61">30591 4724 148 0,'0'0'197'16,"0"0"-111"-16,0 0 10 0,0 0-39 0,0 0-48 15,0 0 14-15,0-4-17 16,0 4 5-16,0 0-8 15,0 0 54-15,0 0 15 16,0 0-16-16,0 0-25 16,0 0-27-16,0 0-4 15,0 0 6-15,0 0-12 0,0 0-5 16,0 0 7-16,0 0 8 16,0 0-3-16,0 0 21 15,0 0 22-15,0 0-3 16,0 0-30-16,0 0 1 15,0 0-6-15,0 0-11 16,0 0 8-16,0 0-3 16,0 0 0-16,0 0 2 15,0 0-2-15,0 0 0 16,0 0-2-16,0 0 8 16,0 0-13-16,0 0 14 15,0 0-15-15,0 0 1 16,0 0 5-16,0 0-6 0,0 0 8 15,0 0-5 1,7 0 10-16,-7 0-10 0,0 0 13 16,0 0-13-16,0 0 11 15,0 0-9-15,0 0 3 16,0 0 0-16,9 0 2 16,-3 0 1-16,-6 12-1 15,12-8 1-15,-5 12 5 16,5 4-4-16,4 0 7 15,-10 12-10-15,0 4 17 16,0 9-5-16,-6 2-5 16,6 2 6-16,-6 2-4 0,0 6 19 15,0 2-25-15,0 7 7 16,-6-2-11-16,-19 8 0 16,4-4-7-16,2-4-27 15,13-12-27-15,6-15-56 16,0-14-54-16,0-15-220 15</inkml:trace>
  <inkml:trace contextRef="#ctx0" brushRef="#br0" timeOffset="-27859.95">30734 5518 9 0,'0'0'185'0,"0"0"-129"0,0 0 70 0,0 0-24 0,0 0-25 15,0 0-30-15,0 0-4 16,152-40 11-16,-140 40-18 16,-2 0 22-16,-4 0-21 15,6 0-19-15,-12 0-4 16,22 8-14-16,-16 8 14 15,0 0-13-15,-6 8 27 16,0 0-11-16,0 4-3 16,0 0 8-16,0 8 2 15,0 0 9-15,-34 5-15 16,-19-2-3-16,-9-3-7 16,-9-3-8-16,3-9 1 15,3-12 5-15,9 0-5 16,9-12-1-16,13 0-39 0,16 0-137 15,-1-24-195-15</inkml:trace>
  <inkml:trace contextRef="#ctx0" brushRef="#br0" timeOffset="-27124.85">30613 5746 583 0,'0'0'86'0,"0"0"-69"0,0 0 18 0,0 0 12 0,0-248 33 15,12 172 40-15,-5 4-65 16,-1 7-7-16,-6 22-39 16,0 2 7-16,0 13-16 15,0 4-3-15,0 0-51 16,0 16-115-16,0 4-166 0</inkml:trace>
  <inkml:trace contextRef="#ctx0" brushRef="#br0" timeOffset="-25626.5">31556 5546 374 0,'0'0'171'0,"0"0"-111"0,0 0 24 0,0 0-7 15,0 0-48-15,0 0 22 16,0 48 3-16,0-7-15 16,-22 3-6-16,3 4-3 15,-2-4 0-15,8-5-27 16,1-3-5-16,3-3 2 16,2-5-16-16,1-4-53 0,6-4-73 15,-6-8-87 1,6-4-345-16</inkml:trace>
  <inkml:trace contextRef="#ctx0" brushRef="#br0" timeOffset="-24494.92">31326 5718 194 0,'0'0'115'0,"0"0"12"0,0 0-46 0,0 0-36 16,0 0-27-16,0 0 35 15,0 0 14-15,0 0 16 16,0 0-7-16,0 0 8 16,0 0-20-16,0 0-23 15,0 0 22-15,0 0-31 16,0 0 7-16,0 0-29 15,0 0 10-15,0 0-7 16,0 0-13-16,0 0-10 16,28 0 10-16,19 0-5 15,5 0 17-15,10-3-7 16,-3-2-2-16,-6 2-6 16,3 3-16-16,-16-5-8 15,-15 5-76-15,-13 0-86 16,-12 0-219-16</inkml:trace>
  <inkml:trace contextRef="#ctx0" brushRef="#br0" timeOffset="-23480.29">32442 5024 226 0,'0'0'284'0,"0"0"-270"0,0 0 55 0,0 0 30 0,0 0 18 15,0 0 0-15,0-39-18 16,0 39-15-16,0 0-22 16,0 0-14-16,0 0-34 15,0 0 4-15,0 3-11 16,0 30-12-16,0 14 10 15,0 10-4-15,0-5-1 16,0 13 0-16,0-1-2 16,0 8 10-16,0 0-11 15,-6 0 9-15,0-8-12 16,-13-4 8-16,10-4-5 16,-3-12-2-16,6-8-3 15,-1-3-28-15,7-17 8 16,-6-12 0-16,6 4-2 15,-6-8 15-15,-3 0 15 0,2 0 1 16,7 0-1-16,0 0-17 16,0-28 15-16,0 4-11 15,0-4 2-15,22-8 11 16,18 0-3-16,7 3 7 16,-7 5-7-16,7 4 6 15,-7 12-1-15,7 4 3 16,-7 8 9-16,0 0-8 15,-9 0-2-15,3 0-4 16,-6 0-3-16,-9 20 0 16,-4 9-7-16,-15 2 8 0,0 13-18 15,-9 9 2-15,-62-1 18 16,-16 8 8-16,-9-12 4 16,9-17-10-16,22 2 14 15,12-17-13-15,19-12-6 16,6 4-15-16,16-8-6 15,12 0-132-15,0-12-193 16</inkml:trace>
  <inkml:trace contextRef="#ctx0" brushRef="#br0" timeOffset="-22795.29">33171 4775 278 0,'0'0'241'0,"0"0"-131"0,0 0 21 0,0 0 9 16,0 0-60-16,0 0-19 0,0-3-45 16,0 3 12-1,0 0-1-15,0 0-8 16,0 0 9-16,9 0-23 15,4 0 13-15,5 0-13 0,-2 3-10 16,-10 22-2-16,0 11 4 16,-6 5-17-16,0-2-8 15,0 5 26-15,0-8-7 16,0-3 7-16,-6-10-13 16,0-2 10-16,6-9-15 15,0-4 12-15,0-8-25 16,0 0-9-16,12 0 33 0,29 0 9 15,-1 0 17 1,0-12-7-16,1-9 0 0,-17 6-10 16,-2 2-2-16,-3 5-62 15,-13 0-137-15,-6-4-180 16</inkml:trace>
  <inkml:trace contextRef="#ctx0" brushRef="#br0" timeOffset="-22329.03">33714 4736 545 0,'0'0'112'0,"0"0"-23"0,0 0 15 15,0 0-13-15,121 229-63 16,-81-178 28-16,0 1-42 16,-15 5 24-16,-3 7-1 0,-22 12 12 15,0 9-29-15,0 7 7 16,-6 4-17-16,-44 1-6 16,3-2 3-16,-5 2-2 15,-7-6-6-15,6-2 10 16,-9-4-18-16,9-10 14 15,1-3-13-15,-4-3 6 16,9-9-28-16,1-7-38 16,-1-25-116-16,1-17-281 15</inkml:trace>
  <inkml:trace contextRef="#ctx0" brushRef="#br0" timeOffset="-20898.08">24390 6613 0 0,'0'0'300'0,"0"0"-262"0,0 0 56 0,0 0-47 0,0 0-14 16,0 0-24-16,-102-56 40 16,95 48 20-16,1 8 20 15,6 0-27-15,0 0-42 16,0 0 7-16,0 0-15 16,0 0 27-16,0-4-1 15,0 4-9-15,0 0-19 16,0 0 1-16,0 0-3 15,0 0-2-15,59 0 18 16,16 0-16-16,18-8 22 16,9 8-17-16,31 0 16 0,-6-5-11 15,7 5-4-15,5 0-7 16,10 0 2-16,3-8 4 16,3 0-8-16,-3 5-1 15,9-6-1-15,13 6-4 16,-1-5 6-16,1 0-8 15,-6 8 6-15,5 0-1 16,-18 0-2-16,13 0 3 16,-10 0-7-16,-3 0 14 15,0 16-22-15,-3-13 24 16,-3 9-18-16,15-4 9 16,10-8-3-16,9 0 0 15,9 8 1-15,3-8-2 16,4 0 2-16,-10 0 2 0,-16 0 2 15,-5 0-2-15,-10 0 1 16,3 0 1-16,7 0-4 16,-1 0-1-16,0 0 0 15,-5 0 0-15,2 0-1 16,-15 0 8-16,-16 5-12 16,7 7 13-16,-13-4-14 15,6 3 14-15,1 2-12 16,-7 2 4-16,0-10 0 15,0 7-2-15,-12-12 5 16,-7 0-6-16,-9 0 2 16,-12 0-3-16,-12 0-1 0,-10 0-9 15,-3 0-12-15,-16 0-12 16,-5 0-15-16,-17 0-10 16,-11 0-70-16,-13 0-86 15</inkml:trace>
  <inkml:trace contextRef="#ctx0" brushRef="#br0" timeOffset="-19994.74">26629 7716 392 0,'0'0'129'0,"0"0"-126"0,0 0 5 0,0 0 62 0,0 0-65 0,0 0 6 16,28 180 7-16,18-180 42 15,13 0-5-15,0 0 13 16,3-19 19-16,12-26-43 15,-2-19-10-15,2-12-15 16,-15 4 7-16,-13-9-20 16,-24 13-6-16,6 20 0 0,-28 12-24 15,0 20-16-15,0 16 17 16,-34 0-39-16,-28 36 6 16,-9 24 24-16,-4 16 26 15,29 9 6-15,5-2 3 16,20 2 12-16,21-17 16 15,0-4 34-15,0-16-3 16,40-3-16-16,22-17-1 16,3-4-1-16,3-4 8 15,13-4-39-15,-22 4 16 16,22 0-23-16,-23-1 2 0,-2-6-8 16,-3-9-8-1,-7-4-11-15,7 0-57 0,-6 0-48 16,-1-20-84-1,-18-16-105-15</inkml:trace>
  <inkml:trace contextRef="#ctx0" brushRef="#br0" timeOffset="-19565.42">28064 7700 774 0,'0'0'122'0,"0"0"-56"0,0 0 45 0,0 0-17 16,0 0-61-16,0 0 11 0,410 0-38 15,-324 0-6-15,-21 0-6 16,4-8-14-16,-23 8-42 16,-5 0-142-16,-35 0-257 15</inkml:trace>
  <inkml:trace contextRef="#ctx0" brushRef="#br0" timeOffset="-18967.28">29329 6886 114 0,'0'0'483'0,"0"0"-449"16,0 0 43-16,0 0 58 16,0 0-42-16,0 0-50 15,112 213 4-15,-90-138-24 0,-10 9 14 16,-12 9-29-16,0 3 32 15,0 8-16-15,0-4 8 16,-25-7-20 0,-9-17-12-16,6-11 8 0,10-22-8 15,11-14-3-15,-2-18 3 16,9-7-10-16,0-4-4 16,0 0 14-16,0 0-17 15,0 0 12-15,16-32-2 16,43-4 7-16,9 4 1 0,12-8 0 15,-2 16 2 1,3 4 8-16,-7 7-6 0,0 13-2 16,-21 0-6-16,-13 0 7 15,1 0-8-15,-17 33 4 16,-2-9 0-16,-3 16-3 16,-19 4 10-16,0 12-7 15,-25 1 10-15,-62 2 6 16,-21-10-16-16,-13-13-3 15,3-12-38 1,3-17-38-16,0-2-35 0,22-5-82 16</inkml:trace>
  <inkml:trace contextRef="#ctx0" brushRef="#br0" timeOffset="-18383.94">26294 8225 741 0,'0'0'9'0,"0"0"34"0,-106-237 64 0,91 109 6 16,15-21-87-16,0 2-17 15,15-2 44-15,50 13-45 16,10 7-3-16,18 25 1 16,-12 19-12-16,-13 30-81 15,-3 22-143-15,-12 25-76 16</inkml:trace>
  <inkml:trace contextRef="#ctx0" brushRef="#br0" timeOffset="-17701.66">30297 7030 821 0,'0'0'116'0,"0"0"-26"0,0 0-14 0,0 0-36 15,0 0-35-15,0 0 41 16,108 192-26-16,-67-112 15 16,-7 13-14-16,6 11 6 15,-21 12 6-15,-13 13-26 0,-6-1 9 16,0 13-16-1,-34-17-9-15,-19-12-15 0,0-19 20 16,1-21-70 0,-4-25-73-16,9-27-234 0</inkml:trace>
  <inkml:trace contextRef="#ctx0" brushRef="#br0" timeOffset="-11106.32">26877 5735 91 0,'0'0'102'0,"0"0"28"0,0 0 12 0,0 0-56 0,0 0-39 0,0 0 19 16,0 0-27-16,0 0 3 0,0 0-15 16,0 0 16-1,0 0-6-15,0 0-15 0,0 0-6 16,0-5-10-16,0 5 18 16,0 0-24-16,0 0 26 15,0 0-17-15,0 0 11 16,0 0-6-16,0 0 2 15,0 0 5-15,0 0-2 16,0 0-4-16,0 0-13 16,0 0 13-16,0 0-12 15,0 0 12-15,0 0-14 16,0 0 9-16,0 0-2 16,0 0-8-16,0 0-5 15,0 0-12-15,0 0-5 0,0 0-7 16,0 0 25-16,0 0 2 15,0 0-3-15,0 0 2 16,0 0-4-16,0 0-9 16,0 0 11-16,6-12 1 15,6 4 0-15,1-3-6 16,-13 6 20-16,0 5-18 16,0-3 16-16,0 3 3 15,0 0 4-15,0 0 7 16,0 0-22-16,0 0 7 15,0 0-15-15,0 0 16 16,0 0-24-16,0 0 25 16,0 0-17-16,0 0 15 0,0 0-7 15,0 0 0-15,0 0 1 16,0 0-10-16,0 0 8 16,0 0 1-16,0 0 6 15,0 0 2-15,0 0-8 16,0 0-10-16,0 0-48 15,0 0-124-15,0 0-142 16</inkml:trace>
  <inkml:trace contextRef="#ctx0" brushRef="#br0" timeOffset="-10406.83">26923 5699 187 0,'0'0'95'0,"0"0"-93"0,0 0 4 16,0 0 20-16,0 0-15 15,0 0 3-15,0 16-1 16,0-16-8-16,0 0 56 16,0 0-4-16,0 0-19 15,0 0-30-15,0 0 1 16,0 0 4-16,0 0-1 15,0 0 13-15,0 0-17 0,0 0 33 16,0 3-17-16,0 9 2 16,-15 1-24-16,2-5 4 15,1 7-6 1,12-10-4-16,0-5-64 0,0 0-101 16</inkml:trace>
  <inkml:trace contextRef="#ctx0" brushRef="#br0" timeOffset="-5661.42">23621 6549 168 0,'0'0'40'0,"0"0"50"0,0 0 14 0,0 0-48 15,0 0 2-15,0 0 8 16,0 0-22-16,-22 0 12 16,22 0-3-16,0 0 19 15,0 0-22-15,0 0 8 16,0 0-33-16,0 0-6 15,0 0-7-15,0 0-9 16,0 0 15-16,0 0-15 16,0 0 35-16,0 0-20 15,0 0 14-15,0 0-28 16,0 0 6-16,0-4-10 16,0-4 1-16,0-5-2 0,0 5 4 15,28-7-9 1,-9-1 13-16,2 3-14 0,7-2 12 15,-9-6-6-15,0 1 1 16,21-4 0-16,-6-4-5 16,0-4 12-16,13 8-14 15,-13-4 15-15,12 4-17 16,1-1 20-16,-1-3-14 16,1 0 6-16,21-3-3 15,-15-5 3-15,-7 3-3 16,1 5 0-16,-1 1 6 15,-5 2-14-15,-1 5 20 16,0-1-14-16,0-2 6 0,1 3 4 16,-1 0-4-16,13-4-3 15,0-8-1-15,9 4 2 16,3-5-2-16,9 2 8 16,0-10 1-16,-2 10-5 15,2-5 3-15,-6 3-2 16,-2-3-7-16,2 0 3 15,-9 0-1-15,27-5 0 16,-11 5 3-16,6-11 2 16,5 6-4-16,-27 10 20 15,9-6-16-15,7 5 7 16,-4-8-7-16,-9 4-5 0,10-8 0 16,-10 3 6-1,9 2-10-15,-9 3 10 0,-9 8-9 16,-1-5 14-16,-24 14-22 15,13 2 14-15,-23 6-5 16,4-2 2-16,6 5-1 16,-3 0-17-16,2-4-13 15,-8 4 10-15,3 0-81 16,3-4-35-16,-4 4-85 16,-15 8-112-16</inkml:trace>
  <inkml:trace contextRef="#ctx0" brushRef="#br0" timeOffset="-4097.5">26328 8453 448 0,'0'0'201'0,"0"0"-161"0,0 0 30 0,0 0 11 0,0 0-55 16,0 0 20-16,74-8 2 0,-43 1-28 15,10-6 16 1,5-3-28-16,4-7 27 0,15-2-26 15,3-7 1-15,3-4-2 16,16-4 17-16,0 0-3 16,-6-5-15-16,27 1 12 15,-21 1-9-15,12-6 11 16,-12 2-15-16,0-2-5 16,-7 5 5-16,-5 4-8 15,-10-4 2-15,3 11 0 16,-9-6-1-16,16-9 6 15,18-1 6-15,0-3-4 0,0 4 5 16,15 1-10 0,-9 2 9-16,4 9-9 0,-4 4 10 15,-12 4-3-15,0 0-2 16,-7-5 3-16,1 1-5 16,6 1 4-16,-7-2 3 15,7 2-4-15,-6-2-1 16,-10 2-5-16,-3-2-2 15,-9 9 0-15,-6 4-6 16,-4-5 12-16,-18 9-11 16,4 5 10-16,-8 2-10 15,-8 1 14-15,3 0-17 16,-4 1 10-16,-5-1-2 16,8 0 0-16,-8 3 3 15,9 2-10-15,-10-5 17 16,7-1-15-16,-4 1 16 15,-9 0-17-15,7 8 12 0,-7 0-11 16,-6 0 5-16,9-3 0 16,-9 3 0-16,0 0 2 15,0 0-1-15,0 0 5 16,0 0-12-16,0-5-19 16,0 5 13-16,0 0-8 15,0 0-1-15,0 0 17 16,0-3-5-16,6-6-2 15,-6-2-7-15,0-2-48 16,0 10-293-16</inkml:trace>
  <inkml:trace contextRef="#ctx0" brushRef="#br0" timeOffset="-3229.79">22216 11237 691 0,'0'0'263'0,"0"0"-248"0,0 0 70 15,0 0 20-15,0 0-69 16,0 0-25-16,0 8 15 15,41-8-7-15,5 0 13 16,7-8-12-16,15 0 11 16,0 0-31-16,4-4 4 15,-4 4-4-15,-3-4 0 0,-3 8-1 16,-15-8-31-16,-1 7 19 16,-12-6-36-16,-9 2 11 15,-10 6-48-15,-15-2-38 16,0-3-69-16,0 0 23 15,-40 1-440-15</inkml:trace>
  <inkml:trace contextRef="#ctx0" brushRef="#br0" timeOffset="-2863.96">22077 10957 677 0,'0'0'113'0,"0"0"-85"0,0 0 124 0,0 0-25 0,0 0-56 15,0 0-19-15,294-5-33 16,-235-3-1-16,3-4-18 16,-9 4 0-16,-6-4-1 15,-23 0-19-15,10-8-60 16,-12-8-53-16,3-5-197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2:34:04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26502 7222 649 0</inkml:trace>
  <inkml:trace contextRef="#ctx0" brushRef="#br0" timeOffset="7897.35">6235 5001 387 0,'0'0'205'0,"0"0"-198"16,0 0 69-16,0 0-22 16,0 0 23-16,0 0-7 15,0 0 18-15,-46-5-41 16,40 5 27-16,-4 0-30 16,4 0-26-16,6 0-9 0,-6 0-7 15,6 0 11-15,0 0-12 16,0 0 37-16,0 0-20 15,-6 0 20-15,0 0-21 16,6 0 1-16,0 0-16 16,0 0-1-16,0 0-2 15,0 12-2-15,-7 25-4 16,-2 3 14-16,3 16-16 16,0-8 19-16,0 5-14 15,-13-2 4-15,-3 1 0 16,4 5 4-16,-4-1-1 15,-12 8 2-15,21-8 6 0,1 1-15 16,6-13 10-16,6 4-11 16,0-12 5-16,0 3-3 15,0 2 2-15,0-5 1 16,0 8-2-16,-16-4 19 16,4 0-26-16,12-8 21 15,0-11-24-15,0-5 9 16,0-1-1-16,0-2-5 15,0-5-4-15,0-1 12 16,0-2-18-16,0-2 14 16,0-3 7-16,0 5-13 0,0-5-5 15,28 0 16 1,3 0 0-16,15 0 0 16,-5 0 4-16,-1 0 5 15,6 0-18-15,-5 3 25 0,-1 5-13 16,0 0 11-16,7-3-16 15,-1-5 7-15,10 0-10 16,-9 0 5-16,12 0 0 16,-7 0-5-16,17 0 13 15,-4 0-13-15,-3 0 10 16,12 0-2-16,-3 0 6 16,22 0-14-16,4 0 5 0,-4 0-1 15,0 0 1 1,-19 0 0-16,-15 0-8 0,9 0 16 15,-15 0-13-15,12 0 16 16,-9 0-10-16,3 0 4 16,3 0-6-16,-10 0 1 15,7 4 0-15,10 4-2 16,-11-5 11-16,4 5-22 16,-3 1 27-16,-6-5-22 15,22-4 16-15,-10 0-10 16,9 0 5-16,0 0-3 15,1 0 0-15,2 4 0 16,-2-1-5-16,-7 5 16 16,-3-3-18-16,-3-2 21 15,-3 2-23-15,9-1 18 16,-9 0-15-16,16 3 9 0,-16-7-3 16,9 0 0-16,-9 0 3 15,9 0-11-15,-3 0 19 16,-3 0-17-16,3 8 15 15,3 0-13-15,4 5 6 16,-4-5-2-16,0 4 0 16,-9-4 1-16,0-4-7 15,-3 4 19-15,-4-4-19 16,7 3 18-16,-3-7-18 16,15 13 11-16,-2-5-7 15,5 4 2-15,-9-4 0 16,3 0-4-16,-2-4 8 15,2 0-11-15,-3-4 15 0,3 0-24 16,7 0 31-16,-17 0-20 16,11 0 6-16,-10 0-1 15,-19 0 0-15,25 0 3 16,-9 0-7-16,3 9 16 16,21 2-19-16,7-3 15 15,12-4-16-15,4 4 17 16,-10 5-13-16,-6-5 4 15,6-5 0-15,0 1-3 16,9-4 6-16,-9 0-11 16,-6 5 18-16,0-5-18 15,-7 0 22-15,-15 0-20 16,16 8 6-16,-7-8-1 0,-9 0-2 16,10 0 6-16,-16 0-13 15,9 0 21-15,0 0-9 16,-3 0 7-16,22 0-11 15,-6 0 10-15,-1 0-10 16,1-8 2-16,-16 3 0 16,-9-2-1-16,-19 2 8 15,-3 5-14-15,-12 0 19 16,-10 0-19-16,10-3 19 16,-3 3-18-16,9-5 6 0,-4-3 0 15,4 0 0 1,6-4-2-16,-15 1-3 0,9-6 9 15,-16 9-16-15,1-3 24 16,-7 2-10-16,3 1 3 16,-9-5 7-16,13 6-7 15,-1-13-1-15,3-4-4 16,-2-5 9-16,-1-7-22 16,-6-7 9-16,4-1 3 15,-4 0-8-15,0-5 0 16,-6 18 9-16,0-10 0 15,6 9 0-15,1-12 4 16,-1 4-8-16,0-8 8 16,9-4-13-16,-8 4 8 15,-7-1-6-15,0 1 4 0,0 8-3 16,0 0 7-16,0 8-1 16,0 7 0-16,0 2 4 15,0-1 1-15,0-4 0 16,-13 3-7-16,-2-6 10 15,2 2-16-15,1-3 6 16,-4 13 2-16,4-6-2 16,0 5-3-16,-4 16-6 15,16-4 22-15,-12-1-25 16,6-2 30-16,-7 3-26 16,-9-4 20-16,4 0-11 15,-10 0 1-15,-6 0-3 0,3-1 1 16,-3-2 4-1,-7 2-8-15,7-2 19 0,0 7-18 16,0-5 12-16,9 5 0 16,-3 5-5-16,-6-2 5 15,3 1-4-15,-25 4-1 16,4-3-4-16,-1-2 12 16,-28 5-19-16,23 0 26 15,-11 0-22-15,4 0 13 16,-3 0-11-16,9-3 3 15,-9-5 0-15,-7 0 0 16,-5 8 6-16,-7 0-17 16,-12 0 25-16,0 0-24 15,-4 0 23-15,10 0-19 16,22 0 6-16,3 0 0 0,9 0-1 16,3 0-1-16,-9 0-1 15,12 0 6-15,-15 0-6 16,0-5 13-16,-10 5-7 15,-2 0-1-15,-7 0-2 16,-9 0 4-16,18 0-3 16,10 0-1-16,0 5 7 15,15-5-17-15,-12 0 23 16,3 0-20-16,-3 0 14 16,-4 0-10-16,-5 0 9 15,3 0-6-15,-4 0 0 16,-11 0 12-16,11 0-23 0,-6 0 24 15,-5 0-23-15,21 0 29 16,-10 0-31-16,10-5 23 16,-16 5-17-16,13 0 6 15,3 0 0-15,-16 0 0 16,13 0 1-16,3 0-8 16,3 0 10-16,3 0-6 15,6 0 6-15,-9-4 0 16,10 4-3-16,-1 0 0 15,13 0 0-15,-1 0 1 16,-5-3-1-16,6-5 2 16,-13-5-15-16,-15-2 17 15,-7-1-20-15,4 3 18 0,3-2-3 16,9 7 1-16,9-1 0 16,4 5-2-16,5 4 8 15,4 0-16-15,-12 0 23 16,2-4-24-16,7-4 20 15,-19 8-18-15,6-8 7 16,7 0-5-16,-1 0-5 16,7-9-6-16,0 2 15 15,-7 7 3-15,0 0-9 16,-8 3 22-16,2 5-23 16,-15 0 19-16,9 0-9 15,0 0 0-15,3 0 1 0,10 0-1 16,5 0-7-1,10 0 6-15,-9-11-9 0,0-1 3 16,-7 8 14-16,-15 4-11 16,9 0 4-16,-5 0 0 15,-17 0-1-15,-6 0 10 16,-5 0-20-16,5 0 23 16,22 4-19-16,19-4 22 15,0 0-28-15,5 0 17 16,-5 0-8-16,15 0 2 15,-9 12-6-15,6-1 3 16,3-2 8-16,-9-1-17 16,0 5 25-16,6-7-22 15,-3 3 10-15,3-1-5 16,-6-8 6-16,10 0 0 0,-11 0-1 16,8 0 8-16,-8 0-18 15,4 0 24-15,-9 13-27 16,0-5 28-16,6 3-26 15,12-7 15-15,3-4-4 16,7 4 1-16,-4-4 0 16,10 4-2-16,-6 4 9 15,12-8-18-15,-6 0 26 16,6 0-27-16,0 0 20 16,-7 5-12-16,-8-2 4 15,3 1 0-15,-1 0-1 16,-9-4 5-16,4 0 7 0,-4 4-10 15,4-4 16-15,11 5-8 16,7-5-12-16,0 0 3 16,0 3 0-16,0-3-35 15,0 8-34-15,0 0-69 16,0 9-223-16,0 10-396 16</inkml:trace>
  <inkml:trace contextRef="#ctx0" brushRef="#br0" timeOffset="38529.22">12238 6352 498 0,'0'0'72'0,"0"0"-7"0,0 0 80 0,0 0-68 0,0 0 0 0,0 0-34 16,0 0 13-16,0 0-49 0,0 0 36 15,0 0-13-15,0 0-15 16,0 0 16-16,0 0-21 16,0 0 14-16,0 0-21 15,0 0 8-15,0 0-3 16,0 0-11-16,-9 0 4 15,9 0-2-15,0 0 1 0,0 0 0 16,0 0-1 0,0 0 13-16,0 0-24 0,-6 0 21 15,-7 16-18 1,-5 24 18-16,-16 20 0 16,-7 17-6-16,1 10 22 0,0 30-4 15,0-5-12-15,-1 5 14 16,-5 4-19-16,-1-5 22 15,7-8-26-15,6-13 23 16,9-18-19-16,9-25-2 16,16-24-2-16,0-16-23 15,0-12-24-15,7 0-74 0,33-40 9 16,16-20-192 0</inkml:trace>
  <inkml:trace contextRef="#ctx0" brushRef="#br0" timeOffset="39256.7">11910 6809 168 0,'0'0'147'0,"0"0"-103"0,0 0-40 0,0 0-4 0,0 0-25 0,0 0 25 0,-75-64 54 0,63 64 51 16,6 0 36-16,6 0-18 15,0 0-63 1,0-3-60-16,0-5-14 0,-7 3-31 16,-8 5 26-16,9-4 19 0,0 4 26 15,-7-4 22 1,7 4-14-16,6 0 13 16,0-4-47-16,0 0 1 15,0-8-1-15,0-4-73 0,-9-1 15 16,-4 2 1-16,1 15 57 15,-16 0 42-15,3 0 86 16,-9 0-47-16,6 0-3 16,10 0-23-16,2 0 9 15,16 0-47-15,0 0 1 16,0 0 1-16,0 0-9 16,0 0-3-16,0 0 1 15,0 0-16-15,62-21 15 16,19-15-7-16,12-23 4 15,0 2 24-15,-6 1-27 16,-19 9 6-16,-16 14-14 16,-17 0 0-16,-17 22-3 0,-5 3 18 15,-4 8-16 1,-9 0 8-16,0 0 0 0,0 4-14 16,0 44 14-16,0 24 22 15,-16 13-11-15,4-5 9 16,12-8-13-16,0-8-10 15,0-8 4-15,0-12-2 16,0-11-30-16,0-18 5 16,34-10-43-16,-9-5-78 15,-25 0-310-15</inkml:trace>
  <inkml:trace contextRef="#ctx0" brushRef="#br0" timeOffset="54959.65">11361 14887 380 0,'0'0'78'0,"0"0"-78"0,0 0-20 16,0 0-14-16,0 0 34 16,0 0 5-16,0 0 36 15,40 0 11-15,-40 0 52 16,0 0-7-16,0 0 5 15,0 0-59-15,0 0-8 16,0 0-6-16,0 0-17 16,0 0 13-16,0 0-14 15,0 0 18-15,0 0-28 16,0 0 16-16,0 0-6 16,0 0-18-16,6 0 7 15,-6 0-7-15,7 0-3 0,-7 0 10 16,15 0 0-16,-9 0 1 15,13 0 9-15,3 0-7 16,6 0 11-16,-4 0-14 16,10 0 4-1,7 0-4-15,-7 0-1 0,6 0-5 16,-3 0 3-16,4 3-1 16,-7 10 8-16,0-1-13 15,-6-4 10-15,-16 0-7 0,16-5 12 16,-15-3-7-1,-1 0 1 1,0 0-19-16,4 0 18 0,-16 0 1 0,12 0-1 16,1 0 7-16,2 0-2 15,-15 0 1 1,19 0 1-16,2 0-6 0,4 0 0 16,3 0-1-16,-9 0 3 15,9 0-8-15,-16 0 12 16,4 0-10-16,2 0 17 15,-5 0-19-15,2 0 12 16,-9 0-4-16,7 0-2 16,-7 0 1-16,0 0-4 15,3 0 6-15,-2 5-11 16,5-5 16-16,0 0-10 0,4 0 9 16,-10 0-12-16,0 0 5 15,7 0-6-15,2 0 6 16,4 0 0-16,-7 0 10 15,10 0-6-15,-16 0 10 16,0 0-5-16,10 0-6 16,-10 0 3-16,0 0-6 15,19 0 0-15,-3 0 0 16,-10 0-2-16,10 0 10 16,-10 0-1-16,7 0-1 15,-10 0-3-15,10 0 6 16,-13 0-6-16,0 0-3 0,3 0 2 15,-9 0-4-15,19 0 4 16,-13 0-6 0,-6 0 14-16,0 0-17 0,0 0 24 15,0 0-25-15,16 0 15 16,-16 0-9-16,0 0 2 16,0 0-2-16,0 0-1 15,6 0-28-15,0-5 20 16,7-6-76-1,-7 3-160-15,-6-4-459 0</inkml:trace>
  <inkml:trace contextRef="#ctx0" brushRef="#br0" timeOffset="65585.81">20313 4788 107 0,'0'0'151'0,"0"0"15"0,0 0-13 0,0 0-81 0,0 0-46 0,0 0-10 15,0 0-6-15,0 0 5 16,0 0-6-16,0 0 16 16,0 0 7-16,0-4 22 15,0 4-15-15,0 0-10 0,0 0 8 16,0 0-4 0,0 0 8-16,0 0-32 0,0 0 19 15,0 0-27-15,0 0 18 16,0 0-8-16,0 0 13 15,0 0-14-15,0 0-3 16,0 0-1-16,0 0-1 16,0 0-10-16,0 0 13 15,0 0-13 1,0 0 10-16,0 0 8 0,0 0-10 16,0 4 9-16,0 16-8 15,0 4-4-15,-22 4 17 16,3 12-8-16,-15-4 17 15,28 5-24-15,-22-2 16 16,9 5-17-16,-8 5 2 16,-8 7-1-16,-5 21 10 15,-6-2-4-15,-13 14-6 0,25-17 13 16,9-8-13-16,3-20 0 16,16-8-2-16,6-8-4 15,0-12-32-15,0-3-5 16,0-6-25-16,0-7-78 15,0 0-100-15,0 0-158 16</inkml:trace>
  <inkml:trace contextRef="#ctx0" brushRef="#br0" timeOffset="66218.01">19758 5173 142 0,'0'0'1'0,"0"0"76"0,0 0 94 0,0 0-19 0,0 0-47 0,0 0 7 0,-7-24 8 16,-8 24-22-16,15 0-23 16,0 0-19-16,0 0-13 15,0 0-32-15,0 0 8 16,0 0-17-16,22 0 6 15,24 16 22-15,7 8 4 16,15 8-14-16,-3 0-20 16,-3 0 7-16,-9 12-2 15,-13-3-3-15,-6 3 1 16,-9 0 4-16,3-4-4 16,-16 0 6-1,22-4-9-15,-15-4-1 0,3-3 0 16,-4-10-37-16,-2-10 7 15,-4-9-42-15,-6 0-84 16,7-13-244-16</inkml:trace>
  <inkml:trace contextRef="#ctx0" brushRef="#br0" timeOffset="67600.01">20660 4543 111 0,'0'0'74'0,"0"0"-65"0,0 0 2 0,0 0-3 0,0 0-4 15,0 0-3-15,0 0 59 16,0 0 86-16,0 0-25 16,0 0-52-16,0 0-33 15,0 0 3-15,0 0-28 16,0 0-8-16,0-4 5 0,0 4-4 16,-6 0 41-16,6 0-11 15,-7-4 52-15,7 4-5 16,0-4-10-16,-9-4-47 15,9 5-9-15,-6-6-15 16,0 1 1 0,6 0 7-16,0-8-6 0,0 4 8 15,0-4-5-15,0 8 4 16,0-4 3-16,0-4 15 16,0 4-13-16,0-9-11 15,12 2-1-15,16-6 0 16,6 10-2-16,-15-1 10 15,-4 11-19-15,-9 5 10 16,13 0-2-16,-13 0-20 16,0 21 16-16,-6 19 0 15,0 15 5-15,0 11-5 16,-24 9 10-16,-23 5 8 0,-15-3-9 16,9-13 10-16,1-12-11 15,18-20 14-15,6-8-16 16,21-12 12-16,1-12-7 15,6 0-2-15,0 0-8 16,0 0-1-16,0 0 5 16,0 0 1-16,0 0 23 15,0 8-17-15,13 0 17 0,8 0-22 16,-14 0 2-16,21 1-4 16,-16-6-6-16,0 5 0 15,-2-3-32-15,8-5 5 16,-5 3-102-1,2 2-26-15,-9-5-8 0,13 0 8 16,-4 0-128-16</inkml:trace>
  <inkml:trace contextRef="#ctx0" brushRef="#br0" timeOffset="68033.67">20821 4784 400 0,'0'0'121'0,"0"0"-53"0,0 0 10 0,0 0-59 0,0 0 1 16,0 0 19-16,0 0 9 15,6 0-30-15,0 0 19 16,7 0 20-16,-7 0-14 15,16 0-10-15,3 0-11 16,-4 0 32-16,7-16-2 16,-3-16 2-16,-19-1-44 15,16 2 23-15,-16-2-30 16,-6-3 12-16,0 5-8 16,0 2-3-16,0 6-8 15,0 6 8-15,0 9-11 16,0 5 8-16,-28 3-5 0,3 0-9 15,-9 0 8-15,6 0-1 16,-12 11-13-16,21 1 15 16,-2 4-25-16,8 4 9 15,7 1-66-15,6-1 5 16,-6 3-136-16,6-2-181 16</inkml:trace>
  <inkml:trace contextRef="#ctx0" brushRef="#br0" timeOffset="68751.15">21336 4359 331 0,'0'0'166'0,"0"0"-14"0,0 0-4 0,0 0-23 15,0 0-31-15,0 0-27 16,0 0-51-16,0 0 16 15,0-8-30-15,0 0 1 16,0 3 4-16,6 5-2 0,-6 0 0 16,6 0-10-1,-6 0 1-15,6 13 4 0,-6 11 0 16,0 8-1 0,0 4-5-16,0 5-16 0,0 3 10 15,0 3 12-15,-34 14 5 16,0-9 0-16,-3-1 24 15,9-6 8-15,22-29-26 16,6-11 6-16,0-5-16 16,0 0-2-16,0 0 2 15,6 0 0-15,22 0 16 0,18 0 3 16,-15 0 3 0,-3 0-8-16,0 0-13 0,-15 0 6 15,-1 6-16-15,4 3 2 16,-10-5-4-16,0 4-38 15,6-4-4-15,4 4-35 16,-4-3 7-16,1-5-113 16,15 0-87-16,-10 0-218 15</inkml:trace>
  <inkml:trace contextRef="#ctx0" brushRef="#br0" timeOffset="69397.74">21841 4318 240 0,'0'0'332'0,"0"0"-185"0,0 0-41 0,0 0-18 0,0 0-46 0,0 0-42 15,-53 20 15-15,29-3-10 16,-4 10 21-16,-6 9-3 16,0 13 31-16,15 12-20 15,-15 6-6-15,34 2-4 16,0-1-20-16,0-12-4 15,0-8 7-15,0-12-12 16,22-12 8-16,9-4-6 16,15-7-4-16,4-10 6 0,-13 1-23 15,12-4 24-15,-17 0 8 16,-11 0-4-16,-15-4 9 16,-6-20-12-16,0 1 4 15,0 2 0-15,-52 9-10 16,-4 12 5-16,-3 0-14 15,0 0-4-15,-9 4 18 16,34 17-4-16,15 2-34 16,-3-7-35-16,22-8-56 15,0 0-41 1,0-4-99-16</inkml:trace>
  <inkml:trace contextRef="#ctx0" brushRef="#br0" timeOffset="70047.63">21153 4479 198 0,'0'0'180'0,"0"0"-86"0,0 0 21 0,0 0 16 16,0 0-50-16,0 0 61 0,0-23-50 16,15 2-16-16,4 1-52 15,-7 4-22 1,-12 8-2-16,10-1-46 0,-4 2-23 16,0-1-94-16,13 0-80 15,-10 4-208 1</inkml:trace>
  <inkml:trace contextRef="#ctx0" brushRef="#br0" timeOffset="71963.76">22371 5141 380 0,'0'0'165'0,"0"0"-94"0,0 0 38 0,0 0 26 0,0 0-55 0,0 0-40 0,13-28-13 0,-13 28 32 0,0 0-6 0,0 0-4 16,0 0-1-16,0 0-25 15,0 0-3-15,0 0-17 16,0 12 2-16,0 20 0 0,0 0 4 16,0 8-5-16,0-4-1 15,0 16-3-15,0 12 2 16,0 0-4-16,0-3 10 16,0-13-16-16,0-8-7 15,0-16-13-15,0-12-63 16,0-7-51-16,0-5-59 15,0 0-23-15,0 0-4 16</inkml:trace>
  <inkml:trace contextRef="#ctx0" brushRef="#br0" timeOffset="72297.46">22095 5409 464 0,'0'0'143'15,"0"0"-20"-15,0 0 33 16,0 0-44-16,0 0-33 15,0 0-19-15,0 0 13 16,81-7-39-16,-13 7 4 0,-15 0-24 16,6 0 0-1,-3 0-14-15,3 0-19 0,0-13-8 16,-4-6-39-16,-8-1-52 16,-13 7-201-16</inkml:trace>
  <inkml:trace contextRef="#ctx0" brushRef="#br0" timeOffset="73161.67">23528 4972 214 0,'0'0'192'0,"0"0"-80"0,0 0-5 0,0 0-3 0,0 0-32 0,0 0 44 0,0-7-17 0,0 7-15 0,-22 0-38 15,-18 0-34-15,-7 0 21 16,13 3-22-16,-12 9 26 15,15 1-31-15,-25 7 11 16,9-1-14-16,-5-2-2 16,18 7-1-16,9-4 0 15,3-4 13-15,16 0-7 16,6 8-9-16,0-5 9 16,0-2-12-16,34-1-3 15,37-8 7-15,4 4-7 16,18 1 9-16,15-5-7 0,-15 11 15 15,0-7-12-15,-18 13 11 16,-10-6-14-16,-19-7 7 16,-24-4 0-16,-3 5-1 15,-4-5-1 1,-15 4-4-16,0 7 6 0,0 9 14 16,-34 8-2-16,-25 5 25 15,-3-10-37-15,-3-6 13 16,9-5-7-16,-9-8-10 15,-3-3 4-15,9-9-8 16,6 0 1-16,-2 0-14 16,14 0 10-16,10 0-17 15,-3 0 1-15,12-13-41 16,4-7-57-16,12-8-85 0,6-4 0 16,0-8-126-16</inkml:trace>
  <inkml:trace contextRef="#ctx0" brushRef="#br0" timeOffset="73429.23">23373 4977 426 0,'0'0'174'0,"0"0"-47"0,0 0 41 0,0 0-27 0,0 0-64 0,0 0-49 15,388-117-24 1,-342 109-4-16,1 5-18 16,-7-2-78-16,0 5-90 15,-12 0-191-15</inkml:trace>
  <inkml:trace contextRef="#ctx0" brushRef="#br0" timeOffset="74010.78">24529 4877 141 0,'0'0'305'16,"0"0"-288"-16,0 0 16 16,0 0 55-16,0 0 10 15,0 0-5-15,0 23 44 16,0 1-62-16,-12 1-12 15,-28 11 21-15,18 0-37 16,-9 0-16-16,3 8-30 16,-6 0 19-16,6 0-15 15,-3 1 22-15,-3-6-27 16,0 5 23-16,0 0-18 16,3 4 5-16,-10-7-8 15,7-10-2-15,13-6 0 16,8-9-23-16,1-4 18 15,12-4-39-15,0-4 39 0,0-4-30 16,0 0-7-16,0 0-27 16,0 0 12-16,0-21 18 15,0-15-114-15,0-11-135 16</inkml:trace>
  <inkml:trace contextRef="#ctx0" brushRef="#br0" timeOffset="74264.77">24027 5189 521 0,'0'0'59'0,"0"0"-23"15,0 0 27-15,0 0-1 16,0 0 19-16,0 0 23 16,220 17-4-16,-179 11-26 15,5 11-6-15,-12 2-39 16,-6-5-3-16,0 3-24 15,-3 6 4-15,-3-13-6 16,-4 0-4-16,4-8-14 16,-4-4-59-16,10-1-32 15,-15-2-117-15,-1-9-48 16</inkml:trace>
  <inkml:trace contextRef="#ctx0" brushRef="#br0" timeOffset="75943.31">24858 5325 831 0,'0'0'144'0,"0"0"-39"0,0 0-13 0,0 0-89 0,0 0 17 0,0 0 4 0,140 0 5 16,-81 0 5-16,-13-8-6 15,16-3-17-15,-9-2-1 16,0 1-20-16,2-4-1 16,-2 4-17-16,0 1-37 15,-13 3-38-15,-12 8-220 16</inkml:trace>
  <inkml:trace contextRef="#ctx0" brushRef="#br0" timeOffset="76791.46">25832 5489 481 0,'0'0'121'0,"0"0"-24"0,0 0 4 0,0 0-58 16,0 0-10-16,0 0 7 0,96-72 13 15,-71 36-23-15,21-8 6 16,-5 5 20-16,-1-6-22 16,-6-2-5-16,-6-2-29 15,-10 9 14-15,-5 0-10 16,-13-5-4-16,6 6 8 15,-6 3-10-15,0 3 2 16,0 14 0-16,0 2 3 16,0 9 6-16,-25 0 18 15,-3 0-17-15,-12 4-3 0,15 0-7 16,10 4 0-16,-4 0 0 16,7 0 10-1,2 0 4-15,4 16-14 16,6 12 4-16,0 13-2 0,0 3 5 15,0 0 3 1,0 0-16-16,16-4 10 0,30 4-4 16,-5-3 0-16,11-5-8 15,1 3 7-15,6-6 2 16,-3 6-3-16,-10-6 8 16,-12-5-8-16,-9 0 10 15,-19-4-16-15,-6-4 7 16,0 4 1-16,0 4 22 15,-18 3-4-15,-35-1 11 16,-15-3-20-16,-7-7 4 16,16-8-6-16,1-4-6 15,11-3-1-15,-3-5-6 16,-2 0-27-16,5 0-32 0,-6 0-93 16,13 0-280-16</inkml:trace>
  <inkml:trace contextRef="#ctx0" brushRef="#br0" timeOffset="78724.65">27739 4094 31 0,'0'0'369'0,"0"0"-272"0,0 0 35 0,0 0-28 0,0 0-52 16,0 0 0-1,0 56 38-15,0-32-18 0,0-4-34 16,0 8 48-1,-7 5-55-15,7-1 19 0,-9 4-21 16,9 4-7 0,0 4-15-16,0 0 4 0,0 8-6 15,0 1 1-15,0 11 1 16,0-4-4-16,0-1 19 16,16 10-22-16,-10-17 20 15,0 4-19-15,-6 5 14 16,0-6-13-16,0 6-1 15,0-5-1-15,0-4 10 16,0-11-17-16,22-2 16 0,-10-3-11 16,1-8 8-16,-7-3 7 15,0 7-10-15,-6-9 7 16,0-3-8-16,0 9 2 16,0 3-8-16,0 4 12 15,0 0-13-15,0-4 17 16,0-4-22-16,0-3 13 15,16-9-6-15,-10-4 0 16,-6-4-7-16,6 0 8 16,0 0-13-16,-6-5 13 15,6-3-7-15,4 12 3 16,-4-4 12-16,0-3-3 0,0 3-3 16,0-8-1-16,7 7-7 15,9-2-10 1,-4 3 13-16,10 3 5 15,0-2 1-15,12-1 5 0,7 0 3 16,-1 0-5-16,13 4 3 16,3-8-6-16,10 0 0 15,14-4-1-15,1 0 6 16,9 0-5-16,-3 0 7 16,0 0-2-16,-6 0 3 15,-12 0 0-15,-17 0-8 16,17 0 8-16,-16-4 0 15,9 4-8-15,-3-4 7 16,3 0 1-16,13-4-15 16,6 3 15-16,0-3-18 15,6 1 16-15,-13 3-10 0,-15-5 3 16,4 9 0-16,-4 0 0 16,3 0 2-1,6 0-9-15,-9 0 18 0,22 0-21 16,-6 0 23-16,6 0-21 15,15 0 13-15,-9-3-5 16,6-2 0-16,-12 2 0 16,0-2-6-16,-13 2 12 15,1-2-16-15,-16 5 22 16,15 0-15-16,-9 0 8 0,3 0-2 16,13 0-3-1,-3 0 0-15,2 0-3 0,7 0 2 16,-6 0-1-16,-1 0-7 15,-12 0 0-15,-9 5 18 16,0-2-11-16,-9 5 2 16,-4-3 0-16,1-5-1 15,-1 3 3-15,7-3-10 16,0 0 17-16,3 0-14 16,-4 0 10-16,1 0-6 15,-6 0 3-15,-1 0 5 16,-6 0-6-16,-6 0 8 15,1 0-6-15,-17 0-3 16,22 0 0-16,-5 0 9 0,-1 9-20 16,-10-9 22-16,4 0-20 15,-15 0 12-15,-7 4-3 16,3-4 0-16,-9 0 2 16,0 0-6-16,0 4 13 15,0-4-19-15,0 0 0 16,0 0-13-16,0 0-62 15,0 0-46-15,-40-17-309 16</inkml:trace>
  <inkml:trace contextRef="#ctx0" brushRef="#br0" timeOffset="81754.69">29336 4387 674 0,'0'0'69'0,"0"0"58"0,0 0-14 0,0 0-59 15,0 0-12-15,0 0 23 0,-75 72-36 16,50-44-6-1,10-4 17-15,-4 4-12 16,-2-3 10-16,-4 11-33 16,-3 16 32-16,-6 4-28 0,-7 20 22 15,1-8-20-15,-6-4 4 16,-1-3-9-16,1-9-2 16,11 0-8-1,-2-12 14-15,9-4-17 0,-6-4 7 16,6 0-1-16,-3-11-27 15,3 2 2-15,10-15-36 16,-10 0-13-16,9-8-44 16,-2 0-139-16,2-16-409 15</inkml:trace>
  <inkml:trace contextRef="#ctx0" brushRef="#br0" timeOffset="82071.66">28728 4844 422 0,'0'0'459'0,"0"0"-329"16,0 0-9-16,0 0-68 15,0 0-10-15,0 0 7 0,266 48-14 16,-185-11 18-16,-16-1-41 16,-3-5 4-1,-15 5-9-15,-1 0-16 0,-12-3 8 16,7-2-31-16,-17-6-2 16,4-9-38-16,6-4-14 15,-15-12-134-15,15 0-183 16</inkml:trace>
  <inkml:trace contextRef="#ctx0" brushRef="#br0" timeOffset="82703.62">29844 4980 274 0,'0'0'202'0,"0"0"-76"0,0 0 23 0,0 0-43 0,0 0-24 0,0 0 8 16,59 0-25-16,-25 0 1 16,0 5-26-16,19 3-1 15,6 0-15-15,9-5-21 16,0-3-2-16,-9 0 14 16,-6 0-30-16,0 0 6 15,-13 0-19-15,0 0-62 16,-24 0-162-16,2 0-253 0</inkml:trace>
  <inkml:trace contextRef="#ctx0" brushRef="#br0" timeOffset="83386.69">31094 5265 68 0,'0'0'419'0,"0"0"-263"0,0 0 0 0,0 0-62 0,0 0-25 15,0 0-18-15,0-44 52 16,0 21-32-16,0-2-34 16,0-11 1-16,0-8-23 15,0-4 10-15,0-9-19 16,0-2 20-16,0-6-24 15,0 1 2-15,0 0-4 16,0 8 2-16,0 7-8 16,0 13 14-16,-13 13 2 15,4 15-6-15,9 3 25 16,-6 5-15-16,0 0-14 0,-1 0-7 16,-5 8-23-1,-16 33-26-15,-12 7 42 0,-7 12 11 16,13-8-22-16,-6-12 7 15,27-7-33 1,-5-2 16-16,-4-7-86 0,-6 1-85 16,3-5-265-16</inkml:trace>
  <inkml:trace contextRef="#ctx0" brushRef="#br0" timeOffset="121503.43">28619 6613 515 0,'0'0'111'0,"0"0"-41"0,0 0 23 16,0 0-65-16,0 0 5 0,0 0-24 15,0 0 16-15,0 0 14 16,0 0 12-16,-31 0-5 16,31 0 22-16,0 8-7 15,0-8-40-15,-9 0 14 16,9 0-29-16,0 0 14 16,0 0-15-16,0 0-7 15,0 11 2-15,-12 2-1 16,-7-1 0-16,10 20 1 0,-10 4-2 15,0 4 9 1,-8 4-3-16,5 5-1 0,-3-5-3 16,3-1 5-16,-18 9-4 15,21 1 9-15,-21 7-8 16,6 1 1-16,-6 3 1 16,-7 0-4-16,-12 8 11 15,13-8-20-15,-10 0 19 16,9-16-20-16,1-8 8 15,21-19-14-15,3-18 3 16,22-3-27-16,0 0-51 16,0-19-123-16,0-17-52 0</inkml:trace>
  <inkml:trace contextRef="#ctx0" brushRef="#br0" timeOffset="122086.76">28024 6861 446 0,'0'0'126'0,"0"0"-36"0,0 0 31 0,0 0 14 0,0 0-72 0,0 0-17 16,-19-16-41-16,19 16-2 15,0 0 3-15,0 20 38 16,41 12 14-16,-1 5-21 15,0 10 26-15,19 2-36 16,-12-1-3-16,15 1-16 16,-10-5 8-16,-5 0-15 15,-7-1 8-15,1 9-18 16,-23-8 16-16,-2-8-14 16,-4 5-5-16,-6-18 9 0,-6-6-39 15,6-9-18 1,-6-8-89-16,0 0-98 15,0-4-169-15</inkml:trace>
  <inkml:trace contextRef="#ctx0" brushRef="#br0" timeOffset="123203.29">28833 6147 448 0,'0'0'141'0,"0"0"-88"0,0 0 70 0,0 0-87 0,0 0 3 0,0 0-7 0,-12 0 42 15,12 0-39-15,0 0-3 16,0 0-7-16,0 0-14 16,0 0-11-16,0 0 9 15,34-16-9-15,0 5 12 16,-3-6-16-16,9 14 7 15,-12-2-6-15,-9 5 1 16,3 0-9-16,-22 0 9 16,12 0-10-16,-6 20 12 0,-6 9-19 15,0 11 15 1,0 7 8-16,-53 6 0 16,-21-5-1-16,28-3 3 0,-7-6 0 15,19-14 4-15,21-9 4 16,7-5-6-16,6-7 14 15,0-4-22 1,0 0-4-16,0 0 4 16,19 0 3-16,49 0 25 0,-9 0-12 15,-6 0-10-15,-13 13-5 16,-18-5 14-16,2 3-11 16,-24 9-8-16,0-7-13 15,0-1-7-15,0-4-34 16,0 3-35-16,0-11-104 15,0 0-192-15</inkml:trace>
  <inkml:trace contextRef="#ctx0" brushRef="#br0" timeOffset="123736.01">29149 6441 380 0,'0'0'115'0,"0"0"-4"0,0 0-28 0,0 0-34 0,0 0-15 0,0 0 19 0,41 24-29 15,-23-24-22-15,10 0 24 16,-9 0 3-16,3 0 23 16,-4 0-22-16,4 0 17 0,-10 0-14 15,7 0 14 1,3 0-17-16,12-29-9 0,-9-7 3 15,2-4-23 1,-14 0-1-16,-7 8-24 0,-6 8 20 16,0 7-5-1,0 9 5-15,0 5 8 16,0 3 20-16,-6-5-24 16,-34 5-10-16,-1 0-22 0,-18 0-16 15,-3 16 26-15,3 21-29 16,7 3 28-16,11 0-14 15,7-8-44-15,22-7-28 0,12-14-52 16,0-11-134 0</inkml:trace>
  <inkml:trace contextRef="#ctx0" brushRef="#br0" timeOffset="124536.75">29736 6156 55 0,'0'0'564'0,"0"0"-478"0,0 0 2 0,0 0-51 0,0 0 21 0,0 0-12 0,-25 0 6 0,25 0-13 0,0 0-27 16,0 0 14-16,0 0-12 15,0 0-4-15,0 0-2 16,0 0 1-16,18 0-6 16,-5 3 4-16,8 10-7 15,-8-1 1-15,2 4-5 16,-15 0 7-16,0 7-10 16,0 6-20-16,0-5 20 15,0 4-25-15,-28-4 24 16,1 0 1-16,8-4 7 0,7-8 11 15,-4-4 3 1,10 0 5-16,0-3-18 0,-7-2 0 16,13 2-1-16,0-5-9 15,0 3-18-15,0-3 17 16,0 0-15-16,0 0 25 16,0 0 12-16,0 0 4 15,0 0 33-15,6 0-20 16,19 0 13-16,-3 0-42 15,-3 0 2-15,-13 0-2 16,15 0-14-16,-2-3-8 16,-3-5-39-16,2 3 29 0,4-3-33 15,-10 4-59 1,7 4-55-16,-4-4-122 0</inkml:trace>
  <inkml:trace contextRef="#ctx0" brushRef="#br0" timeOffset="125285.77">30204 6136 22 0,'0'0'258'0,"0"0"-144"0,0 0 23 0,0 0-27 0,0 0-54 16,0 0-8-16,-59 0-4 16,37 0 8-16,-3 3 10 15,4 5-36-15,8 4 7 16,-9 4-21-16,10 1 16 16,0 2-11-16,5-2 22 15,7-6-16-15,0-3 3 16,0 1-26-16,0 3-5 15,0 0 4-15,0 0 1 16,31 0 5-16,4 4 1 0,-1 0-1 16,12 4 4-16,-5 1-7 15,-1-2 3-15,-12-7-8 16,-10 1 3-16,-11-5 0 16,-7-5-1-16,0 1 6 15,0 1-2-15,0 6 10 16,0 5 30-16,-13 1-34 15,-15-9 9-15,3 3-15 16,10-2-4-16,-4-6 1 16,7-3-16-16,-4 0 14 0,4 0-43 15,-7-3-31-15,4-25-92 16,3-8-107-16,5 3-123 16</inkml:trace>
  <inkml:trace contextRef="#ctx0" brushRef="#br0" timeOffset="125551.09">30238 6144 438 0,'0'0'0'0,"0"0"91"0,0 0 11 0,0 0-17 0,0 0-16 0,0 0 25 0,226-13-25 15,-210 13-24 1,2 0-18-16,-5 0-17 0,8 0-10 16,-8 0-38-16,-7 0-153 15,-6-8-268-15</inkml:trace>
  <inkml:trace contextRef="#ctx0" brushRef="#br0" timeOffset="130713.53">29602 4439 256 0,'0'0'324'0,"0"0"-297"0,0 0 38 0,0 0-34 0,0 0-5 16,0 0-4-16,0 0 17 15,0 17-15-15,0-17 20 16,0 0 13-16,0 0-17 16,0 0 0-16,0 0-21 15,0 0 4-15,0 0-5 16,0 0 27-16,0 0-19 15,0 0 4-15,0 0-28 16,0 0 5-16,0 0-7 16,6 0-1-16,-6 0-4 15,0 0 10-15,0-21-7 16,16-11 9-16,-4-4-14 0,-5-8 17 16,-7 8-4-1,0 4-5-15,0-1 0 0,0 10-1 16,0 6 0-1,0 6-4-15,0-2 10 0,0 5-12 16,6-12 6-16,9 4-6 16,-2 4-30-16,-7 4-13 15,-6 8 0-15,0 0-20 16,0 8 16-16,0 20 35 16,0 5 18-16,-6-10 0 15,-7-7 0-15,4-3-86 0,-3-6 4 16,-7 1-29-1,-9 0-247-15</inkml:trace>
  <inkml:trace contextRef="#ctx0" brushRef="#br0" timeOffset="141003.46">20083 6737 49 0,'0'0'293'0,"0"0"-263"0,0 0-22 0,0 0 32 0,0 0-31 0,0 0-1 16,0 0 77 0,9 0 61-16,-9 0-38 0,0 0 26 15,0 0-28 1,0 0-64-16,0 0-16 0,0 0-19 15,0 0 32-15,0 0-22 16,0 0 22-16,0 0-27 16,0 0 20-16,0 0-7 15,0 0-9-15,0 0-4 16,0 0-12-16,0 0 8 16,0 0-1-16,0 0-14 15,0 5 15-15,0-2-5 0,0 5-3 16,-9 0 0-1,-3 4 0-15,-7 4 1 0,-9 9-5 16,0 6 12 0,-12 10-11-16,-13 11 15 15,1-1-7-15,-7 10-1 0,-3-5 3 16,9-4-2 0,6-3 9-16,1-5-14 0,12-5 7 15,6 2-10-15,3-9 10 16,19 0-14-16,-10 0-1 15,10-8 6-15,0-4-32 16,6-8-18-16,0-12-41 16,0 0-74-16,0 0-120 0,6-24-149 15</inkml:trace>
  <inkml:trace contextRef="#ctx0" brushRef="#br0" timeOffset="141588.24">19603 6781 354 0,'0'0'320'0,"0"0"-236"0,0 0 15 15,0 0-15 1,0 0-63-16,0 0-8 0,27 41 8 15,8-10 33-15,5 5-19 16,6 5 8-16,7-1-21 16,0 4-2-16,-1-4-15 15,-5 5 1-15,-7-2 14 16,10 5-12-16,-25-3 15 16,3-9-22-16,-16-5 0 0,10-10-1 15,-10-9-12 1,-6-4-42-16,1-8-77 0,-1 0-156 15,-6 0-20-15</inkml:trace>
  <inkml:trace contextRef="#ctx0" brushRef="#br0" timeOffset="142636.8">20458 6224 352 0,'0'0'234'0,"0"0"-151"0,0 0-59 0,0 0-19 16,0 0 23-16,0 0 35 15,62-77-6 1,-55 77 2-16,11-3-38 0,-2 3 14 16,-4 0-22-1,0 0 7-15,1 0-13 16,2 0-5-16,-2 8-1 0,-13 15 0 16,0 10-1-16,0-2-34 15,0 5 6-15,0 0 26 16,-13-3 1-16,-8 0 2 15,-10-14 44-15,21-7-12 16,4-4-14-16,6-8-11 16,0 0-8-16,0 0 0 15,0 0-22-15,0 0 22 0,6 0 6 16,16 0 8-16,-3 0 0 16,2 0 8-16,-8 0-11 15,-1 5-5-15,4-5-6 16,-10 0-10-16,-6 0 4 15,6 0-55-15,-6 0-5 16,12 0-35-16,-5 0 22 16,14 0-19-16,-8 0-57 15,8 0-152-15</inkml:trace>
  <inkml:trace contextRef="#ctx0" brushRef="#br0" timeOffset="143051.8">20868 6344 462 0,'0'0'165'0,"0"0"-77"0,0 0 4 0,0 0-20 0,0 0-50 0,0 0 5 16,0 28-27-16,0-28-5 16,0 0 5-16,0 0 0 15,0 0 33-15,6 0-11 0,6 0 35 16,1-4 0 0,-4-20-6-16,3 0-28 15,-6-4-15-15,-6 0-8 16,0 3-1-16,0 14-3 0,0 3 8 15,0 8 1-15,0 0-5 16,-18 0-20-16,-38 0-20 16,16 16 17-16,-1 4-27 15,10-4-36-15,10-8-4 16,21-8 28-16,0 4-38 16,0-4-96-16,0 0-144 15</inkml:trace>
  <inkml:trace contextRef="#ctx0" brushRef="#br0" timeOffset="143737.36">21221 6084 360 0,'0'0'116'0,"0"0"-5"0,0 0 5 0,0 0-31 0,0 0-25 16,0 0-11-16,0 0-29 0,0 0-18 15,0 0 7 1,0 0-4-16,12 8 10 16,16 0-13-16,6 3 10 0,-9 1-10 15,3 1 6 1,-22 7-8-16,7-1-7 0,-13 6-11 16,0-1 18-16,0 4 12 15,-13 4-9-15,-15-8-3 16,4 4 9-16,2-8-4 15,10-4 2-15,5-11 4 16,7 3-11-16,0-8-1 16,0 0-9-16,0 0 1 0,13 0 9 15,15 0 3-15,-10 0 31 16,4 0-22-16,-16 3 9 16,0 1-17-16,-6 0 6 15,22 0-3-15,-3-4-7 16,-7 0 0-16,10 0-22 15,3 0 7-15,-4 0-86 16,-8 0-119-16,8-8-194 16</inkml:trace>
  <inkml:trace contextRef="#ctx0" brushRef="#br0" timeOffset="144251.77">21788 6092 426 0,'0'0'77'0,"0"0"27"0,0 0-22 0,0 0-18 0,0 0-18 0,0 0 1 0,-173 155-35 16,160-118-4-16,7-10-8 15,6 6 11-15,0-5 5 16,0-4-5-16,0-12 0 15,0 4-3-15,19-11 20 16,21-2-19-16,-12-3 19 16,3 0-15-16,-3 0 5 15,-6 0 20 1,-10-8-14-16,-12-8 6 0,0-7-15 16,0-2-15-16,0 1-3 15,0 12 0-15,-28 12 6 16,-12 0 6-16,-7 8 1 0,-5 37-7 15,-17 7 1 1,29-9-2-16,22-14-4 16,18-14-54-16,0-15-105 0,18 0-59 15,50 0-75-15</inkml:trace>
  <inkml:trace contextRef="#ctx0" brushRef="#br0" timeOffset="145651.58">18313 7174 281 0,'0'0'54'0,"0"0"30"0,0 0 47 0,0 0-87 0,0 0 22 0,0 0-21 0,-162 20-12 0,162-20-13 15,0 0-17-15,-6 0-6 16,0 0 6-16,6 0 19 16,0 0 21-16,-12 0 35 15,12 0-41-15,-7 0-9 16,7 0-11-16,0 0-13 15,0 0 7-15,0 0-8 16,-6 0 36-16,-3 0-8 16,3 0 18-16,-7 0-20 0,1 0 22 15,-10 0-23-15,10 8 0 16,-4-3-10-16,4-5-6 16,12 0-3-16,0 0-2 15,0 0-3-15,0 0 0 16,0 0 6-16,0 0-4 15,0 0-7-15,0 0 1 16,0 0-8-16,0 0 8 16,34 0-6-16,19 0 2 0,27 8 8 15,-5-1 10-15,24-7-9 16,-12 0 4-16,0 0-7 16,-7 0 7-16,-12 0-8 15,-9 0 0-15,-12 0-2 16,-13 0 11-16,0 0-21 15,-15 0 22-15,2 0-24 16,-8 0 9-16,-13 0-6 16,0 0-17-16,0 0-11 15,0 0-15-15,6 0-97 16,-6 0-157-16</inkml:trace>
  <inkml:trace contextRef="#ctx0" brushRef="#br0" timeOffset="193677.48">22430 7207 61 0,'0'0'247'0,"0"0"-220"0,0 0 3 0,0 0-18 0,0 0 10 0,0 0 14 16,0 8 39 0,0-8 2-16,0 0 3 0,0 0-25 15,0 0-16 1,0 0 9-16,0 0-12 0,0 0 39 15,0 0-31-15,0 0-3 16,0 0-11-16,0 0-13 16,0 7-5-16,0-2-10 15,0-5 14-15,0 0-14 16,0 0 27-16,0 0-11 16,0 0 19-16,-6 0-25 0,-6 0-1 15,12 0-1 1,0 8-8-16,0-8 2 0,0 0 1 15,0 0-5-15,0 0 11 16,0 0-4-16,0 0-5 16,0 0 9-16,0 0 1 15,0 0-11-15,0 3-1 16,12 5 8-16,28-3-1 16,1 10 2-16,-1-10-18 15,7-5 16-15,-7 8-12 16,0-8 10-16,-9 11-2 15,-3-11 1-15,0 9-2 16,-9-6-2-16,2-3 4 16,4 5-9-16,-9-5 8 15,15 0-6-15,-10 0-14 16,-8 0 4-16,-7 0-24 16,16 0-41-16,-4 0-52 0,4 0-56 15,-16 0-71-15</inkml:trace>
  <inkml:trace contextRef="#ctx0" brushRef="#br0" timeOffset="195573.51">23875 6914 86 0,'0'0'230'0,"0"0"-111"0,0 0 5 0,0 0-71 0,0 0-15 0,0 0-20 0,0 0 20 16,0 0-26 0,0 0 13-16,0 0-9 0,0 0 23 15,0 16 29-15,0 7-2 16,0 2-2-16,-15 7-27 16,-4 4 13-16,7 4-32 15,-16 4 8-15,9 0-24 16,-9 4 5-16,-6 1-1 15,0 18 3-15,-6 2 16 16,-7 7-12-16,-5 8 18 16,33-15-24-16,-3-13-1 15,16-12-1-15,6-16-10 16,0-9-11-16,0-14-16 16,0-5-53-16,0 0-17 0,0 0 5 15,0 0-43-15,6-20 57 16,7-12-144-1</inkml:trace>
  <inkml:trace contextRef="#ctx0" brushRef="#br0" timeOffset="195959.48">23441 7127 306 0,'0'0'475'0,"0"0"-447"0,0 0 38 0,0 0 30 0,0 0-28 15,0 0 10-15,158 119-30 16,-111-75-3-16,2 12-27 16,-11-3 22-16,2 7-22 15,-6 4-3-15,0-4-7 16,-15 1-15-16,15-5 7 0,-19-12-13 16,-8-20-8-16,-1-4-20 15,6-20 4-15,1 0-91 16,2 0-117-16,-3-24 4 15</inkml:trace>
  <inkml:trace contextRef="#ctx0" brushRef="#br0" timeOffset="196841.91">24002 6601 289 0,'0'0'60'0,"0"0"41"0,0 0-8 0,0 0-20 16,0 0-30-16,0 0 16 15,0-33-4-15,0 14-20 16,0 2 24-16,7 1-10 16,11 4-10-16,4 9-27 15,-4 3 10-15,-2 0-19 0,3 0-5 16,8 0 6 0,-14 23-5-16,-13 2 1 0,0 14 0 15,0 5-1 1,0-3 1-16,-6 3-1 0,-28-4-12 15,15 0 6-15,-3-8 2 16,10-11 5-16,12-6 9 16,0-7-1-16,0-3-8 15,0-2 1-15,46-3-6 16,13 0 10-16,3 0-1 16,-3 0 0-16,-18 0-3 0,-14 0-1 15,-8 0-10 1,-13 0-11-16,-6 0-28 15,0 0-33-15,0 0-85 0,0 0-235 16</inkml:trace>
  <inkml:trace contextRef="#ctx0" brushRef="#br0" timeOffset="197037.78">24002 6601 240 0</inkml:trace>
  <inkml:trace contextRef="#ctx0" brushRef="#br0" timeOffset="197193.36">24002 6601 240 0,'441'188'302'0,"-441"-180"-285"0,0-8 1 0,0 0 19 0,28 0 45 16,3-19-18-16,-4-17-19 15,-8-2-28-15,-3 2 20 16,-10 0 20-16,-6-8-35 16,0 5-22-16,0 6 3 15,0 10-10-15,-41 15 0 16,1 8-14-16,-6 0 8 16,-13 19 5-16,9 26 3 15,-3 7 3-15,7 0-19 0,34-12-89 16,-10-16-96-16</inkml:trace>
  <inkml:trace contextRef="#ctx0" brushRef="#br0" timeOffset="197923.66">24802 6441 443 0,'0'0'86'0,"0"0"-26"0,0 0 45 0,0 0-60 0,0 0 11 15,0 0 26-15,0 0-16 16,0 0-35-16,0 0-22 16,0 0-3-16,16 0 4 15,2 0-15-15,4 0 14 16,-3 0-18-16,-7 0 9 15,4 24 0-15,-16-4 10 16,0 8-8-16,0 4 5 16,0 0 0-16,-7-8-10 0,-8 7 14 15,3-10-9 1,5-1 4-16,7-8 3 0,0-8-9 16,0-4-9-16,0 0-3 15,41 0 12-15,5 0-1 16,-21 0 2-1,25 0 10-15,-13 0-5 0,-15 0 2 16,18 0-8 0,-28 0 0-16,1 0 0 0,-13 0-1 15,0 0-3-15,0 0 3 16,9 0-10-16,-9-8-8 16,6-5-26-16,7-2-118 0,-1-6-144 15</inkml:trace>
  <inkml:trace contextRef="#ctx0" brushRef="#br0" timeOffset="198338.39">25398 6460 88 0,'0'0'323'0,"0"0"-252"0,0 0 31 0,0 0 4 0,0 0-46 16,0 0-18-16,46 77-31 15,-40-57 23-15,4 4-19 16,-10-4 33-16,0 4-1 15,0 4-2-15,0 0-43 16,0-5 11-16,0 2 0 16,-10-5-7-16,-8-4-2 15,-1 0 3-15,-3-4 8 16,10-4 11 0,-3-3 22-16,2-5-42 0,7 0 3 15,0 0-9-15,-7 0-22 16,-2 0-70-16,-4-36-107 0,13-9-22 15,-9 5-232-15</inkml:trace>
  <inkml:trace contextRef="#ctx0" brushRef="#br0" timeOffset="198458.11">25398 6460 736 0</inkml:trace>
  <inkml:trace contextRef="#ctx0" brushRef="#br0" timeOffset="198549.41">25398 6460 736 0,'-106'-64'72'0,"119"64"-71"0,61 0 29 0,7 0 98 15,6 0-127 1,-35-11-1-16,-11-2-75 0,-17 1-36 16,-2-4-179-1</inkml:trace>
  <inkml:trace contextRef="#ctx0" brushRef="#br0" timeOffset="201570.74">21041 7323 165 0,'0'0'143'0,"0"0"-142"0,0 0 6 0,0 0 25 0,0 0 3 16,0 0-3-16,0 0 40 16,0 0-12-16,0 0 2 15,0 0 25-15,0 0-11 0,0 0-12 16,0 0-12-16,0 0 3 15,0 0-30-15,0 0 14 16,0 0-35 0,0 0 18-16,0 0-22 0,0 0 17 15,0 0-2-15,0 0-1 16,0 0 18-16,0 0-11 16,0 0 11-16,0 0-29 15,6 0 5-15,41 0-8 16,21 0 15-16,10 0 7 15,2 4-10-15,1-4-6 16,-19 4-2-16,3-4-2 16,-18 0 3-16,-7 0-6 0,-12 0 9 15,-16 0-15-15,1 0 7 16,2-8-3 0,-15-5-19-16,6 10-14 0,0 3-60 15,1 0-119-15,-1 0-6 16,-6 0-91-16</inkml:trace>
  <inkml:trace contextRef="#ctx0" brushRef="#br0" timeOffset="-208269.44">22316 6557 297 0,'0'0'84'0,"0"0"23"0,0 0 16 0,0 0-63 0,0 0 10 16,0 0-3-16,0 0 3 15,-106 39 14-15,72-22-15 16,22 2 24-16,-10 2-63 16,10 15 6-16,-7 9-34 15,-3 10 28-15,10 17-22 16,6 5 8-16,6 10-4 16,0-2-1-16,0 12-11 15,18-14 7-15,10 6-14 16,6-5 7-16,7-12-13 0,11-4-48 15,29-12 20 1,6-23-73-16,6-22-184 0</inkml:trace>
  <inkml:trace contextRef="#ctx0" brushRef="#br0" timeOffset="-206825.17">25987 6797 198 0,'0'0'181'0,"0"0"-35"0,0 0-54 0,0 0-34 0,0 0-55 0,0 0 9 16,12 53-8-16,-6-33-4 15,4 7 9-15,2 14 69 16,16 18 15-16,-9 10 2 15,-7 7-13-15,4 9-8 16,-16 11-35-16,0-1-35 16,0 2 4-16,0 8-8 15,0-9-18-15,-47-16-95 16,-3-16-172-16</inkml:trace>
  <inkml:trace contextRef="#ctx0" brushRef="#br0" timeOffset="-195089.32">18579 8265 468 0,'0'0'81'0,"0"0"17"0,0 0-16 0,0 0-18 0,0 0-34 0,0 0 3 0,0 0 23 15,-93 0-13-15,47 0 14 16,12 0-6 0,-7 0 16-16,17 0-38 0,-4 0 2 15,3 0-20-15,16 0 1 16,2 0-1-16,7 0-7 16,0 0 7-16,0 0-1 15,0 0 10-15,-18 0-18 0,12 0 10 16,-10 0-8-16,16 0-4 15,0 0 0 1,0 0 0-16,0 0-1 16,0 0-16-16,0 0 14 0,0 0-7 15,0 0-1-15,0 0 11 16,22 8-9-16,37 8 18 16,15 1-3-16,19 2 2 15,16 6-2-15,8-10 9 16,17 1-9-16,2-8 0 15,10 0-2-15,-13-8-5 16,7 0 13-16,2 4-11 16,-14-4 0-16,-11 8 3 15,-2-3-3-15,6-2 7 16,-6-3-15-16,18 8 18 16,7 0-15-16,15-3 11 0,-3 2-13 15,3-2 6-15,-3-2 0 16,-4 5 0-16,-2 5 5 15,-6-6-11-15,-13 1 12 16,-13-3-13-16,-14-5 19 16,8 3-19-16,-21 2 17 15,18-1-11-15,10-4 3 16,0 4 5-16,12-4-7 16,13 0 3-16,-7 4-3 15,0-4 2-15,16 0 7 16,-3 0 1-16,0 0-19 0,-13 0 13 15,-18 0-5-15,-7 0 1 16,-2 0 0-16,-7 0-4 16,3 0 8-16,-3 0-12 15,-6 0 18-15,16 0-20 16,-4 0 19-16,4 0-11 16,-4 0 3-16,10 0-1 15,-22 0 0-15,15 0 2 16,-8 0-10-16,-13 4 17 15,6-4-16-15,-13 0 18 0,-12 4-17 16,25-1 10 0,-6 5-4-16,6-8 0 0,0 5 0 15,-12 3-5 1,-7-4 12-16,-2 4-14 0,-10-5 14 16,-3 2-13-1,-13-1 14-15,16-4-13 0,-15 0 5 16,-1 0 0-16,-6 4 1 15,1-4 4-15,-7 0-7 16,-16 0 11 0,-5 0-6-16,-13 0 6 0,0 0-5 15,0 0-3-15,0 0 19 16,6 0 2-16,-6 0-3 0,0 0 1 16,0 0-18-1,0 0 11-15,0 0-6 0,0 0-11 16,0 0 12-1,0 0-3-15,9 0-4 16,-9 4 8-16,0-4 13 0,0 0-10 16,0 0 7-16,0 0-17 15,0 0-4-15,0 0-5 16,0 0-12-16,0-8-97 16,-62-12-115-16</inkml:trace>
  <inkml:trace contextRef="#ctx0" brushRef="#br0" timeOffset="-188709.58">18567 8117 95 0,'0'0'18'0,"0"0"-5"0,0 0 60 0,0 0-55 0,0 0 39 0,0 0 79 0,0 0-39 0,0 0-56 16,0 0-30-16,0 0 35 16,0 0-25-16,0 0 16 15,0 0 11-15,-6 0 36 16,-1 0-18-16,1 0 2 16,-3 0-20-16,3 0-22 0,6 0-3 15,0 0-19-15,0 0-1 16,0 0 7-16,0 0-13 15,0 0 7 1,0 0-4-16,0 0 0 0,0 0 0 16,0 0-4-16,0 0 9 15,-6 0 17 1,6 0-18-16,0 0 20 0,0 0-22 16,0 0 17-1,0 0-10-15,0 0 7 0,0 0-14 16,0 0 5-16,0 0-5 15,0-8 6-15,0-8-10 0,0-9 9 16,21-14-14 0,26-10 9-16,18-7-2 0,9-8 0 15,7-8 1-15,24 8-7 16,10-9 13-16,6-6-11 16,6-6 12-16,13-7-13 15,15-1 12-15,3-7-14 16,3-8 6-16,0 0-1 15,1-5 2-15,-11 5-2 16,-11 8-5-16,-13 12 14 16,-6 12-16-16,-12 4 21 15,-10-1-20-15,-6-3 8 0,15-4-7 16,4 0-9 0,-4-1-16-16,-8 5 18 0,-13 24-4 15,-13 20 9-15,-21 7 10 16,-19 6-9-16,-6 15-3 15,3-4-3-15,-3-5-18 16,6 2-46-16,-9-6-50 16,-4 6 2-16,-2-9 16 15,9 4-53-15,-10-4 34 16,-8 7 73-16,-10 13 49 16,0 0-187-16</inkml:trace>
  <inkml:trace contextRef="#ctx0" brushRef="#br0" timeOffset="-187326.8">19330 6015 269 0,'0'0'109'0,"0"0"-36"0,0 0 20 16,0 0 2-16,0 0-49 15,0 0-9-15,12 0 2 0,-6 0-14 16,10 0 6-16,-10 0-3 16,13-20 8-16,2 9-21 15,4-10 11-15,15-11-18 16,1 8 18-16,11-16-11 15,10-4-8-15,19-5 2 16,6-7-3-16,0 1-10 16,-1-9 16-16,1-5-5 15,6-8-4-15,-6 2 17 16,0-5-10-16,0 3-5 0,-7 13 1 16,7 0-5-16,0 8 0 15,-13 7 4-15,7 2 10 16,-3-6-9-16,2 1 3 15,1-12-4-15,27-5-10 16,-15-3 9-16,0-3-8 16,-12 3 1-16,0 11-20 15,-22 20 19 1,-25 18 0-16,-16 15-3 0,-8 3 14 16,-10 5 8-16,0 0 18 15,6 0-5-15,-6 0-7 16,6-3-20-16,-6 3 1 15,0 0 11-15,0 0-7 16,0 0 3-16,0 0 19 16,0 0-13-16,0 0 10 15,0 0-15-15,0 0-7 0,0 0 1 16,0 0 4-16,0 0 4 16,0 0-8-16,0 0 16 15,0 0-16-15,0 0 6 16,0 0-6-16,0 0-7 15,0 0 3-15,0 0-19 16,0 0 18-16,0 0 2 16,0 0-19-16,0 0 8 15,0 0 5-15,0 0-21 16,0 0 10-16,0 0-69 16,-12 0-278-16</inkml:trace>
  <inkml:trace contextRef="#ctx0" brushRef="#br0" timeOffset="-177153.54">21463 9460 243 0,'0'0'109'0,"0"0"-7"0,0 0-13 0,0 0 7 0,0 0-58 0,0 0-7 0,0 0-12 16,-62 0-2-16,62 0 30 15,-6 0 18 1,-1 0 38-16,1 0-49 0,0 0 9 16,-3 0-23-16,-4 0-5 15,13 0-33-15,0-8 8 16,0 8-10-16,0 0 1 15,0 0-7-15,0 0 19 16,0 0-2-16,0 0-6 0,0 0 22 16,-6 0-16-16,6 0-3 15,-6 0-8-15,0 0 0 16,6 0-1-16,-10 8 1 16,4 17-2-16,0 14 6 15,-6 5-1-15,12 0 2 16,-7 9-5-16,-2 3 2 15,3 4 2-15,0 4-6 16,0 5 7-16,-13-5-10 16,3-9 9-16,4-10-21 15,6-17 6-15,0-12 6 16,6-12-23-16,0-4 2 0,0 0 5 16,0 0-20-1,0 0-31-15,0-4-23 0,0-12 0 16,0-12-38-16,0 0-54 15,0-8-296-15</inkml:trace>
  <inkml:trace contextRef="#ctx0" brushRef="#br0" timeOffset="-176668.57">21026 9821 247 0,'0'0'123'0,"0"0"-63"0,0 0 55 0,0 0 22 0,0 0-36 16,0 0 4-16,-25 0-9 16,25 0-51-16,0 0-20 15,0 0-24-15,0 0 25 16,0 0-16-16,0 0 33 0,0 0-30 15,0 0 18-15,0 0-19 16,12 0 13-16,16 0-16 16,3 0-8-16,10 0-1 15,-1 0 0-15,0 0 0 16,0-12-33-16,1 0 13 16,-1 0-83-16,-6-4 18 15,-15 12-58-15,2 4 15 16,-14-4-49-16,-7 4-161 15</inkml:trace>
  <inkml:trace contextRef="#ctx0" brushRef="#br0" timeOffset="-175872.49">21655 10199 332 0,'0'0'0'0,"0"0"-48"0,0 0 40 0,0 0 6 0,0 0 2 0,0 0 57 15,13 23 76-15,-13-19-36 16,0-4 13-16,0 4-20 0,0-4-40 16,0 0-31-16,0 0-13 15,0 0 15-15,0 0-19 16,0 0 27-1,0 0 3-15,0 0 28 0,15 0-22 16,-15 0-2-16,6 0 7 16,7 0-17-16,21-15-16 15,12-26 7-15,13-11 24 16,9-12-29-16,13 0-8 16,-7-5 8-16,4-6-24 15,-4-6 12-15,-5 13-27 16,-17 4 6-16,-5 15-21 15,-19 21-27-15,-16 17 0 0,-12 11 26 16,0 0-49 0,0 0 37-16,0 11-44 15,-12 2-200-15</inkml:trace>
  <inkml:trace contextRef="#ctx0" brushRef="#br0" timeOffset="-175521.55">21829 9560 309 0,'0'0'293'0,"0"0"-291"0,0 0 34 0,0 0 89 0,0 0 0 0,161 209 2 0,-62-128-64 16,-12-1 5-16,0 0-53 16,-13-4 8-16,-15-8-21 15,-25-4 4-15,7-16-6 16,-20-12-1-16,-8-12 0 15,-7-12-27-15,-6-12-38 16,0 0-157-16,0 0-250 16</inkml:trace>
  <inkml:trace contextRef="#ctx0" brushRef="#br0" timeOffset="-174389.31">22492 9039 478 0,'0'0'236'0,"0"0"-161"0,0 0-14 0,0 0-13 16,0 0-48-16,0 0-2 15,31-8 0-15,-9-4 2 16,12 4 22-16,-15 0-8 16,21 0 24-16,-12 8-27 0,-16 0 11 15,22 0-17 1,-15 8-9-16,3 17 13 16,-22 6-9-16,0 13 0 15,0 9-18-15,-10-1 12 0,-30 12-38 16,-13-8 26-16,19-4 7 15,3-11 6-15,10-10 10 16,21-11 7-16,0-16-8 16,0 5-4-16,34-9-8 15,40 0 8 1,-3 0 1-16,4 0 2 0,-13 0 8 16,-31 0-5-16,9 0 19 15,-18-9-19-15,-10 5-4 16,-5-16-2-16,20 8-38 15,-2-7-79-15,-9 6-82 16,-4 13-211-16</inkml:trace>
  <inkml:trace contextRef="#ctx0" brushRef="#br0" timeOffset="-173804.91">23038 9239 287 0,'0'0'113'0,"0"0"-36"0,0 0 79 0,0 0-61 0,0 0-32 15,0 0-35-15,-127 72-5 0,127-55-15 16,0-5-6 0,0-5-4-16,28 2 8 0,12-5 6 15,13-4 9-15,9 0 24 16,-3 0-28-16,15-32 14 15,-21-13 4-15,-13-7-24 16,-6-4-10-16,-27 4 7 16,-7 8-16-16,0 16 18 15,0 12-21-15,-22 16 11 16,-31 0-8-16,-6 0-9 16,-15 24-3-16,21 9-56 0,13-6-92 15,6-2-243-15</inkml:trace>
  <inkml:trace contextRef="#ctx0" brushRef="#br0" timeOffset="-173024.8">23460 9128 387 0,'0'0'94'0,"0"0"-5"0,0 0-7 0,0 0-67 15,0 0-15-15,0 0-4 16,-6 3 4-16,6-3 1 15,0 0 24-15,12 0 28 16,10 0-13-16,-10 0 21 0,7 0-35 16,-4 0-2-1,-2 5-21-15,8 6-6 0,-15-2-2 16,1 7-21-16,-7 7 25 16,0 10 1-16,0 3 6 15,0 8-1-15,-13-5 1 16,-8 2 1-16,8-16-8 15,13-2 1-15,0-15 0 16,0 0-3-16,0-8-7 16,40 0-1-16,13 0 11 15,-6 0 24-15,12 0-18 16,9-16 21-16,-28-7-26 0,13 2 19 16,-7 9-10-1,-18 0-8-15,-9 8-2 0,-4 0-12 16,-2 0-36-16,-1-5-54 15,-12 2-86-15,0-5-412 16</inkml:trace>
  <inkml:trace contextRef="#ctx0" brushRef="#br0" timeOffset="-172309.21">24102 9100 126 0,'0'0'131'0,"0"0"25"0,0 0 18 0,0 0-56 0,0 0-28 0,0 0-22 0,0 3-14 15,0 5-7-15,-7 0-33 16,-27 4 25-16,0 4-32 16,9-4 10-16,-9 4-13 15,6 1 22-15,4 2-8 16,17-2 6-16,-8-1-6 0,15-8-17 15,0 8-1 1,0-9 6-16,0 1-14 16,22 5 9-16,18-9-3 15,-22 4 4-15,23 0 13 16,-7 4-2-16,12 0-4 0,-5-5-4 16,-23 6 3-16,23-1-8 15,-13-4 4-15,-16-8-8 16,0 12-3-16,-12 0 5 15,0-3 2-15,0 18 0 16,0 5 30-16,-18 0-17 16,-23 1-3-16,7-5-1 15,9-12-18-15,-2-9-6 16,27-7 2-16,-19 0-36 16,3 0-33-16,-2-28-106 0,-10-24 20 15,3 4-342-15</inkml:trace>
  <inkml:trace contextRef="#ctx0" brushRef="#br0" timeOffset="-172183.5">24102 9100 693 0</inkml:trace>
  <inkml:trace contextRef="#ctx0" brushRef="#br0" timeOffset="-172107.49">24102 9100 693 0,'-115'28'146'0,"143"-33"-127"0,6-3 31 0,12-7 176 16,1 2-202-16,-1 5-15 0,-5 0-18 16,5 1-6-1,-5-6-52-15,-14 5-89 0,-8 4-194 16</inkml:trace>
  <inkml:trace contextRef="#ctx0" brushRef="#br0" timeOffset="-166378.47">24836 9697 270 0,'0'0'109'0,"0"0"-30"0,0 0-10 0,0 0-45 0,0 0-19 0,0-21 7 15,0 18-9 1,0 3 55-16,-6 0 16 0,0 0 9 16,0 0-34-16,6 0 15 15,-6 0-14-15,-4 0-8 16,10 0 17-16,0 0-37 16,0 0 12-16,0 0-29 15,0 0 24-15,0 0-23 16,0 0 12-16,0 24-2 15,0 4 2-15,0 12 7 16,0 1-19-16,0 3 20 0,0 3-25 16,0 1 10-16,0 4-5 15,0 1-3-15,0-1-3 16,0-4 0 0,10-8-3-16,-4 0 3 0,0-8-4 15,6-4-12-15,-5-11 14 16,-7-6-40-16,15 2 23 15,-15-9-25-15,0-4-30 16,6 0-8-16,-6 0-89 16,0 0-51-16</inkml:trace>
  <inkml:trace contextRef="#ctx0" brushRef="#br0" timeOffset="-165897.29">24396 10078 457 0,'0'0'65'0,"0"0"3"0,0 0 84 0,0 0-78 16,0 0-40-16,0 0 31 16,0-4-9-16,13 4 1 15,27 0-30-15,0-8 43 16,0 8-55-16,7 0-4 16,6 0-1-16,3-5-9 0,2-6 0 15,11 3-1-15,-10-9-10 16,-13 2-47-16,-6-1-3 15,-21 0-70 1,3 7-90-16,-22-7-444 0</inkml:trace>
  <inkml:trace contextRef="#ctx0" brushRef="#br0" timeOffset="-164885.92">25605 9540 207 0,'0'0'95'0,"0"0"-44"0,0 0 24 0,0 0-14 0,0 0-42 0,0 0 23 16,22 0 20-16,-22 0 52 15,0 0-5-15,0 0-7 0,-22 0-78 16,-5 0 34 0,2 0-27-16,-3 0 11 0,-6 12-3 15,3 9-29-15,3-6-6 16,9 6 2-16,4 2 3 15,8 6-6 1,7-1 8-16,0 0-10 0,0-3-2 16,0-2 2-16,35-3-1 15,23 1 0-15,11-6-5 16,5-3 2-16,-9 0 4 16,3 4-13-16,-9-4 12 15,-6 12-7-15,-6-7 1 16,-20 2 5-16,-8-2-9 15,-3-6-4-15,-16 2 8 16,0-1 6-16,0 16 1 0,0 8 9 16,-16 11 22-16,-49 10-25 15,-3-1 6-15,3-12-5 16,3 1 11-16,21-13-8 16,4-12-5-16,9-12-12 15,7 4 12 1,21-12-14-16,-7 0-20 0,1 0-7 15,-6-12-65-15,-10-16-94 16,10-9-39-16,-7-3-205 16</inkml:trace>
  <inkml:trace contextRef="#ctx0" brushRef="#br0" timeOffset="-164430.37">25506 9629 487 0,'0'0'348'0,"0"0"-309"0,0 0 27 0,0 0-15 0,0 0-34 0,0 0 28 15,233-80-3-15,-171 63-17 16,3 1-13-16,9 8-24 16,-9 4-4-16,-9-4-80 0,-15-3-147 15,-10-6-402-15</inkml:trace>
  <inkml:trace contextRef="#ctx0" brushRef="#br0" timeOffset="-163647.5">26694 9476 585 0,'0'0'113'0,"0"0"-31"0,0 0-1 0,0 0-3 0,0 0-60 15,0 0 12-15,0 76-23 16,-6-40 18-16,-7 5-3 15,-5 11 35-15,-10 4-20 16,-6 8-7-16,9 4-4 16,-16 8-7-16,1 1 10 15,0-9-29-15,6-12 0 0,6-16 0 16,15-4-2 0,13-12-13-16,0-4 1 0,0 1-8 15,0-9-26-15,0-4-37 16,0 0-11-16,0-5-97 15,0-3-112-15</inkml:trace>
  <inkml:trace contextRef="#ctx0" brushRef="#br0" timeOffset="-163298.39">26362 9842 598 0,'0'0'118'0,"0"0"-24"0,0 0 40 0,0 0-45 0,0 0 5 16,0 0-47-16,133 180-23 16,-86-124 10-16,6-4-25 15,9 8 20-15,-10-12-23 16,1-4-5-16,-7-8-1 0,-5 0 0 16,5-11-43-1,1 3-21-15,-7-17-82 0,-6-11-288 16</inkml:trace>
  <inkml:trace contextRef="#ctx0" brushRef="#br0" timeOffset="-158101.44">27391 10166 502 0,'0'0'188'0,"0"0"-158"0,0 0 57 0,0 0 16 16,0 0-58-16,0 0 7 15,0 0-16-15,245 0 16 16,-204 0-25-16,-1 0 13 15,-6 0-32-15,13 0 4 16,-13 0-8-16,0 0-4 16,-3 0-7-16,-9 5-38 15,18 6-44-15,-6-3-77 0,-3 1-86 16</inkml:trace>
  <inkml:trace contextRef="#ctx0" brushRef="#br0" timeOffset="-157038.14">28387 10318 192 0,'0'0'50'0,"0"0"-2"0,0 0 123 16,0 0-60-16,0 0 0 15,0 0-16-15,0 17 18 0,0-17-28 16,0 0-22-16,0 0-11 16,0 0-13-16,0 0-4 15,0 0-19-15,0 0 14 16,0-20-30-16,12-13 0 15,28-11 6-15,13-12-10 16,3-12 6-16,9 4-3 16,-3-8 1-16,-25 8-13 15,-3 0 12-15,-12-1-30 16,-16 5 29-16,-6 0-12 16,0 4 14-16,0-1-26 0,0 13-8 15,-12 12 13-15,-28 16 12 16,-7 0 6-16,19 16 6 15,0 0 21-15,10 0 0 16,-4 21-24-16,10 18 11 16,12 9-11-16,0 9 4 15,0-1-1 1,0-4-3-16,6 9 0 0,34-10-3 16,13 6-4-16,3-5 7 15,9-4-35-15,3 4 19 16,-9-4-11-16,3-4 1 15,-9 0 4-15,-7 0 21 0,-27-8-3 16,-4 4 8 0,-15 4 11-16,0 0-2 0,-34 9 41 15,-47-9-20 1,-5 0-15-16,-7-16 13 0,0 4-7 16,18-20-11-16,7-7-12 15,21-5-4-15,23 0-45 16,8 0-24-16,16 0-108 15,-18 0-656-15</inkml:trace>
  <inkml:trace contextRef="#ctx0" brushRef="#br0" timeOffset="54382.14">30511 6922 167 0,'0'0'222'0,"0"0"-152"0,0 0 3 0,0 0-20 16,0 0-19-16,0 0 16 15,0 0 24-15,0 0-28 16,0 0-2-16,0 0 12 16,0 0 23-16,0 0-35 0,0 0-18 15,0 0 3-15,0 0 7 16,0 0-6-16,0 0-14 16,0 0 8-16,0 0-9 15,0 0 9-15,0 0-17 16,0 0 15-16,0 0-18 15,0 0 5-15,0 0-9 16,0 8 0-16,9 20 0 16,3 11 1-16,1 14 16 15,-1 3-11-15,4 1 16 16,-4 7-19-16,1-9 1 0,2 6-4 16,-15 3-2-16,0-8-5 15,0 1-6-15,0-5 5 16,0-13-10-16,0-6 8 15,0-18-39-15,0-7-6 16,0-8-46-16,-6 0 6 16,-16 0-143-16,10-16-325 15</inkml:trace>
  <inkml:trace contextRef="#ctx0" brushRef="#br0" timeOffset="54968">30297 7443 93 0,'0'0'429'0,"0"0"-369"0,0 0 6 15,0 0-2-15,0 0-24 16,0 0 1-16,-13 0 18 16,13 0-2-16,0 0 11 15,0 0-12-15,0 0 12 16,0 0-7-16,13 0-14 15,21 0 2-15,6 4-17 16,13-4 7-16,-7 0-20 0,10 0-2 16,-9 0-17-16,-7 0 4 15,13 0-4-15,-13 0-7 16,0 0-13-16,-6 0-14 16,-3 0 10-16,-15 0-8 15,-4 0-8-15,-12 0-34 16,0 0-131-16,0 0-458 15</inkml:trace>
  <inkml:trace contextRef="#ctx0" brushRef="#br0" timeOffset="66127.5">31608 7010 293 0,'0'0'350'0,"0"0"-258"0,0 0 47 0,0 0-36 16,0 0-63-16,0 0 6 15,0 0 17-15,-6 4-57 16,6-4 24-16,0 0-13 16,0 0 16-16,0 0-17 0,0 4 12 15,0 0-5-15,0 4-9 16,0 8 8-16,0-4-17 15,0 4 10-15,-6 0-11 16,-3 0 3-16,2-4-6 16,1 12 19-16,-6 8-12 15,-10 9 15-15,-3 2-4 16,-9 22-1-16,0-6 17 16,-6-2-32-16,21-9 9 15,-3-7-10-15,10-18-4 16,6-2-11-16,0-6-4 15,6-7-17-15,0-8-22 16,0 0-2-16,0 0-19 16,-7 0-80-16,-8 0-127 0,-4-23-341 15</inkml:trace>
  <inkml:trace contextRef="#ctx0" brushRef="#br0" timeOffset="66539.41">31301 7142 543 0,'0'0'163'0,"0"0"-43"0,0 0 24 0,0 0-84 0,0 0 5 16,0 0-25-16,0 0-1 16,0 0-19-16,0 0 13 15,0 0-10-15,0 0 10 16,13 16 9-16,-7 8-2 16,9 16-1-16,10-4-24 15,-3 16 27-15,3-3-23 16,15-1-4-16,-6-1-13 15,7-6-4-15,-7-1-2 0,-3-3-14 16,-3-6 6 0,-1-6-28-16,-8-6-15 0,-7-7-29 15,4-12 16-15,-10 0-100 16,-6 0-165-16,0-12-362 16</inkml:trace>
  <inkml:trace contextRef="#ctx0" brushRef="#br0" timeOffset="67588.67">31735 6441 319 0,'0'0'163'0,"0"0"-100"0,0 0 19 0,0 0-70 0,0 0-9 0,0 0 2 15,-12 0 51-15,12 0 38 16,0 0 32-16,0 0-43 16,0-5-37-16,0 1 18 15,0 1-42-15,0-5-1 16,0 8-12-16,0 0 5 15,12 0-9-15,-5 0-6 16,-1 0 1-16,6 0-1 16,-2 0-5-16,2 0 2 15,-6 15-6-15,0 9 1 16,-6 1 3-16,0 6 12 16,0 2-1-16,0-14-3 15,0 1 4-15,0 1-5 16,0-9-1-16,0-12 0 0,0 4 1 15,7 3-4-15,8-7-3 16,4 8 0-16,2-8 12 16,4 0-7-16,16 0 6 15,-14 0 0-15,8 0-2 16,-11 0-1-16,-8 0-2 16,-4 0-10-16,-6 0-5 15,7-8-81-15,-4 8-15 16,-3-7-133-16,-6 3-235 15</inkml:trace>
  <inkml:trace contextRef="#ctx0" brushRef="#br0" timeOffset="68005.24">32163 6588 462 0,'0'0'83'0,"0"0"-7"0,0 0-3 0,0 0-47 0,0 0 0 16,0 0 41-16,53 0-12 15,-47 0 18-15,0 0 1 16,16 0-9-16,-9 0-3 15,-1-7-45-15,3-6 9 16,-8 2-24-16,-7 3 11 16,0 4-12-16,0-4 3 15,0-5-4-15,-22 5-8 16,-3-4-11-16,-3 12 2 16,10 0 7-16,-16 0 10 15,15 0-3-15,-9 0 3 16,0 0-14-16,22 0-50 15,6 0-3-15,0 0-42 16,0 0 0-16,0 0-19 16,0 0-132-16,6 0 30 0</inkml:trace>
  <inkml:trace contextRef="#ctx0" brushRef="#br0" timeOffset="68555.67">32483 6377 496 0,'0'0'195'0,"0"0"-63"0,6 0-16 0,3 0-68 16,-3 0-33-16,-6 0 10 15,0 0-13-15,0 0 0 16,0 0-12-16,7 0 1 15,-7 0 4-15,0 8-5 16,0 11 9-16,0 1 4 16,0 5-4-16,0-2-2 15,-7 6-4-15,-8-6 0 0,3-2-5 16,12-9 11-16,0-4-18 16,0-5 6-16,0-3-23 15,0 0 12-15,21 0 14 16,10 0-2-16,3 0 4 15,-6 0 7-15,-9 0-6 16,-4 0-1-16,-2 0-2 16,-13 0 0-16,6 0-3 15,0 0-5-15,-6 0 8 16,22 0-18-16,-10 0 0 0,1 0-85 16,15-3-31-16,-16-13-74 15,10 4-273-15</inkml:trace>
  <inkml:trace contextRef="#ctx0" brushRef="#br0" timeOffset="69222.24">32911 6308 240 0,'0'0'410'0,"0"0"-324"0,0 0 14 0,0 0-41 0,0 0-26 15,0 0-14-15,0 0 17 16,-19 0-16-16,7 12 25 16,-16 4 10-16,6 4-21 15,10-4-24-15,-1 0-7 16,-9 4 14-16,16-4-15 16,0-4 22-16,0 1-8 15,0-5 1-15,6-5-12 16,0 2-10-16,0-2 2 0,0-3-6 15,0 0-14-15,0 0-5 16,0 0 26-16,12 0 4 16,0 0 5-16,16 0-5 15,-9 0-4-15,3 0-12 16,-4 0 3-16,-8 0-7 16,2 0-24-16,-12 0 33 15,0 0 9-15,0 0 6 16,0 0-5-16,0 0 22 15,0 0-1-15,0 0-3 16,0 0-8-16,0 4 2 0,0 17 8 16,0-1-13-1,0-1 6-15,0-2-14 0,0 2 20 16,0 9-12-16,0-11 2 16,0-9-10-16,0 3 0 15,0-3-10-15,0-8-40 16,0 5-36-16,0-5-140 15,0 0-309-15</inkml:trace>
  <inkml:trace contextRef="#ctx0" brushRef="#br0" timeOffset="71950.65">20151 11350 195 0,'0'0'130'0,"0"0"-49"15,0 0 75-15,0 0-40 16,0 0-12-16,0 0-9 15,0 0 11-15,0 0-47 16,0 0 5-16,0 0-20 16,0 0-11-16,0 0-2 0,0 0-18 15,0 0 21-15,0 0-32 16,0 0 32-16,0 0-18 16,0 0 10-16,0 0-2 15,0 0-7-15,0 0 3 16,0 0-18-16,0 0-4 15,28 0 4-15,3 3-4 16,31 2 4-16,13 2 0 16,2-7 3-16,10 8 4 15,-6-8-9-15,-7 0-1 16,0 0-4-16,-2 0-37 16,-16 0 24-16,-16 0-31 0,-22 0 3 15,-18-8-79 1,0 8-207-16</inkml:trace>
  <inkml:trace contextRef="#ctx0" brushRef="#br0" timeOffset="73000.09">22151 10993 494 0,'0'0'54'0,"0"0"50"0,0 0 17 0,0 0-88 16,0 0 20-16,0 0 27 16,0 0-7-16,0 0 2 15,0 0-25-15,0 11 0 16,0 6-39-16,0 10 15 15,-15 6-23-15,-10 10 8 16,-9 1-10-16,0 9 2 0,-19-1-2 16,13 0 2-1,-7 12 5-15,1-3-1 0,-16 14-1 16,3 2 5-16,-9 3-12 16,2 0 1-16,4 1-2 15,10-21-4-15,27-12-12 16,-9-20 9-16,28 0-8 15,-10-16 2-15,16-12-28 16,0 0 0-16,0 0-92 16,0 0-103-16,0-4-77 15</inkml:trace>
  <inkml:trace contextRef="#ctx0" brushRef="#br0" timeOffset="73349.31">21655 11365 416 0,'0'0'106'0,"0"0"61"0,0 0 28 0,0 0-48 0,0 0-26 0,146 221-63 16,-106-161-26-16,1 1-26 15,-1 3 7-15,-6 0-12 16,-6-9 6-16,-10 6-5 16,-5-5-2-16,9-20 0 15,-4 0-4-15,-2-15-17 16,8-18-29-16,-2-3-53 15,3 0-95-15,3-12-28 16,-6-36-211-16</inkml:trace>
  <inkml:trace contextRef="#ctx0" brushRef="#br0" timeOffset="74215.03">22638 10631 190 0,'0'0'289'0,"0"0"-176"0,0 0 14 0,0 0-48 0,0 0-7 16,0 0 9-16,0-3-26 16,0 3 4-16,0-5-13 15,0-3-32-15,0 8-10 16,0-4 20-16,0 4-18 15,0 0 16-15,0 0-17 0,0 0-4 16,0 0-1-16,6 4 0 16,16 17 3-1,-16 2 3-15,-6 10-12 16,0 3 14-16,0 11-15 0,0 6 13 16,-22-1-8-16,-12-8 4 15,10-11 1-15,11-10-3 16,4-10 0-16,9-10-3 15,0-3 9-15,0 0-12 16,0 0-4-16,0 0 7 16,28 0 2-16,6 0 1 15,0 0 7-15,-9 0 1 16,3 0-1-16,-4 0-1 16,-2 0-6-16,-9 0 0 0,8 0-1 15,-14 0-33-15,17 0 5 16,-2 0-53-16,-3 0-11 15,2 0-125-15,-14 0-153 16</inkml:trace>
  <inkml:trace contextRef="#ctx0" brushRef="#br0" timeOffset="74598.82">23044 10844 295 0,'0'0'270'0,"0"0"-219"0,0 0 70 0,0 0-37 0,0 0-36 0,0 0 5 16,0 20-34-16,0-20 5 15,0 0-23-15,0 0 17 16,0 0 9-16,0 0 7 16,16 0 15-16,18-4-9 15,-3-32-15-15,15-8-14 16,-12-8-5-16,-6 12 0 15,-3-9-12-15,-15 25 3 16,-10 17-2-16,0-1 3 16,-10 8 2-16,-49 8 2 15,-15 31-2-15,-19 9-4 16,18-7-5-16,17-10-10 0,17-15-31 16,23-7-22-16,18-5-65 15,0-4 49-15,0 0-103 16,0 0 34-16,59 0 58 15,-7-4-89-15</inkml:trace>
  <inkml:trace contextRef="#ctx0" brushRef="#br0" timeOffset="75134.02">23512 10543 370 0,'0'0'41'0,"0"0"12"0,0 0-10 0,0 0-35 0,0 0-7 16,0 0 14-16,0-8 29 15,0 8 14-15,0 0-13 16,0 0-13-16,0 0 33 15,0 0 8-15,0 0 29 16,0 0-57-16,0 0-12 16,0 0-28-16,0 0 6 15,16 0-11-15,3 0 0 0,2 0 5 16,-2 16-1 0,-7 8 3-16,-12 1-3 0,0 11 21 15,0 0-12 1,0 3-2-16,0 10-11 0,-52-1-1 15,17-9 0-15,-5-6 2 16,28-13-13-16,12-12 24 16,-6-8-24-16,6 0 8 15,0 0 3-15,0 0-9 16,0 0-13-16,12 0 7 16,22 0 16-16,-15 0 17 15,9 0-4-15,12 0 18 16,-6 0-15-16,0 0 9 15,-3 0-23-15,-3 0-4 16,-9 0-22-16,9 0-35 0,-16 0-14 16,3-8-111-16,4 0-3 15,-13-4-158-15</inkml:trace>
  <inkml:trace contextRef="#ctx0" brushRef="#br0" timeOffset="75531.26">23940 10695 278 0,'0'0'259'0,"0"0"-238"0,0 0 103 0,0 0-61 15,0 0-43-15,0 0-11 16,-105 44 34-16,99-31-11 15,6 2-14-15,0 1 28 16,0 5-21-16,0-6 4 16,6 2-22-16,13 2 18 15,2 2-22-15,-2 3 7 16,3-3-5-16,-16 2 0 16,12-10 10-16,-18 6-15 15,0 1 28-15,0 0-10 16,0 1 7-16,0-1-21 15,-6-1 15-15,-19-10-19 0,-3 7 0 16,1-13-12-16,-8-3-28 16,4 0-11-16,4 0-55 15,-1-36-56-15,9 0-135 16,7-3-123-16</inkml:trace>
  <inkml:trace contextRef="#ctx0" brushRef="#br0" timeOffset="75613.35">23940 10695 483 0</inkml:trace>
  <inkml:trace contextRef="#ctx0" brushRef="#br0" timeOffset="75697.43">23940 10695 483 0,'-179'57'103'0,"200"-65"32"0,-15 3 1 16,35 5-39-16,-10 0-48 15,3 0-32-15,6 0-4 16,0 0 14-16,7 0-17 16,-1 0-10-16,-11-11-6 0,17-1-32 15,-30-9-145-15,-10 1-376 16</inkml:trace>
  <inkml:trace contextRef="#ctx0" brushRef="#br0" timeOffset="97579.71">23633 12007 497 0,'0'0'101'0,"0"0"-95"0,0 0 24 0,0 0-30 15,0 0-37-15,0 0 37 16,0 0 44-16,-12 0 56 16,12 0 31-16,0 0-10 15,0 0-58-15,0 0-15 0,0 0-25 16,0 0 12 0,0 0-22-16,0 0 22 0,0 0-15 15,0 0 5-15,0 0-12 16,0 0 0-16,0 0-13 15,0 0 5-15,0 0-13 16,34 0 16-16,19 0-1 16,12-4 1-16,3-4 6 15,0 8-13-15,-3-5 2 16,-12 5-3-16,-6 0-14 16,-19 0 7-16,6 0-9 15,-16 0 9-15,-2 0-29 16,-16-3-19-16,0-5-87 15,0 8-159-15</inkml:trace>
  <inkml:trace contextRef="#ctx0" brushRef="#br0" timeOffset="98944.5">24663 12260 105 0,'0'0'192'0,"0"0"-25"0,0 0-13 0,0 0-67 15,0 0-38-15,0 0-25 16,-13 12-12-16,13-12 4 16,0 0 4-16,0 0 25 15,0 0-2-15,0 0 13 16,0 0-21-16,0 0-8 0,0 0-13 15,0 0 8 1,0 0-1-16,0 0 7 0,0 0 10 16,0 0-14-16,0 0 13 15,0 0-21-15,0 0 7 16,0 0-22 0,0 0 4-16,0 0-5 0,0-12 0 15,35-29 6-15,23-11-4 16,17-7 0-16,5-6 6 15,-2 12-9-15,-22 14 11 16,-3 11-11-16,-35 12 1 16,-2 12-3-16,-10 4 0 15,-6-5 1-15,6-3-7 16,-6 5-28-16,6-10 7 16,0 6-31-16,-6-1-30 0,7 0-72 15,-7 0-61-15,0 8-286 16</inkml:trace>
  <inkml:trace contextRef="#ctx0" brushRef="#br0" timeOffset="99412.62">24582 11650 155 0,'0'0'447'0,"0"0"-326"0,0 0 16 16,0 0-3-16,0 0-58 0,208 257-27 0,-155-202 0 16,2 11-34-1,-14-3 19-15,-10-3-19 0,3-3 6 16,-12-5-20-1,-4-8 1-15,1-12-4 0,-4 0-6 16,4-12 2-16,9 0-34 16,-10-7 2-16,4-2-70 15,3-3 16-15,-10-8-111 16,-2 0-215-16</inkml:trace>
  <inkml:trace contextRef="#ctx0" brushRef="#br0" timeOffset="100559.73">25398 11221 120 0,'0'0'438'0,"0"0"-402"0,0 0 49 0,0 0 11 0,0 0-45 16,0 0 0-16,149 0-29 15,-143 0-9-15,-6 16 4 16,0 16 12-16,0 8-15 16,-6 1-5-16,-35 3-8 15,1 4-1-15,0-4 4 16,5-8-3-16,23-4 10 16,-3-17-6-16,15 6 17 0,0-14-22 15,0 1 0-15,0-8-1 16,34 0 1-16,28 0 2 15,-3 0 18-15,-7-15 13 16,-11-6-4-16,-1 10 5 16,-6-1-27-16,-15 4 17 15,-10 3-15-15,10 2-9 16,-7-2 0-16,3 5-37 16,-8 0-70-16,-1 0-89 15,-6 0-104-15</inkml:trace>
  <inkml:trace contextRef="#ctx0" brushRef="#br0" timeOffset="100897.61">25773 11525 378 0,'0'0'133'0,"0"0"-40"15,0 0 26-15,0 0-39 16,0 0-42-16,0 0 18 16,28 0 3-16,-10 0 21 15,4 0-1-15,-10-20-32 16,13 4-9-16,-9-7-26 0,-4-10 11 16,10 1-23-16,-16-4 5 15,6 8-5-15,-12 8-5 16,0 12 1-16,0 0-4 15,0 8-9-15,-40 0 4 16,-13 0 7-16,7 32-11 16,-16-7-10-16,31 6-65 15,3-6-24-15,6-6-141 16,22-2-195-16</inkml:trace>
  <inkml:trace contextRef="#ctx0" brushRef="#br0" timeOffset="101443.22">26179 11225 593 0,'0'0'86'0,"0"0"27"0,0 0-6 0,0 0-30 16,0 0-47-16,0 0-7 0,87-21-20 15,-87 26 30-15,0 15 25 16,0 4-29-16,0 12-2 16,0 0-14-16,-6-3-8 15,-19 6 2-15,9-14-13 16,10 3 6-16,0-9-5 16,6 1 3-16,0-7 1 15,0-1-2-15,0-4 1 16,0-5-2-16,0 5-4 15,12-8-15-15,22 0 1 16,7 0 22-16,5-8 8 16,1-12-2-16,-7 1-6 0,-6 2-2 15,0 9-3-15,-21 5-18 16,15 3-20-16,-4-5 6 16,-14-6-4-16,15 2-69 15,-25-2-85-15,0-6-284 16</inkml:trace>
  <inkml:trace contextRef="#ctx0" brushRef="#br0" timeOffset="102075.14">26657 11132 423 0,'0'0'134'0,"0"0"-19"0,0 0-19 0,0 0-19 0,0 0 39 0,0 0-65 16,-28 146-34-16,15-123-11 16,4-7 2-16,9 4 11 15,0-7-12-15,0-5 13 16,0-1-12-16,0 6 19 16,0-13-22-16,28 3-5 15,6-3 5-15,12 0-4 16,-11 0 7-16,5 0-6 15,-9 0 1-15,-16 0 3 16,-8-3-11-16,-1-2 5 16,-6 5-1-16,0-8-10 15,12 1 7-15,-12 7-1 0,0-8 2 16,0-5 2 0,0 9 2-16,0 0-6 0,0 0 10 15,0 4 8-15,0 0 2 16,0 0 5-16,0 0-7 15,0 0 12-15,0 0-23 16,-12 12 5-16,6 9-1 16,-16 15-2-16,9 0 8 15,7 0-5-15,-6-8 22 16,12 3-22-16,0-10 0 16,0-6-7-16,0 2-5 15,0-9-21-15,0-4-35 16,0 3-62-16,0-7-207 15</inkml:trace>
  <inkml:trace contextRef="#ctx0" brushRef="#br0" timeOffset="107653.83">22672 11947 296 0,'0'0'1'0,"0"0"28"0,0 0-15 0,0 0 48 0,0 0 41 16,0 0-23-16,0 0 4 15,-28 0-30-15,28 0-16 0,0 0-15 16,0 0-21-1,0 0 6-15,-6 0-5 0,6 0 23 16,0 0 23 0,0 0 34-16,0 0-24 0,-6 0 1 15,6 0-7 1,0 0-25-16,0 0 0 0,0 0-14 16,0 0 16-16,0 0-28 15,0 0 17-15,0 0-17 16,0 0 9-16,0 0-2 15,0 0 2-15,0 0 0 16,0 0-10-16,0 0 3 16,0 0 0-16,0 4-8 15,0-1 1-15,18-3 1 16,29 13 4-16,9-9 2 0,-3-4 0 16,-1 4-3-16,1-4-2 15,15 0 8-15,-21 0-7 16,-1 0 5-16,-18 0-10 15,-16 0 4-15,1 0 0 16,-7 0-18-16,3 0 0 16,4 4 5-16,-1-4-15 15,-6 8-24-15,-6-8-110 16,0 0-269-16</inkml:trace>
  <inkml:trace contextRef="#ctx0" brushRef="#br0" timeOffset="108402.56">23447 12440 342 0,'0'0'207'0,"0"0"-164"0,0 0 56 0,0 0-62 16,0 0-15-16,0 0-4 15,-52 8 3-15,52-8 27 16,-16 0 38-16,10 0-10 16,-6 0-23-16,-10 0-12 15,9 0-19-15,-5-24 1 0,-4-9-20 16,22-3 8-16,-6-8 2 16,6 0 0-16,0-15-8 15,0-2 0-15,0-7-10 16,40-4-18-16,-6-4 6 15,19 4-20-15,-6 0 7 16,11 3-8-16,4 9 1 16,-3 7-16-16,-6 17-59 15,9 13 20-15,-22 7-50 16,1 0-197-16</inkml:trace>
  <inkml:trace contextRef="#ctx0" brushRef="#br0" timeOffset="109320.35">27416 11605 355 0,'0'0'193'0,"0"0"-123"0,0 0 9 16,16 246-14-16,-10-182-6 15,-6 16-26-15,0-4-11 16,0 12 69-16,0 0-18 0,-40 17-20 16,-13-9 17-1,3 0-33-15,13-16-5 0,-3-11-22 16,6-9-7-16,0-12-3 16,6-8-33-16,9-12-10 15,-9-19-173-15,3-9-594 16</inkml:trace>
  <inkml:trace contextRef="#ctx0" brushRef="#br0" timeOffset="110434.83">20291 12757 244 0,'0'0'64'0,"0"0"24"0,0 0 61 0,0 0-61 16,0 0-50-16,0 0-9 15,-106 0 37-15,72 0 19 16,-6 0-14-16,12 0-10 16,-3 0-18-16,-3 0 22 15,6 0-34-15,9 0-8 16,4 0-20-16,15 0-2 15,0 0 2-15,0 0-1 16,0 0 5-16,0 0-3 16,0 0-1-16,0 0 7 15,62 21-6-15,25-2 10 16,28 1 17-16,30 0-23 0,35-4-1 16,15 0 9-1,44-4-4-15,22 1-5 0,33 2-1 16,13 1-4-16,3 9 7 15,16 14-8-15,-19 2 2 16,9 3-6-16,-3 0 0 16,7-8-2-16,-26-8 5 15,13-3-1-15,9-14-3 16,10-3 8-16,24-8-13 16,16 0 21-16,3-8-22 15,3-12 18-15,-31 4-13 0,-24 0 9 16,-44 16-4-1,-41 0 0-15,-43 0-2 16,-21 24-3-16,-29 8 8 16,-12 0-10-16,-12 1 8 0,-10-10-4 15,-5 5-6-15,2-7-11 16,-3-9 3-16,-6-9-15 16,-12-3 7-16,-13 0-112 15,-43 0-165-15</inkml:trace>
  <inkml:trace contextRef="#ctx0" brushRef="#br0" timeOffset="115769.84">20158 12424 590 0,'0'0'72'0,"0"0"-65"0,0 0 70 0,0 0-13 0,0 0-18 16,0 0-8-16,0 0 32 15,0 4-45-15,0 0 10 16,0-4-5-16,0 0 12 15,0 0-12-15,0 0-15 0,0 0-2 16,0 0-12 0,0 0 3-16,0 0-1 0,0 0-6 15,46 0 2-15,35-32 1 16,40-16 9-16,34-32 2 16,31-25 6-16,40-19-11 15,16-21 3-15,25-15-5 16,5 4 9-16,4-4-6 15,-28 7-9-15,-21 16 2 16,-41 26-7-16,-47 22-35 16,-36 37-57-16,-44 8-15 15,-25 24-43-15,-22 4-29 0,-12 12-171 16</inkml:trace>
  <inkml:trace contextRef="#ctx0" brushRef="#br0" timeOffset="116819.45">21134 10659 193 0,'0'0'126'0,"0"0"-125"0,0 0 84 0,0 0 85 0,0 0-75 15,0 0-21-15,-46 21 10 16,46-21-24-16,0 0 13 16,0 0-29-16,0-16-26 15,59-25 30-15,43-31 21 16,25-17-16-16,25-14-21 15,43-13 0-15,10-21-24 16,18 5 16-16,16-13-17 0,3-3 1 16,-3 16-3-1,9 4-3-15,-13 7 5 0,-30 13-3 16,-31 16-8-16,-32 20 7 16,-49 15-11-16,-34 21 7 15,-19 16 0-15,-24 8-5 16,3 8-8-16,-13 0-5 15,22-1-12-15,-10-3 25 16,10 0-18-16,-15 5 19 16,2 3-36-16,-9 0-2 15,-6 0-36-15,0 0 35 16,0 8 44-16,0 16 7 16,0-1 30-16,-15-10 16 15,9-9 1-15,-1-4-36 16,7 0 5-16,0 0-13 0,0 0 15 15,0 0-15 1,0 0-3-16,0 4-7 16,0-4-3-16,0 7-2 0,0 2 4 15,-6-1-5-15,0 0 10 16,0 0-9-16,-10 0 5 16,16 0-7-16,0-4-8 15,-12 4-34-15,-22 0-102 16,0 4-425-16</inkml:trace>
  <inkml:trace contextRef="#ctx0" brushRef="#br0" timeOffset="120476.41">23171 14093 514 0,'0'0'77'0,"0"0"-39"0,0 0 51 0,0 0-19 16,0 0-28-16,0 0-16 15,0 0-7-15,0 0-4 16,0 0 43-16,0 0-8 16,0 0 8-16,0 3-13 15,0 2-5-15,-6-2-9 0,6-3-10 16,0 5 1 0,-12-2-14-16,6 9 18 0,-10 1-22 15,-3 7 30 1,-8-1-21-16,2 6-2 0,-9 7-2 15,0 8-6-15,-1 4-6 16,-11 4 10-16,6 12-9 16,-7-4 11-16,-6 9-16 15,-6 7 14-15,-3-13-12 16,10-6 5-16,-1-9-7 16,31-11-3-16,-9-14-13 15,16-7 13-15,2-12-25 16,13 0-8-16,0 0-36 0,0 0-45 15,0-23-106 1,0-22-50-16</inkml:trace>
  <inkml:trace contextRef="#ctx0" brushRef="#br0" timeOffset="120859.66">22610 14153 577 0,'0'0'126'16,"0"0"-10"-16,0 0 35 0,0 0-66 0,0 0 4 0,161 233-57 16,-102-178 4-16,-3-2-15 15,-3-1 4-15,-7-1-16 16,-12-2 11-16,-9-9-14 16,3-4 2-16,-6 0-8 15,-4-4 0-15,-5-7-7 16,2-2-3-16,-2-2-1 15,-1-13-38-15,-6-5-23 16,-6-3-67-16,16 0-41 16,-16 0-77-16</inkml:trace>
  <inkml:trace contextRef="#ctx0" brushRef="#br0" timeOffset="121692.38">23488 13543 306 0,'0'0'48'0,"0"0"66"0,0 0 53 16,0 0-68-16,0 0-31 16,0 0-22-16,-28 21 19 15,28-21-8-15,0 0-32 16,0 0 8-16,0 0-11 0,0 0-2 16,28 0 4-16,18-5 10 15,-6-3-31-15,7 4 9 16,-13 4-11-16,6 0-1 15,-21 0 0-15,-7 0 0 16,-5 0 4-16,-7 17-3 16,0 22 10-16,0 9-9 15,-47 1-4-15,1 6-8 16,-7-6-3-16,13-1-18 16,5-4 3-16,11-16 26 15,8 8 2-15,16-16 4 0,0-4 3 16,0-4 8-1,0-12-15-15,34 0 7 16,7 0-5-16,11 0 21 16,4 0-7-16,9-15-10 0,-12-2-4 15,-13 9 7-15,-12 0-18 16,6-4 7-16,-15 12-20 16,-4-4-56-16,-8 4-6 15,-1 0-108-15,6-12-137 16</inkml:trace>
  <inkml:trace contextRef="#ctx0" brushRef="#br0" timeOffset="122075.6">24002 13868 563 0,'0'0'114'0,"0"0"-64"0,0 0 50 0,0 0-2 15,0 0-76-15,0 0-5 16,-15 40-14-16,15-40 14 16,0 0 21-16,0 0 34 15,28 0-4-15,0-28-35 16,12 3 7-16,-15-11-32 15,15-8 9-15,-12-4-17 0,-3-4-2 16,-10 0-15-16,-2 8-19 16,-13 12 10-16,0 16-3 15,0 16 29-15,-19 0 0 16,-43 0 23-16,-3 16-22 16,9 8-2-16,3 5-6 15,35-2-32-15,-4 5-87 16,10-4-172-16,12-4-324 15</inkml:trace>
  <inkml:trace contextRef="#ctx0" brushRef="#br0" timeOffset="122641.59">24461 13531 354 0,'0'0'231'0,"0"0"-140"0,0 0 17 0,0 0-22 16,0 0-22 0,0 0-15-16,96-20-4 0,-71 7-22 15,-3 13-21-15,3 0 14 16,-19 0-4-16,-6 0 15 16,0 21 8-16,0 11 3 15,0 4-28-15,-31 13-10 16,-9-5-1-16,-1-8-3 15,-5 3 0-15,24 2 8 16,10-10-8-16,5-6 11 16,7-9-12-16,0-1 5 15,0 2-2-15,0-13-19 0,7-4-16 16,27 0 21-16,18 0 16 16,1 0 4-16,-6 0 9 15,-1 0 8-15,-5 0-19 16,5 0 10-16,-6 0-12 15,-6 0 0-15,-12 0-1 16,-3 0-30-16,2 0-35 16,-14 0-60-16,5-8-103 15,-12-8-277-15</inkml:trace>
  <inkml:trace contextRef="#ctx0" brushRef="#br0" timeOffset="123274.64">25292 13371 544 0,'0'0'117'0,"0"0"-63"0,0 0 50 0,0 0-16 16,0 0-45-16,0 0-13 16,-6 112-29-16,-16-84 6 15,4-5-1-15,-10-2-2 16,22 3 0-16,-1-3 4 15,7-6-5-15,0-3 1 16,0 0-4-16,0-4-7 16,0-4 7-16,0-4-5 15,13 0 2-15,27 0 2 16,-12 0-5-16,-3 0 3 16,-10 0 1-16,4 0 1 15,9 0 2-15,-10-4-3 0,4-7-18 16,-9-2-34-1,-1-3 2-15,-6 9 48 0,0 2-4 16,-6 5 6 0,0 0 4-16,0 0 10 0,0 0 10 15,0 0 7-15,0 8 11 16,0 16-13-16,0 0 22 16,0 12-4-16,-6 1 17 15,-6-6-30-15,-7 18-2 16,-3-13 3-16,10-8-12 15,6-5-15-15,6-6-5 16,0-1-2-16,0-8-22 16,0-8 3-16,0 0-59 15,0 0-98-15,0 0-239 0</inkml:trace>
  <inkml:trace contextRef="#ctx0" brushRef="#br0" timeOffset="157196.3">30225 8899 758 0,'0'0'73'0,"0"0"9"0,0 0 37 16,0 0-63-16,0 0-1 16,0 0-24-16,-6 0-5 15,6 0-2-15,0 0-6 0,-9 0 12 16,3 16-14-16,-7 28 15 15,-15 16-24-15,10 8 22 16,-10 9-27-16,16-5 10 16,-1-4-11-16,-2-8 0 15,15-3-1-15,-7-10-18 16,1-7 4-16,6-4-9 16,0-7-4-16,0-17-46 15,0-9-39-15,0-3-118 16,0 0-174-16</inkml:trace>
  <inkml:trace contextRef="#ctx0" brushRef="#br0" timeOffset="157529.84">29884 9275 519 0,'0'0'193'16,"0"0"-98"-16,0 0 53 0,0 0-48 15,0 0-1-15,0 0-46 16,140 0 0-16,-100 5-41 15,1-2-3-15,-1 6-3 16,-6-1-12-16,-3-8-16 16,-3 0-10-16,6 0-39 15,-9 0-74-15,9 0-113 16,-12-17-351-16</inkml:trace>
  <inkml:trace contextRef="#ctx0" brushRef="#br0" timeOffset="158479.43">30613 9452 502 0,'0'0'263'0,"0"0"-169"15,0 0 12-15,0 0-22 0,0 0-54 0,0 0-30 16,40 8-17-16,-40-8 17 16,0 0-4-16,0 0 14 15,0 0-11-15,0 0 1 16,7 0-12-16,5 0-67 15,0 0-113-15,-2-8-87 16</inkml:trace>
  <inkml:trace contextRef="#ctx0" brushRef="#br0" timeOffset="159226.54">31013 9516 843 0,'0'0'53'0,"0"0"37"0,0 0-6 0,0 0-8 15,0 0-59-15,0 0 12 16,28 8-12-16,-28-8-13 16,0 0 14-16,0 0-15 15,0 0-3-15,0 0-3 16,0 0-20-16,0 0-47 15,6 0-89-15,-6 0-199 16</inkml:trace>
  <inkml:trace contextRef="#ctx0" brushRef="#br0" timeOffset="159975.45">31460 9544 168 0,'0'0'454'0,"0"0"-363"0,0 0 11 0,0 0 30 16,0 0-67 0,0 0 19-16,0 8-34 0,0-8-5 15,0 0-33-15,0 0 13 16,0 0-7-16,0 0 3 16,0 0-8-16,0 0-13 15,0 0 0-15,0 0-8 16,0 0-15-16,0 0-51 15,0 0-100-15,0 0-317 16</inkml:trace>
  <inkml:trace contextRef="#ctx0" brushRef="#br0" timeOffset="160908.63">32042 9219 240 0,'0'0'316'0,"0"0"-217"0,0 0-7 15,0 0-5-15,0 0-31 16,0 0 11-16,0 20-35 15,0-12-15-15,0-3-10 16,0 11 15-16,0-1 1 16,-6 13 7-16,0 5 27 15,0 3-41-15,-10 5 18 16,10-2-24-16,-6 5 11 16,12 1-18-16,-6-1 7 0,6-8-7 15,0 3-1 1,0-3-1-16,0-7 6 0,0-1-9 15,0-8 7-15,0-8-10 16,0-4 0-16,0-8-13 16,0 0-36-16,0 0-56 15,0 0-90-15,0-4 48 16,6-8-10-16,-6 5-212 16</inkml:trace>
  <inkml:trace contextRef="#ctx0" brushRef="#br0" timeOffset="161259.43">31835 9537 734 0,'0'0'176'0,"0"0"-59"0,0 0 1 0,0 0-87 16,0 0-19-16,0 0-11 0,87 0-1 15,-47 0 15-15,0 0 1 16,0 0 8-16,1 3-22 15,-1 1-3-15,0 1 1 16,-6-5-8-16,-3 3-45 16,-3-3-64-16,-15 0-101 15,2 0-79-15</inkml:trace>
  <inkml:trace contextRef="#ctx0" brushRef="#br0" timeOffset="203304.72">32765 9576 44 0,'0'0'83'0,"0"0"-15"0,0 0-68 0,0 0-9 0,0 0-35 0,0 0 2 16,34-36 33-16,-28 33 9 16,-6-2 26-16,6 5 50 15,-6-8 13-15,7 0-61 16,-1 0-28-16,9 4-6 16,-8-4-61-16,5-3-158 15</inkml:trace>
  <inkml:trace contextRef="#ctx0" brushRef="#br0" timeOffset="212398.48">25271 16105 547 0,'0'0'321'0,"0"0"-196"0,0 0-10 15,0 0-65-15,0 0-34 16,0 0-12-16,0 0 1 15,15 0-4-15,-15 0 16 0,0 0-7 16,0 0 12-16,0 0-22 16,0 0-2-16,0 0-35 15,0 0-48-15,0 0-161 16,0-15-413-16</inkml:trace>
  <inkml:trace contextRef="#ctx0" brushRef="#br0" timeOffset="-75332.72">25078 14345 1253 0,'0'0'70'0,"0"0"-37"0,0 0 11 0,0 0-14 16,0 0-30-16,0 0 0 0,0 0-18 16,19-8-36-1,-19 8 13-15,0 0-7 0,0 0 9 16,0-8-163-16,6 8-219 16</inkml:trace>
  <inkml:trace contextRef="#ctx0" brushRef="#br0" timeOffset="-75002.87">25692 14345 990 0,'0'0'259'15,"0"0"-207"-15,0 0 73 16,0 0-46-16,0 0-39 16,0 0-33-16,0 0-7 15,41 5-1-15,-41-5-28 16,0 0 25-16,0 0-16 15,0 0-16-15,0 0-48 0,0 0-4 16,6 0-88 0,0 0-446-16</inkml:trace>
  <inkml:trace contextRef="#ctx0" brushRef="#br0" timeOffset="-74784.14">26821 14265 1149 0,'0'0'184'0,"0"0"-161"16,0 0 76-16,0 0-62 0,0 0-37 15,0 0-24-15,28-4-19 16,-28 4-83-16,0 0-100 15,-34 0-697-15</inkml:trace>
  <inkml:trace contextRef="#ctx0" brushRef="#br0" timeOffset="-70323.03">24991 15063 788 0,'0'0'135'0,"0"0"-54"0,0 0 60 15,0 0-54-15,0 0-32 16,0 0-3-16,0 0 26 15,0 0-34-15,0 0 33 16,0 0-45-16,0 0-6 16,0 0-20-16,0 0-12 0,0 0-17 15,0 0-36-15,0 4-44 16,0 8-40-16,0 4-68 16,0 0-435-16</inkml:trace>
  <inkml:trace contextRef="#ctx0" brushRef="#br0" timeOffset="-69986.25">24991 15472 922 0,'0'0'137'0,"0"0"-74"15,0 0 6-15,0 0-30 16,0 0-34-16,0 0-2 15,19 0-6-15,-19 0 3 16,6 0-6-16,4 0-9 16,-10 0 13-16,6 0-85 15,19 0-60-15,-4-9-179 0</inkml:trace>
  <inkml:trace contextRef="#ctx0" brushRef="#br0" timeOffset="-69557.05">25103 15820 890 0,'0'0'204'0,"0"0"-132"0,0 0 7 15,0 0-36-15,0 0-36 0,0 0-7 16,16 0-2-16,-4 0-31 16,0 0-31-16,-5 0-37 15,-7-11-169-15</inkml:trace>
  <inkml:trace contextRef="#ctx0" brushRef="#br0" timeOffset="-65210.21">21668 16122 314 0,'0'0'168'0,"0"0"-111"0,0 0 10 15,0 0-18-15,0 0-19 16,0 0-18-16,0 0-2 16,34 4-7-16,-28-4 21 15,9 4 1-15,-8-4 40 16,11 8 15-16,-2-5-9 15,-4-3-19-15,7 5-35 16,-13-5 13-16,22 0-18 16,-16 0 22-16,4 0-21 0,9 4 27 15,-4-4-32-15,4 4 8 16,15 4-2-16,-6-8-8 16,7 4 0-16,-1 0 0 15,-6-4-7-15,13 0 9 16,-1 0-8-16,-6 0 4 15,1 0 6-15,-1 0-9 16,0 0 6-16,1 4-4 16,11-4 1-16,-5 0-5 15,6 0 8-15,-7 0-10 16,10 0 11-16,-10 0-12 16,1 0 7-16,0 3-3 15,5 2 0-15,16-5 2 0,-9 4-7 16,0-4 13-1,9 4-11-15,-15-4 10 0,15 0 0 16,-2 0-7-16,-11 0 0 16,4 0 0-16,0 0 0 15,-3 0 0-15,3 0 0 16,-6 0-2-16,2 0 8 16,-2 0-10-16,0 0 15 15,6 0-15-15,-3 0 8 16,2 0-4-16,-5 0 0 15,3 0 7-15,9 0-12 16,-12 0 10-16,-7 0-6 0,10 0 6 16,-16 0-10-1,13 0 10-15,-6 0-4 0,-1 0-1 16,13 0 0-16,-3 0-3 16,3 0 8-16,15-4-10 15,-21 4 10-15,0-4-5 16,15-1 9-16,-15 5-15 15,9 0 8-15,-3-3-2 16,-1 3 0-16,4 0 1 16,-9-4-4-16,6 4 12 15,3 0-12-15,-3-4 7 16,9 4-4-16,-9-4 6 16,3 4-7-16,-3 0 1 15,-6 0-1-15,9 0 1 0,-10 0 0 16,14 0-4-16,-4 0 9 15,3 0-8-15,3 0 9 16,-3 0-10-16,-3 0 10 16,12 0-7-16,-2 0 1 15,-4 0 0-15,6 0-2 16,-8 0 8-16,-4 0-1 16,-4 0 3-16,1 0-6 15,3 0 3-15,-15 0 6 16,12 0-10-16,-13 0 2 15,23 0 4-15,-4 0-4 16,3 0-2-16,0 0 7 16,-3 0-4-16,-6 4 3 0,-3-4-1 15,9 0-3-15,-9 0-1 16,-10 0-2-16,1 0 0 16,-1 0 2-16,1 0 1 15,12 0 12-15,-3 0-11 16,3 0-1-16,-1 0 3 15,-2 0-6-15,3 0 1 16,-6 0 0-16,9 0-1 16,-3 0 4-16,0 0-7 15,9 0 10-15,0 0-8 16,-9 0 12-16,9 0-15 16,-3 0 11-16,4 0-6 15,-17 0 2-15,1 0-3 0,-19 0 0 16,0 0 0-1,-9 0-5-15,-9 0-4 0,2 0 5 16,-12 0-31-16,10 0 9 16,-16 0-19-16,0 0-11 15,0 0-20-15,0 0-153 16,-56 0-658-16</inkml:trace>
  <inkml:trace contextRef="#ctx0" brushRef="#br0" timeOffset="-63929.25">23540 17229 19 0,'0'0'424'0,"0"0"-362"0,0 0 8 0,0 0 59 0,0 0-73 15,0 0-2-15,0 0-10 16,0 0 16-16,0 0-24 16,0 0 5-16,0-9 9 15,7-10-4-15,14-1 9 16,4-5-23-16,-3 1 18 16,3-4-44-16,9-3 20 15,6-5-26-15,0 3 15 16,13-8-12-16,-19 10 1 15,19 3-4-15,-13 0 3 16,-6 4-6-16,0 4 12 16,-15 4-18-16,3 8 4 0,-16-1 5 15,6 6-28-15,-12-2-13 16,0 5-13-16,0 0-46 16,0 0-6-16,0 0-107 15,-12 8-201-15</inkml:trace>
  <inkml:trace contextRef="#ctx0" brushRef="#br0" timeOffset="-63346.44">23500 16788 522 0,'0'0'78'0,"0"0"29"0,0 0-31 0,0 0-42 16,0 0-19-16,0 0 24 15,-6 39 9-15,12-26-2 16,6 7 13-16,10 0 18 16,-9 4-14-16,21 8-29 15,-16 4-3-15,16 4-20 16,0 0 5-16,-6 0-6 16,3 8-8-16,4-7 2 0,-8 7 7 15,-2-8-3 1,-3 0-1-16,3 0 6 0,-4-8-9 15,-8-8-6-15,2-7 2 16,-8-14-8-16,-7 2-29 16,6-2-4-16,6-3-10 15,-6 0-38-15,10 0-44 16,-10-28-138-16</inkml:trace>
  <inkml:trace contextRef="#ctx0" brushRef="#br0" timeOffset="-62430.27">24396 16439 227 0,'0'0'265'0,"0"0"-187"0,0 0 38 0,0 0-41 15,0 0-41-15,0 0-28 16,28 0 51-16,-28 0-1 16,12 0-12-16,-5 0-16 0,5 0 3 15,10 0-11-15,-4 4-13 16,10 4 9-1,-3 8-13-15,-3 7 3 0,-10 6-2 16,4 7-8-16,-10 0-7 16,-6 4 6-16,0-4 5 15,0 5-5-15,0-5 0 16,0 3 10-16,0-6 7 16,-6-2-10-16,6-10 23 15,0-6-11-15,0-7 14 16,0-3-16-16,0-5-1 15,25 0-3-15,15 0 4 16,6 0 12-16,16 0-5 16,-9-8 9-16,-6 0-18 0,-1-4-7 15,-12 12-3-15,-9-5-6 16,3 2-9-16,-6-2-25 16,-16-3-36-16,12-3-87 15,-11 2-74-15,-7 9-299 16</inkml:trace>
  <inkml:trace contextRef="#ctx0" brushRef="#br0" timeOffset="-61511.91">25640 16816 6 0,'0'0'202'0,"0"0"-130"0,0 0 94 16,0 0-35-16,0 0-58 15,0 0-3-15,18-5-5 16,-18 5-10-16,0 0-25 16,0 0 69-16,0 0-46 15,0 0-7-15,0 0-8 16,0 0 7-16,0 0-7 0,0 0-14 16,0 0 2-16,0 0-22 15,0 0 24-15,0 0-26 16,0 13 11-16,0 10-13 15,0 13 13-15,6 5-9 16,-6 3 10-16,0 4-10 16,0 4-3-16,0-3 7 15,0-1-6-15,0-12-2 16,0 0 12-16,0-12-16 16,0-4 8-16,0-4-8 15,0 0-8-15,0-4-6 0,0 0 3 16,0-8-21-1,0-4-10-15,0 0-55 0,0 0-32 16,0-8-92-16,0-24-130 16</inkml:trace>
  <inkml:trace contextRef="#ctx0" brushRef="#br0" timeOffset="-61130.25">25326 17092 697 0,'0'0'94'0,"0"0"54"0,0 0-39 0,0 0-8 0,0 0-66 15,0 0 21-15,106 0-6 16,-66 0 8-16,-6 9-30 16,19-1-4-16,-7-5-24 15,1 5-3-15,-1-8-4 16,-5 0-20-16,5 0-10 0,-12 0-30 15,13 0 12-15,-7 0-67 16,-6-11-116-16,-21-10-304 16</inkml:trace>
  <inkml:trace contextRef="#ctx0" brushRef="#br0" timeOffset="-60181.83">26709 16663 264 0,'0'0'220'0,"0"0"-156"0,0 0 31 0,0 0-33 15,0 0-41-15,0 0 48 16,-15 12-23-16,-16 4 12 15,3-4 15-15,0 4-6 16,3 1 7-16,3-1-20 16,-2-1-12-16,-4 6-22 15,15-1 12-15,7-4-31 16,-9 0 14-16,15-4-11 16,0 4-5-16,0-4 4 15,0-1-6-15,21 2 3 0,13-1 0 16,7-9 0-16,18 5 7 15,-13 5-13-15,7-9 14 16,-7 8-5-16,-5-5 1 16,-7 2-7-16,-13-5 3 15,-8 0 0-15,6 4-6 16,-13 0 8-16,9 8-11 16,-9 9 14-16,-6 6-5 15,0 13 2-15,0 0 22 16,0 1-17-16,-27-6 1 15,2-14-4-15,-3-6-4 0,-6-2 5 16,9-5 0 0,-15 0-10-16,-1 0 2 0,-5-4 0 15,5-8-31 1,1 0 8-16,0 0-33 0,18-40-51 16,10-12-119-16,6-5-36 15,6 1-110-15</inkml:trace>
  <inkml:trace contextRef="#ctx0" brushRef="#br0" timeOffset="-59931.93">26582 16744 462 0,'0'0'132'0,"0"0"-77"0,0 0 26 0,0 0-2 0,0 0 13 16,0 0-23-16,220-36-33 15,-173 27-24-15,-1 1-6 16,1-3-6-16,-7 3-31 16,-6-1-43-16,0 5-140 15,-9 0-164-15</inkml:trace>
  <inkml:trace contextRef="#ctx0" brushRef="#br0" timeOffset="-59282.86">27577 16672 217 0,'0'0'42'0,"0"0"66"0,0 0 24 0,0 0-22 0,0 0 6 16,0 0-18 0,0 0-1-16,0 0-45 0,0 0 7 15,0 0-8 1,0 8 9-16,0 11-29 0,0 9-4 16,0 5 6-16,-6 10-18 15,-22 1 13-15,-6 8-24 16,3-3 15-16,3 2-17 15,-6 2 11-15,0-4-11 16,9 3 0-16,-9-9-3 16,16-6 4-16,-4-14-6 15,9-6-4-15,13-6 6 16,-12-3-19-16,12-8 13 16,0 5-19-16,0-5 5 15,0 0-26-15,0 0-44 16,0-5-14-16,0-26-74 0,0-10-210 15</inkml:trace>
  <inkml:trace contextRef="#ctx0" brushRef="#br0" timeOffset="-58948.04">27258 16908 275 0,'0'0'293'16,"0"0"-285"-16,0 0 73 16,0 0 5-16,0 0-20 0,0 0 19 15,133 0 16-15,-108 11-18 16,-3 10 3-16,3 2-52 16,3 2-2-16,-10 3-16 15,10 0-13-15,0 8 10 16,-9-7-9-16,2 7-5 15,-2-5 4-15,3-3-6 16,-10 1-5-16,-6-6-11 16,0-10-9-16,1-1-16 15,-7-9 16-15,15-3-69 16,-9 0-72-16,1 0-83 16,-7-15-201-16</inkml:trace>
  <inkml:trace contextRef="#ctx0" brushRef="#br0" timeOffset="-57701.65">28012 16993 605 0,'0'0'218'0,"0"0"-122"0,0 0-1 0,0 0-31 15,0 0-42-15,0 0 15 0,46 3 18 16,-12-3-19-1,0 0 8-15,19 3-7 0,-13-3-1 16,1 5-36-16,-1-1 6 16,-6-4-6-16,-3 0-17 15,9 0-24-15,-6 0-26 16,1 0-46-16,-1 0-166 16,-22 0-281-16</inkml:trace>
  <inkml:trace contextRef="#ctx0" brushRef="#br0" timeOffset="-57001.79">28982 17076 261 0,'0'0'296'0,"0"0"-262"0,0 0 20 0,0 0 38 0,0 0-15 16,0 0-1-16,31-116-37 15,-15 83-27-15,2 2 35 16,4 3 0-16,-16-4 27 16,0-1-43-16,-6 2 0 15,0-5-27-15,0 3 5 16,0 2-8-16,0 6 0 15,0 14-1-15,-6 6 11 0,-16 5 15 16,10 0-10 0,-7 0 6-16,-9 0-12 0,16 13-17 15,-10 2 11-15,10 6-6 16,6-2 2-16,6 5 0 16,0 0-5-16,0 4-3 15,0 0 3-15,6 1 10 16,34-1-10-16,1 0 9 15,5 3-8-15,1-2 2 16,-7-1 2-16,13 0-1 16,-19 0 5-16,-6 5-5 15,-16-6 10-15,-12 1-5 16,0 0-1-16,0 8 19 16,0-3-8-16,-40-2 8 15,-7-6 1-15,-6-6-14 16,-2 2-9-16,2-9 1 15,6-4-4-15,7-4-32 0,6-4 5 16,28 0-46-16,6 0-67 16,0-17-210-16</inkml:trace>
  <inkml:trace contextRef="#ctx0" brushRef="#br0" timeOffset="-45410.16">32632 9858 214 0,'0'0'57'0,"0"0"-18"0,0 0 47 16,0 0 8-16,0 0-60 15,0 0 25-15,0 0-15 0,0 0 6 16,0 0-20 0,0 0 16-16,0 0 2 0,0 0-21 15,0 0 38-15,0 0-21 16,0 0 9-16,0 0-24 15,0 0-2-15,0 0-3 16,0 0-12-16,0 3-10 16,0-3 0-16,0 0 9 15,0 0-5-15,0 0 2 16,0 0-3-16,0 0-4 16,0 0 6-16,0 4-2 15,0-4-1-15,0 0 8 0,0 0-1 16,0 0-7-1,0 0 10-15,0 0-14 0,0 0 20 16,0 0-16-16,0 0 13 16,-7 0-13-16,7 4 7 15,0-4 2-15,0 4-8 16,0-4-5-16,0 0 5 16,0 0 2-16,0 0-2 15,0 0-2-15,0 0 2 16,0 0 4-16,0 0-6 15,0 0-2-15,0 0 4 16,0 0-4-16,0 0-1 16,0 0 11-16,0 0-22 15,0 0 22-15,0 0-12 0,0-8 2 16,0-12 6-16,25-8 3 16,9-8-7-16,7-3 5 15,5-6 1-15,-6 5-18 16,1 0 19-16,-7 8-21 15,-9 7 18-15,-19 5-10 16,16 4 4-16,-16 8-1 16,6 0 0-16,-3 1 2 15,-2-1-5-15,5-9-23 16,7 1 4-16,15-4-19 16,0-7 6-16,-6 10-20 15,-10 1-11-15,-11 12 2 16,-7 4-47-16,0 0-11 0,0 0-61 15,0 0-201-15</inkml:trace>
  <inkml:trace contextRef="#ctx0" brushRef="#br0" timeOffset="-44127.2">32783 9300 232 0,'0'0'37'0,"0"0"7"0,0 0 98 0,0 0-42 16,0 0-50-16,0 0 29 16,0 0-50-16,0 0-6 15,0 0 16-15,0 0 42 0,0 0-7 16,0 0-30-16,0 0-2 16,0 0-16-16,0 0 12 15,0 0-5-15,0 0 12 16,0 0-37-16,0 0 18 15,0 0-21-15,0 0 11 16,-6 0-14-16,6 0 3 16,0 0 11-16,0 0-10 15,-6 0 12-15,6 8-12 16,-6 0 7-16,6 12-12 16,0-9-2-16,0 2-1 15,0-1 2-15,0 4-2 0,0 0 6 16,0 1-1-16,0-2 1 15,0 1 4-15,12 4-6 16,-6-7 1-16,-6 6 3 16,22-7-8-16,-16 1 3 15,1-2-1-15,-1 1 3 16,0 4 4-16,-6-8-1 16,9 4-3-16,-9 1 5 15,0-5-4-15,7 0-1 16,-7-1 0-16,6 1 3 15,0 5 1-15,-6-1-6 16,0-1 10-16,6 2-6 16,0-1-6-16,-6-4 12 15,10-5-20-15,-10 10 16 0,12-5-7 16,-12 0 0-16,12 1 0 16,-12-6 0-16,7 9 4 15,-7-4-3-15,6-4 5 16,-6 8-9-16,15-4 10 15,-8-4-14-15,-7 4 11 16,6 0-4-16,0-8 3 16,-6 8-1-16,6-4-2 15,3 0 6-15,-9 0-11 16,0 0 13-16,7 5-13 16,-7-1 13-16,6 0-8 15,-6-5 2-15,0 1 5 0,6 0 0 16,-6 0-4-1,6-4-4-15,-6 0 13 0,0 0-19 16,0 0 15-16,0 0-16 16,0 8 11-16,0-8-3 15,0 0 2-15,0 5 0 16,6-5 9-16,1 3-10 16,2 2 4-16,-9-5 3 15,0 0-16-15,0 0 6 16,0 0-1-16,0 0-16 15,0 0-8-15,0 0-22 16,0 0-45-16,0 0-98 16,0 0-293-16</inkml:trace>
  <inkml:trace contextRef="#ctx0" brushRef="#br0" timeOffset="-39665.14">23512 18324 81 0,'0'0'306'0,"0"0"-275"0,0 0 87 0,0 0-38 16,0 0-12-16,0 0-17 15,0 0 19-15,-6 3-17 16,6 2 11-16,0-5-10 16,0 0-4-16,0 0-19 0,0 0-4 15,0 0 8-15,0 0-7 16,0 0 7-16,0 0-22 15,0 0 22-15,0 0-17 16,0 0-3-16,0 0 3 16,0 0-4-16,0 0-2 15,0 0-5-15,0 0 2 16,0 0-3-16,0-8-7 0,0-13 10 16,0-10-9-1,34-2 4-15,0 2-3 0,-9-10 2 16,16 16 4-1,-14-2-11-15,1-5 11 0,-3 4-14 16,-12-1 10-16,21 6-10 16,-13-1 2-16,-8 7 0 15,-7 6-8-15,0 2-11 16,-6 9 12-16,0 0-27 16,0 0 28-16,0 0-31 15,0 0 2-15,0 0-45 16,0 0-18-16,0-3-161 15,0-2-339-15</inkml:trace>
  <inkml:trace contextRef="#ctx0" brushRef="#br0" timeOffset="-39216.23">23361 17810 312 0,'0'0'126'0,"0"0"-16"0,0 0-23 0,0 0-34 15,0 0 16-15,0 0 13 16,0 0 46-16,0 16-26 16,34 4-18-16,18 13-31 15,1 3-8-15,6 8-2 16,-3 0-27-16,-4 4 20 16,-5-4-23-16,0-4 10 15,-7 5-17-15,-6-9-4 16,-9-5 1-16,9 2-6 15,-6-10 0-15,6 1-15 16,-16 1 7-16,10-5-28 16,-15-4 8-16,-1-5-41 0,4-11 7 15,-10 0-100-15,-6 0-124 16,0-19-80-16</inkml:trace>
  <inkml:trace contextRef="#ctx0" brushRef="#br0" timeOffset="-38400.36">24343 17422 525 0,'0'0'68'0,"0"0"5"0,0 0 5 0,0 0 23 0,0 0-24 16,0 0-27-16,134-9-30 15,-116 9 0-15,-2 0-7 16,2 0-12-16,-18 0 39 0,0 24-13 15,0 12 16-15,0 4-31 16,0 13 1-16,0-9-7 16,-18 0-6-16,-4-8 7 15,4-4-6-15,2-12 6 16,16-8 1-16,0-8 24 16,0-4-32-16,0 0 0 15,0 0-16-15,0 0 16 16,0 0 0-16,22 0 8 15,3 0 11-15,2 0-10 16,14 0 13-16,-7 0-20 16,25 0 14-16,-13 0-10 15,1 0-6-15,-1 0 1 0,-12 0-2 16,-6 0-8 0,-15 0-10-16,-7 0-3 0,-6 0-16 15,0 0 9-15,0 0-36 16,0 8-51-16,0 0-163 15,0 5-396-15</inkml:trace>
  <inkml:trace contextRef="#ctx0" brushRef="#br0" timeOffset="-37066.81">22269 18151 411 0,'0'0'139'0,"0"0"-116"0,0 0 6 16,0 0 5-16,0 0-30 15,0 0 35-15,-6 8 33 16,6-8-12-16,0 0 46 16,0 0-11-16,0 0-19 15,0 0-32-15,0 0-10 16,0 0-30-16,0 0 27 15,0 0-27-15,0 0 21 16,0 0-2-16,0 0 4 16,0 0-2-16,0 0-19 15,0 0 5-15,0 0-2 16,0 4 11-16,28 0-16 16,6 4 14-16,-3 0-11 0,15 4 4 15,10-8-10 1,-9 5 7-16,-7-6-11 0,-6-3 11 15,-15 5-11-15,-1-5 13 16,4 0-20-16,-10 0 5 16,-12 0 3-16,16 0-8 15,-10 0-22-15,-6 7-20 16,6-7-29-16,7 0-51 16,-13 4-142-16,0 0-162 15</inkml:trace>
  <inkml:trace contextRef="#ctx0" brushRef="#br0" timeOffset="-31955.11">26055 18247 488 0,'0'0'83'0,"0"0"-34"0,0 0 50 15,0 0-24-15,0 0-54 16,0 0 15-16,0 0 39 15,0-3-2-15,0 3 6 16,0 0-19-16,0 0-10 0,0 0-40 16,0 0 14-1,0 0-13-15,0 0 12 0,0 0-7 16,0 0-4-16,0 0 4 16,6 0-7-16,35 0 16 15,-1-13-19-15,13 13 25 16,5-8-29-16,-11 1 6 15,15 2-7-15,-9 2-1 16,-13-2 0-16,-6 1-7 16,-3 4 4-16,-15-4-24 15,8 4 12-15,-14-4-32 16,2 4 2-16,1 0-53 16,-13 0-148-16,0 0-294 15</inkml:trace>
  <inkml:trace contextRef="#ctx0" brushRef="#br0" timeOffset="-31300.11">26923 18484 399 0,'0'0'123'0,"0"0"-65"0,0 0-18 0,0 0-15 15,0 0 21-15,0 0 10 0,6 0 19 16,-6 0 15-16,0 0-9 15,0 0-70-15,0 0-2 16,0 0-7-16,7 0 23 16,-1 0-6-16,9 0 25 15,10-16 11-15,-3 0-42 16,3-1 25-16,9-10-16 16,-6 7 11-16,3-16-27 15,9-5 7-15,-6 2-10 16,0-10 0-16,6 13-2 15,-5 0-1-15,-11 12-2 16,-8-4-18-16,15-1 15 16,-9-7-27-16,2 5 16 15,-8 7-14-15,-16 4 11 0,12 12-3 16,-12-1 5-16,0-2-14 16,0 3-35-16,0 0 7 15,0-1-89-15,0 9-32 16,0 0-160-16</inkml:trace>
  <inkml:trace contextRef="#ctx0" brushRef="#br0" timeOffset="-30905.29">27184 17934 613 0,'0'0'123'0,"0"0"-56"0,0 0 55 15,0 0-37-15,0 0-7 16,0 0-11-16,46 113-36 15,-18-97 3-15,9 0-22 16,-3 0 16-16,1-8-25 0,-1 16-1 16,0-4 1-16,-3 0-6 15,-3 8-3-15,-10 0-12 16,-2 1 3-16,-10-1-8 16,-6-12 18-16,0-1-28 15,0-7-28-15,0-8-48 16,0 0-70-16,-6 0-247 15</inkml:trace>
  <inkml:trace contextRef="#ctx0" brushRef="#br0" timeOffset="-29141.95">24964 18275 204 0,'0'0'68'0,"0"0"-60"16,0 0 13-16,0 0-18 16,0 0 7-16,0 0 33 0,0 0 58 15,0 0 19-15,0 0-22 16,0 0-24-16,0 0-41 15,0 0-8-15,0 0-11 16,0 0 33-16,0 0 25 16,0 0-19-16,0 0-14 15,0 0-17-15,0 0 26 16,0 0-15-16,0 0 5 16,0 0-31-16,0 0 4 15,0 0-11-15,0 0 8 16,6 0-1-16,0 0 5 15,-6 0 7-15,15 0-19 0,-8 0 30 16,5 0-28 0,10 0 19-16,-4 0-16 0,-5 0 13 15,9 0-9-15,-4 0-1 16,10 5 1-16,-9-5-3 16,-4 11 7-16,19-6-13 15,-15-5 6-15,9 0 1 16,-10 0-8-16,4 0 4 15,-16 0-3-15,7 0 0 16,-1 0 0-16,-3 7-2 16,-9-7 10-16,13 0-11 15,-7 0 17-15,0 5-17 16,7-5 3-16,2 3-1 16,-9-3 1-16,-6 0 3 15,6 5-3-15,1-5 5 0,-7 0-7 16,15 3 5-16,-9-3-3 15,7 0 6-15,-7 5-10 16,0-5 4-16,-6 0 0 16,0 0-3-16,6 0-3 15,-6 0 4-15,0 0 4 16,0 0-4-16,0 0 11 16,0 0-20-16,0 3 9 15,0-3 0-15,0 0-16 16,0 0-20-16,0 0-8 15,0 0-21-15,0 0-87 16,0 0-326-16</inkml:trace>
  <inkml:trace contextRef="#ctx0" brushRef="#br0" timeOffset="-27127.34">26120 18765 410 0,'0'0'173'0,"0"0"-173"0,0 0-4 0,0 0 2 16,0 0-34-16,0 0 26 0,-18-28 10 15,18 28 118 1,0 0 7-16,-16 0-3 0,16 0-46 16,0 0-55-16,0 0-21 15,0 0 2-15,0 0 20 16,0 0 4-16,0 0 30 16,0 0-8-16,0 0-10 15,0 0-8-15,0 0-1 16,0 0-13-16,0 0-16 15,-6 0 10-15,-13-9-10 16,4 1 9-16,-4-3-1 16,-9-6 14-16,3-7-22 0,-3-7 2 15,-12-5-2-15,6-9 0 16,3-3-1-16,3 3-1 16,0-2 1-16,28-9-12 15,0 4 8-15,0-1-35 16,0 9 11-16,28 8 10 15,12 12-7-15,13 0-47 16,15 12-79-16,-15-4-200 16</inkml:trace>
  <inkml:trace contextRef="#ctx0" brushRef="#br0" timeOffset="-26376.2">27692 17802 582 0,'0'0'100'0,"0"0"-35"0,0 0-15 0,0 0-49 15,0 0 2-15,0 0 17 16,0-20 24-16,0 20 1 15,0 0 29-15,6 0-20 16,7 0-5-16,-1 0-24 16,16 0 22-16,0 8-26 0,3 12 6 15,3 8-1-15,-6 4-19 16,6 16 16-16,-21 13-11 16,-1 7 26-16,-12 16-26 15,0 1 13-15,0 2-24 16,-34-7-2-16,3-19-8 15,3-13-19-15,0-32-22 16,3-8-34-16,13-8-116 16,-10-8-554-16</inkml:trace>
  <inkml:trace contextRef="#ctx0" brushRef="#br0" timeOffset="-23995.98">22933 18701 492 0,'0'0'72'0,"0"0"-50"0,0 0-22 0,0 0 36 16,0 0 14-16,0 0 7 15,0 0 13-15,167 0-26 16,-136 0 32-16,-9 0-12 16,-4 0-20-16,23 0 11 15,-7 0-40-15,0 0 30 16,12 0-36-16,7 0 15 16,0 0-23-16,9 0 14 15,-9 8-12-15,-1-5 9 16,16 2 4-16,-21 3-16 15,0-5 21-15,-1-3-15 16,-12 5 10-16,19-5-13 16,-13 0 11-16,-6 0-12 0,0 0 3 15,-9 0 4-15,22 0-6 16,-13-5 5-16,12 5 6 16,16 0-11-16,-3 0 4 15,-6-3 2-15,15 3-2 16,-3-5-14-16,3 2 13 15,-15 3-6-15,0 0 0 16,3 0 5-16,-10 0 8 16,7 0-9-16,0 0 18 15,9 0-21-15,-10 0 5 16,7 0-6-16,-3 0 0 0,-3 0-1 16,-13 0 7-1,7 0-12-15,-7 0 14 0,0 0-13 16,-6 0 12-1,4 0 1-15,17 0-5 0,-2 0-3 16,6 0 0-16,15 0 3 16,-15 0-7-16,-9 0 15 15,9 0-21-15,-13 0 20 16,1 0-8-16,-7 0 1 16,19 0 1-16,-19 0 3 15,10 0-7-15,-3 0 0 16,-7 0 1-16,6 0-7 15,1 0 16-15,-1 0-18 16,-5 0 16-16,5 0-5 0,-12 0 0 16,19 0 9-16,0 0-12 15,9 3 0 1,-10 5 6-16,-5 1-6 0,-7-6 3 16,1 5 5-16,11 0-11 15,-11-3 11-15,-1-1-7 16,13 4 4-16,-7-5-5 15,1-3 0-15,15 0 7 16,-10 0-9-16,1 0 8 16,0 0-8-16,3 5 15 15,-16-2-21-15,6 2 15 16,-15-5-10-16,4 3 3 16,11-3 0-16,-6 0 0 0,7 0 4 15,-1 0 3 1,-5 0-1-16,-1 0-10 0,6 0 16 15,-5 0-20-15,5 0 9 16,1 0-1-16,2 0 0 16,-2 0 3-16,-1 0-6 15,7 0 11-15,-6 0-3 16,-1 0 4-16,1 0-10 16,-1 0 9-16,-5 0-11 15,5 0 3-15,22 0 0 16,-9 0 0-16,-3 0 5 15,-10 0-9-15,7 0 12 0,-19 0-16 16,13 0 16 0,6-3-16-16,-19 3 11 0,12-5-3 15,-12 5 0-15,7 0 0 16,-10 0-3-16,-4 0 11 16,8-3-12-16,-11-2 16 15,10 2-24-15,-6-5 19 16,-9 8-7-16,9 0 0 15,0-4 3-15,-3-4-7 16,-4 8 8-16,10-5-8 16,3 2 11-16,-6 3-13 15,6-8 18-15,-3 4-14 16,-3-1 8-16,6 2-5 16,-15-5-1-16,9 3 4 15,-9 2-8-15,2-5 18 0,-2 8-20 16,-4-5 16-1,-8 1-20-15,-1 1 1 16,0-5-8-16,-6-8-33 0,0-12-36 16,0 3-47-16,-12-7-110 15</inkml:trace>
  <inkml:trace contextRef="#ctx0" brushRef="#br0" timeOffset="-20665.1">29838 18676 648 0,'0'0'70'0,"0"0"-44"0,0 0 49 0,0 0-54 0,0 0 4 15,0 0 6-15,12 0 42 16,1-3-25-16,2-2-1 16,-9 2 21-16,7-2-46 15,-1 1 9-15,4-4-15 16,8-3 18-16,11-2-26 16,-1-10 12-16,6-5-5 15,-6-1-3-15,-15-7-1 16,-7-4-9-16,10-4 3 15,-10 8 2-15,-6 0-10 16,-6 0 9-16,16-5 3 0,-16-7-1 16,0 4-7-16,0-4 4 15,0-4-5-15,0-5 3 16,0 1-1-16,0 1 4 16,0-1 0-16,0-1 3 15,0 4-5-15,0-6-3 16,0-5 1-16,0-4-2 15,-28-9 2-15,0 9 1 16,10 4-3-16,-10 4 5 16,9 0-4-16,-3-4 5 15,4 3-2-15,-10-6 2 16,3-2-3-16,3-8-3 16,-3-6-4-16,-2-9 3 0,-8-5 1 15,1 1-7 1,16 7 14-16,-4 9-12 0,3 16 10 15,13 8 3-15,-9-4 1 16,9-1-1-16,-1-6-5 16,7-10-3-16,0-3 0 15,0 0 4-15,0 0-2 16,0-4 8-16,0 7-20 16,0 2 21-16,0-2-19 15,0 8 8-15,0 2-1 16,0-2-5-16,0 5 10 15,0-4-12-15,0 8 13 16,0 3-10-16,0-2 10 16,0 2-10-16,-12-7 9 0,6-8-7 15,-10 0 3 1,-2-8-5-16,5 3 2 0,-2 5-11 16,15 0 9-16,0 8 10 15,-6 3-7-15,6 2 10 16,0-1-16-16,-7-9 7 15,-5-7 1-15,-10 8-1 16,4-8-8-16,2 8 1 16,10-1-22-16,6 9 25 15,0 4-13-15,-6 0 16 16,-1-5-23-16,1 9 12 16,-9-12 6-16,15 12 6 15,-6-7-3-15,6 10-1 0,0 1-3 16,0-1 16-1,0 2-14-15,0-6 14 0,0-3-13 16,0-4 5-16,0-1-6 16,0-6-15-16,0 7 6 15,0 7 11-15,0 9 8 16,0 8-7-16,0 0 10 16,0-4 1-16,0 0-6 15,0-8-2-15,0-1 0 16,0 2 2-16,6-1-7 15,9 4 18-15,10 8-20 16,-3 0 14-16,-4-5-2 0,10 1-1 16,0 0-6-16,-3-8 2 15,-3 15 0-15,-16 2-3 16,19 15 8-16,-10 0-11 16,4-1 14-16,9 1-12 15,-3 1 12-15,9-1-7 16,6-4 2-16,-18 7 6 15,18-3-9-15,-21 8 0 16,-7 4-7-16,3 1 14 16,-2-6-14-16,-1 9 14 15,4-4-16-15,-4 4 9 16,-6 0-2-16,1 0 2 16,-7 0-3-16,0 0 2 15,0 0-18-15,0 0-4 0,0 0-49 16,0 16-119-1,0-8-611-15</inkml:trace>
  <inkml:trace contextRef="#ctx0" brushRef="#br0" timeOffset="-20116.1">29863 11437 58 0,'0'0'693'0,"0"0"-680"0,0 0 88 16,0 0 23-16,0 0-80 16,0 0-22-16,214-4 16 15,-168 1-5-15,-6 3-25 16,-12 0-16-16,-9 0 16 16,-10 0-16-16,-9 0 16 15,0 23-1-15,0 13 12 16,0 13-13-16,-9 10-6 0,-38 15 10 15,7-7-20 1,-6-7 7-16,11-12-6 0,11-27-68 16,11-6-66-16,13-15-202 15</inkml:trace>
  <inkml:trace contextRef="#ctx0" brushRef="#br0" timeOffset="-18717.34">23140 17369 335 0,'0'0'35'0,"0"0"-27"0,0 0 90 16,0 0-33-16,0 0 22 16,0 0 11-16,0 4-10 15,0-4-34-15,0 0 16 16,0 0-7-16,0 0-46 15,0 0-4-15,0 0-5 16,0 0 3-16,0 0-8 16,0 0 30-16,0 0 5 0,0 0 2 15,0 0-11-15,0 0-10 16,25-24-5-16,15-5-11 16,7-15 8-16,21-7-1 15,7-6-14-15,2-10 14 16,19-5-14-16,-9-5 10 15,19 1-6-15,-13 8 7 16,-7-1 3-16,1 5-7 16,-12 8 3-16,5 4-11 15,-15 8 15-15,4 11-9 16,-11 2-1-16,4-2 0 16,13 2-2-16,-4-10 4 15,10-7-4-15,18 0 4 0,-18-4-14 16,5 8 12-1,-17 8-3-15,-23 7-10 0,-5 14 9 16,-7-1-9-16,-22 16 5 16,0 0 1-16,-5 0-16 15,-7 0-9-15,0 0-90 16,0 11-90-16,0 17-245 16</inkml:trace>
  <inkml:trace contextRef="#ctx0" brushRef="#br0" timeOffset="-17517.46">23354 18399 199 0,'0'0'146'0,"0"0"-101"0,0 0 23 0,0 0 24 16,0 0-9-16,0 0 11 15,-34 20-15-15,34-20-2 16,0 0-26-16,0 0-7 0,0 0-29 16,0 0-5-1,0 0-6-15,0 0 2 0,0 0 5 16,0 0-5-16,0 0 21 16,0 0-16-16,0 0 30 15,0 0-32-15,0 0-2 16,0 0-2-16,0 0 2 15,19 0-2-15,27-11 3 16,1-9 12-16,-7-13-11 16,16 2 29-16,3-5-28 15,0-5 8-15,15-3-15 16,-6-8-1-16,4 4 0 16,8-13-2-16,-5 2 7 15,-7 2-6-15,-3-3 17 16,-12 17-15-16,-19 10-1 0,0 17 9 15,-22 8-22-15,-5 8 4 16,8-4 6-16,-2-4 1 16,-1-4 2-16,16 0 2 15,-10-8 0-15,4 0 10 16,6-1-12-16,-3 1 6 16,3 1-6-16,-10 7-4 15,-2 4-4-15,-10 8 0 16,0 0-15-16,-6 0-24 15,0 0-6-15,0 16-110 16,-21 16-276-16</inkml:trace>
  <inkml:trace contextRef="#ctx0" brushRef="#br0" timeOffset="-11671.05">31066 10912 322 0,'0'0'142'0,"0"0"-88"0,0 0 33 16,0 0-13-16,0 0-14 15,0 0-1-15,0 0 10 16,6 9-6-16,-6-9-24 16,0 0 16-16,0 0-9 15,0 0-4-15,0 0-26 0,0 0 16 16,0 0-28-16,0 0 37 15,0 0-33-15,0 0 19 16,0 0-8-16,0 3 1 16,0-3-2-16,0 4-15 15,-19 8 5-15,-21 5-1 16,-13 6-11-16,-9 5 10 16,3 4-11-16,7-4 5 15,5 0 0-15,13-3-2 16,12-6 7-16,16 2-10 15,6-1-6-15,0-4 10 16,0-4-17-16,6 4 7 16,44-4 15-16,3 4-8 0,12 0 6 15,-3-7-3 1,3 6 1-16,-3 1 0 0,-9-8-4 16,-13 12 6-16,-6-4-8 15,-9 4 9-15,-10 1-9 16,-15-1 0-16,0 8 6 15,0 8 12-15,-15 0-8 16,-44 11 2-16,-15-3-1 16,-7-3-10-16,10-5 3 15,9-20-6-15,9 0-3 16,13-16 1-16,5 0-9 16,1 0-33-16,10-16-26 0,8-16-81 15,16-12-41 1,0-9-47-16,0 6-145 15</inkml:trace>
  <inkml:trace contextRef="#ctx0" brushRef="#br0" timeOffset="-11390.59">30867 11176 482 0,'0'0'262'0,"0"0"-192"0,0 0 50 0,0 0-10 0,0 0-26 16,0 0-38-16,205-36-35 15,-155 20 1-15,-13-4-12 16,3 1-3-1,-12 10-35-15,0-7-48 0,-3 8-52 16,-4 0-128-16,-8 1-302 16</inkml:trace>
  <inkml:trace contextRef="#ctx0" brushRef="#br0" timeOffset="-10907.29">31673 11021 43 0,'0'0'436'0,"0"0"-373"15,0 0 35-15,0 0 38 16,0 0-45-16,0 0-18 0,0 19 2 16,0-2-44-16,0-1 34 15,0 7-29-15,-12 5 0 16,-7 9-15-16,-15 6-10 15,0 6-2-15,-12 15-7 16,-1-8 5-16,13 1-6 16,9-6 11-16,-3-10-7 15,7-2-10-15,8-10 1 16,1-5 3-16,6-12-11 16,6-3-23-16,0-9-3 15,0 0-65-15,0 0 34 16,0 0-73-16,0-5 5 15,0-23-175-15</inkml:trace>
  <inkml:trace contextRef="#ctx0" brushRef="#br0" timeOffset="-10641.42">31335 11342 589 0,'0'0'94'0,"0"0"-89"16,0 0 91-16,0 0 5 0,0 0-14 15,0 0-13 1,193 72-26-16,-165-49-2 0,3 1-34 16,-10 4 15-16,-2-3-21 15,-4 3-5-15,-8-1-1 16,11 6-11-16,-2-9-1 15,-10-4-54-15,0-4-63 16,-6-12-148-16,0-4-174 16</inkml:trace>
  <inkml:trace contextRef="#ctx0" brushRef="#br0" timeOffset="-10174.51">32002 11405 577 0,'0'0'133'0,"0"0"-8"0,0 0 24 0,0 0-77 16,0 0 16-16,0 0-46 15,40 0 9-15,-5 0-33 16,5-4-8-16,6-16-10 16,7 4 0-16,0 4-10 15,-7-4-48-15,10-4-3 16,-16 12-118-16,-9 0-103 0</inkml:trace>
  <inkml:trace contextRef="#ctx0" brushRef="#br0" timeOffset="-9524.17">32904 11365 307 0,'0'0'150'0,"0"0"-119"16,0 0 116-16,0 0-43 15,0 0-37-15,0 0 24 16,0-7 5-16,0-9-22 16,0-9-17-16,28-7-16 15,13-5-19-15,-1-7 2 16,6-3-24-16,-5-1 4 16,-10-1-2-16,-3 10 4 15,-16 6-10-15,-3-6 13 0,-9 11-18 16,0 3 1-1,0-3-5-15,0 15 0 0,-21 2 13 16,2 7 3-16,-9 4-1 16,0 0 2-16,3 0-2 15,-9 7-4-15,6 14 9 16,10 11-14-16,12-8 3 16,6 4 3-16,0 8-7 15,0-3 6-15,0 14 1 16,6-6 2-16,34 7-1 15,0-4 6-15,1 0-8 16,5-4 10-16,-5 0-16 0,-1 0-1 16,-22-4-1-1,-11 5-7-15,-7-5 11 0,0 0 5 16,-25 0 2 0,-31-4 20-16,-15-9-19 0,15-6 24 15,9-17-20-15,1 0-6 16,6 0-21-16,-7 0-76 15,1-12-145-15,-7-1-486 16</inkml:trace>
  <inkml:trace contextRef="#ctx0" brushRef="#br0" timeOffset="-7325.32">30780 12400 499 0,'0'0'8'0,"0"0"24"0,0 0 46 15,0 0-33-15,0 0-31 0,0 0 45 16,0 0 17-16,-74-56-8 16,74 56 34-16,-6 0-38 15,0 0 32-15,6 0-67 16,-10 0-1-16,10 0-19 16,0 0 13-16,0 0-22 15,0 0 0-15,0 24 0 16,0 16 1-16,0 4 2 15,0 8 1-15,0 12 4 16,0 0-3-16,-12 8-10 16,0-11 10-16,-4-12-10 0,4-10-2 15,-7-11-23-15,19-8-7 16,-6-12-88-16,-3-8-49 16,-4 0-88-16,-5 0-183 15</inkml:trace>
  <inkml:trace contextRef="#ctx0" brushRef="#br0" timeOffset="-7038.35">30405 12665 599 0,'0'0'145'0,"0"0"4"0,0 0 9 0,0 0-28 15,0 0-68-15,0 0-3 16,400-41-49-16,-332 18-10 16,-15 3-1-16,6-1-21 15,-9 5-28-15,-25 9-55 16,-4 7-169-16,-21 0-222 15</inkml:trace>
  <inkml:trace contextRef="#ctx0" brushRef="#br0" timeOffset="-6460.19">31701 12260 555 0,'0'0'32'0,"0"0"-25"0,0 0 3 0,0 0 36 16,0 0 5-16,0 0 50 16,13-13 16-16,-13 13-13 0,0 0 3 15,0 0-43-15,0 0-23 16,0 25-30-16,-13 3 6 16,-15 16-11-16,-9 3 10 15,3 10-10-15,-6-1-1 16,0 8-5-16,-1-3 4 15,7-9-8-15,9 0 8 16,-3-4-8-16,0-8-14 16,10 8 9-16,-4-20-29 15,10-8-4-15,-1-15-59 16,13-5-39-16,0 0-132 0,0 0-133 16</inkml:trace>
  <inkml:trace contextRef="#ctx0" brushRef="#br0" timeOffset="-6178.22">31360 12457 589 0,'0'0'221'0,"0"0"-205"15,0 0 129-15,0 0-43 16,0 0-13-16,0 0-45 16,335 87-6-16,-282-47-28 0,0-7-3 15,-4 7-2-15,-18-8-5 16,3-4-9-16,-6-5-39 16,-9 2 10-16,3-9-111 15,-22-4-142-15,0 0-440 16</inkml:trace>
  <inkml:trace contextRef="#ctx0" brushRef="#br0" timeOffset="-5220.47">30151 13287 317 0,'0'0'106'0,"0"0"-11"0,0 0 43 0,0 0 3 15,381 0-44-15,-269 0 4 16,3 0-52-16,12 0 26 16,-6 0-48-16,-6 0-1 15,-4 0-3-15,4 0-9 16,-3 0 11-16,2 0-19 15,-5 0 27-15,2 0-19 16,4 0 16-16,6-5-19 16,-9 2 13-16,9-5-23 0,-7 8 7 15,7 0-8-15,-9 0 1 16,-4 0-4-16,-15 0 11 16,0 0-9-16,-12 0 5 15,0 0-8-15,-1 0 4 16,1 0 0-16,6 0 0 15,0 0 0-15,-1 0 2 16,7-9 9-16,0-7-18 16,-12 13 14-16,6-2-8 15,-13 5 7-15,-15-8-7 16,-6 8 2-16,9-4 3 16,-16-4-2-16,20-3 3 15,-11-2-6-15,-2 1 9 16,-19-4-14-16,6 12 17 15,-15 0-19-15,-3 0 9 0,-16 4-1 16,0 0 0-16,-6-4-18 16,0 4 7-16,0-9-38 15,-6 1-35-15,-102 5-269 16</inkml:trace>
  <inkml:trace contextRef="#ctx0" brushRef="#br0" timeOffset="-4175.83">31435 13559 510 0,'0'0'118'0,"0"0"-46"0,0 0 44 0,0 0-46 0,0 0-1 15,0 0-21-15,-121 28-3 16,87-8 20-16,3 0-29 16,3 4 6-16,-6 0-20 15,0 4 8-15,3 8-21 16,-10 5 0-16,13-2-7 16,0 10 7-16,10 7-2 15,12 4-6-15,6 4 3 16,0 8-4-16,0-8 13 15,0-8-9-15,12-12-8 16,28-3 12-16,1-13-19 16,18-4 13-16,9-7-2 0,-3-17 0 15,3 0-12-15,-21 0 11 16,-7 0-13-16,-12-29 12 16,-16-7-22-16,-12-12 23 15,0 4 1-15,0-9-3 16,-6 14-11-16,-34 11-3 15,-7 12 5-15,-6 16-2 16,-2 0 12-16,-10 8 2 16,-10 40-4-16,7 7 9 15,9-2-10-15,19-4 8 16,21-10-6-16,13-11-2 16,6-8-21-16,0-4-62 0,12-8-46 15,41-8-25 1,6 0-54-16,-3 0-293 0</inkml:trace>
  <inkml:trace contextRef="#ctx0" brushRef="#br0" timeOffset="-3230.27">31695 14297 762 0,'0'0'90'0,"0"0"56"0,0 0-41 0,0 0-58 16,0 0-33-16,0 0 25 15,0 0 2-15,106-213 9 16,-57 169-24-16,-12 0 21 16,13 5-38-16,-13-10-3 15,19 9-6-15,-9 4-15 16,-7 0-2-16,-15 12-41 15,-4 7 14-15,-14 17-35 0,-7 0-26 16,0 0-45 0,0 0 5-16,0 0-107 15</inkml:trace>
  <inkml:trace contextRef="#ctx0" brushRef="#br0" timeOffset="-2981.36">31801 13827 231 0,'0'0'574'16,"0"0"-565"-16,0 0 99 16,0 0 28-16,0 0-32 15,55 205-40-15,-14-164-38 16,-16 6-7-16,-4-7-10 15,-2-3-8-15,-7-1-1 0,10-8-2 16,-10-8-23-16,10 0-21 16,-3-4-28-16,2-4-89 15,-8-12-114-15</inkml:trace>
  <inkml:trace contextRef="#ctx0" brushRef="#br0" timeOffset="-2346.17">32390 14073 768 0,'0'0'46'0,"0"0"58"15,0 0 21-15,0 0 1 0,0 0-81 16,0 0 6-16,282 0-20 15,-223 0-10-15,-7-5-8 16,4-3-10-16,-15 5-6 16,-4-10-23-16,-3 1-17 15,-12 1-50-15,-4-2-114 16,-18 9-316-16</inkml:trace>
  <inkml:trace contextRef="#ctx0" brushRef="#br0" timeOffset="-1713.89">32991 14104 416 0,'0'0'112'0,"0"0"-28"16,0 0 17-16,0 0-3 15,0 0-49-15,0 0 27 16,93-188-32-16,-77 152-12 15,2 0-11-15,-11-4 11 16,8 0-3-16,-15 7-28 16,0 2 2-16,0 3-3 15,0 7 0-15,0 9-30 16,0 9 30-16,0 3 1 16,-22 0 6-16,4 0 11 0,-10 8-8 15,9 23 6-15,-2 5-8 16,14 5 9-16,7-13-12 15,0 8-8-15,0-8 3 16,7-4 0-16,39 4-14 16,1-8 0-16,8-4 13 15,-2 9-8-15,-6-10 3 16,-1 6-2-16,-6-6 6 16,-21 9-23-16,-3 1 16 15,-16-2-6-15,0 9 15 16,0 4 1-16,-22-3 5 15,-31 11 35-15,-6-8-18 16,-3-8 18-16,16 0-24 16,-1-8 19-16,7-7-30 15,12-10-6-15,9-3-8 16,7 0-65-16,3-24-165 0,2-8-335 16</inkml:trace>
  <inkml:trace contextRef="#ctx0" brushRef="#br0" timeOffset="4847.47">30036 10014 697 0,'0'0'40'0,"0"0"-13"0,0 0 117 15,0 0-73-15,0 0-28 16,0 0 8-16,0 0-2 16,-25 100-18-16,19-64-21 15,6 0 19-15,0 4-6 16,0-4 6-16,0 1-22 0,-9-5 0 16,9 4-7-16,0 0-14 15,-6-4-16-15,0-8-28 16,6-12-22-16,0-4-67 15,0-8-97-15,-7 0-112 16</inkml:trace>
  <inkml:trace contextRef="#ctx0" brushRef="#br0" timeOffset="5179.7">29705 10235 56 0,'0'0'376'0,"0"0"-231"16,0 0 13-16,0 0-18 15,0 0-13-15,0 0-4 16,0 0-43-16,198 0-46 15,-130 0 6-15,3 0-21 16,-2 0-4-16,-17 3-8 16,17 2-6-16,-29-5-2 15,0 0-38-15,-9 0 14 16,10 0-43-16,-7 0-62 16,0 0-166-16,-22 0-302 0</inkml:trace>
  <inkml:trace contextRef="#ctx0" brushRef="#br0" timeOffset="6361.03">31013 9761 78 0,'0'0'276'0,"0"0"-186"0,0 0 36 0,0 0-22 0,0 0-23 16,0 0 4-16,-140 64 19 16,119-56-53-16,-4 9-8 0,3-6-24 15,4 9 15-15,-4-4 8 16,3 9-21-16,-9-9 5 15,4 15-13-15,-4-3 21 16,0 0-32-16,3 8 5 16,10-7-1-16,2 7-5 15,7-8-1-15,6 0-11 16,0-3 10-16,0-6-13 16,0 1 9-16,19-4 5 15,15 4-4-15,6 0 4 16,6-7-11-16,-5-2 11 15,-1-2-1-15,0-9-5 16,-6 3 12-16,7-3-14 16,-16 0 8-16,-4 0 0 15,20 0-14-15,-23 0 9 0,10-20-1 16,-3 1 5-16,-10-1 2 16,4 3-1-16,-3 1 0 15,-10 0 5-15,-6 1-11 16,0-1 9-16,0-5-9 15,0 5 5-15,0 4-2 16,-34 4 2-16,6 8 1 16,-3 0 7-16,-19 0 6 15,13 0-4-15,-13 20 2 16,4 4-11-16,5-3 12 0,1 2-12 16,9-2 3-16,9-10-3 15,16 6 0-15,0-6-7 16,6 6 0-16,0 2-19 15,0 1 13-15,0 1-80 16,0-6-65-16,0-15-161 16</inkml:trace>
  <inkml:trace contextRef="#ctx0" brushRef="#br0" timeOffset="11092.39">31354 14710 600 0,'0'0'50'0,"0"0"-34"0,0 0 32 16,0 0 26-16,0 0-25 15,0 0 48-15,0 0-12 16,-99 0-28-16,93 0 15 15,-4 0-34-15,-2 0 12 16,-7 0-33-16,-2 0-9 16,2 8-2-16,-3 8 6 15,-2 1-2-15,-4 6-2 16,-6 13 12-16,9 0-19 16,-3 5 14-16,6 6-15 0,-3 2-1 15,19-1 1-15,6 12 0 16,0-7-3-1,0-6 1-15,0-2-3 0,0-6-2 16,6 2 6-16,35-10-5 16,-7-2-2-16,3-5 0 15,-3-8 8-15,-6-8-11 16,-3-8 1-16,-4 0 4 16,-14 0 2-16,5 0-2 15,-3-20 12-15,-9-4 5 16,0-4-6-16,0 0-4 15,0 12-1-15,0-1 1 0,-21 6-1 16,-26 11-11 0,1 0 10-16,-7 0 1 0,-3 8-8 15,25 28 15 1,-15 12-7-16,11 0 0 0,1-5-3 16,6-2 1-16,22-8-23 15,6-13-38-15,0-1-114 16,0-15-122-16,0-4-9 15</inkml:trace>
  <inkml:trace contextRef="#ctx0" brushRef="#br0" timeOffset="11726.13">31856 14962 542 0,'0'0'38'0,"0"0"11"0,0 0 57 0,0 0-35 0,0 0 11 16,0 0 17-16,0-3-40 15,-6 3 15-15,-3 0-39 16,3 3-4-16,-7 2-12 16,1 15-7-16,-10 0-12 15,10 12 0-15,-4 8 7 0,-2 8-4 16,-1-3 6-16,10 2-3 15,3-6 8-15,-7-5-10 16,7 4 3-16,-10 4-2 16,4-4-5-16,0 8 4 15,5-8-4-15,-8-8-4 16,9 1 2-16,0-18-12 16,6-10-33-16,0-5-8 15,0 0 2-15,0 0 18 16,0 0-16-16,0 0-13 15,0 0-60-15,0-17-58 0,0-2-214 16</inkml:trace>
  <inkml:trace contextRef="#ctx0" brushRef="#br0" timeOffset="12089.67">31649 15151 449 0,'0'0'173'0,"0"0"-134"0,0 0 37 0,0 0-21 0,0 0 33 15,0 0 31-15,111 8 1 16,-83 16-64-16,6 4 7 16,-6 0-35-16,-3-7-2 15,3 2-7-15,6 2-11 16,-15-9 1-16,9 7 0 16,-4-2-18-16,-2-6 2 15,-3-2-2-15,2 3-39 16,-14-4-26-16,-1-9-81 0,-6 2-143 15</inkml:trace>
  <inkml:trace contextRef="#ctx0" brushRef="#br0" timeOffset="13439.51">30064 15151 231 0,'0'0'204'0,"0"0"-111"0,0 0-19 0,0 0 9 15,0 0-68-15,0 0 32 16,0 0 6-16,0 0 16 15,0 0 18-15,0 0-21 16,0 0-12-16,0 0-7 16,13 0-2-16,15 0-16 0,-1 0 4 15,4 0-15-15,10 0 11 16,-7 0-8-16,12-7 0 16,1-1 14-16,-13 3-22 15,6 1 22-15,1 4-27 16,-7-8 12-16,18 8-15 15,-5-8-2-15,-13 8 1 16,-9-8-8-16,-3 8-3 16,-16-8-15-16,-6 8-4 15,0 0-22-15,0 0 13 0,0 0-16 16,0 0 12 0,0 0-68-16,0 24-36 0,0-12-148 15,-6-7-378-15</inkml:trace>
  <inkml:trace contextRef="#ctx0" brushRef="#br0" timeOffset="17735.61">32650 15155 455 0,'0'0'106'0,"0"0"15"15,0 0-19-15,0 0-30 0,0 0-6 16,0 0-9-16,0 0-43 15,68 0 18-15,-49 0-1 16,-4 0 43-16,4 0-25 16,9 0-8-16,-9 0-15 15,15 0-2-15,0 0-3 16,-3 4-17-16,9-4 9 16,-6 0-6-16,7 0-10 15,-7 0 9-15,-10 0-10 16,-14 0 4-16,8 0-10 15,-11 0-5-15,-1 0-33 16,-6-15-32-16,0 2-220 16</inkml:trace>
  <inkml:trace contextRef="#ctx0" brushRef="#br0" timeOffset="18533.87">33593 14807 420 0,'0'0'283'0,"0"0"-212"0,0 0 5 0,0 0-13 0,0 0-22 0,0 0 9 16,-140 72-25-16,100-48 10 15,18-1-6-15,4 5 29 16,-16-3-31-16,21 11 8 15,-9-4-16-15,4 0-2 16,12 0-4-16,-16 4-10 16,16-8-3-16,6 8 3 15,-7-8-10-15,7 0 10 16,0 5-4-16,0-9 2 16,0-1-2-16,0 2 0 15,0-9-2-15,0-4 2 0,0-4-16 16,0-4 2-1,0 0-13-15,7-4 21 0,-7 0-15 16,6 0 21-16,-6 0-1 16,0 0 2-16,0 0 0 15,0 0 0-15,0 0-8 16,9 0 13-16,-9-20-16 16,0 7 2-16,0 6-7 15,0 3-15-15,0 4 23 16,0 0 8-16,0 0 8 15,0 0-8-15,-15 4 0 16,-10 3 4-16,3 6-1 16,10-1 6-16,-1 0-9 15,13 4 0-15,0 0-20 0,0 0-34 16,0 0-157-16,0-4-94 16</inkml:trace>
  <inkml:trace contextRef="#ctx0" brushRef="#br0" timeOffset="19949.66">33633 14915 124 0,'0'0'0'0,"0"0"-35"0,0 0 35 0,0 0 111 16,0 0 95-16,0 0 19 15,-59 16-95-15,53-13-65 16,-3 6 12-16,9-9-32 16,-7 0-12-16,1 0-10 15,0 0-5-15,6 0 3 16,-6 0-2-16,6 0 46 16,-6 0-29-16,-16 0 8 15,16 0-38-15,-7 0 3 16,-2 0-9-16,9 0 0 15,-1 8-2-15,-5-5 5 16,6-3-10-16,-10 8 18 16,4 5-16-16,0 2 13 0,-10 2-6 15,-3 7 0-15,3 0 5 16,4 4-7-16,-4-4 1 16,10-4-3-16,-1 4 5 15,4 0-10-15,3-4 14 16,-1 9-4-16,7-6-3 15,0-3 0-15,0-4-1 16,0 1-3-16,0-1 2 16,0-8-15-16,0 8 15 15,0-9 2-15,0 1-7 16,0 0 16-16,0 1-14 16,13-1 5-16,2-5-6 0,-2 2 5 15,-7-5-4 1,6 8 3-16,4-4-9 0,-4-4 11 15,-5 4 0-15,14 0-3 16,-8-4 7-16,-1 0-8 16,4 0 2-16,-4 0-14 15,7 0 4-15,-4 0 2 16,-3 0 10-16,1 0 6 16,-13 0 14-16,28 0-15 15,-16 0 7-15,10 0-10 16,-10 0-2-16,1-4 0 15,8-4-14-15,-2-5 13 16,3 2-13-16,-10-6 9 0,-6 6 7 16,0 3-8-16,-6 4 12 15,0 4 0-15,0-8-4 16,0 8 7-16,0-8-4 16,0-5 0-16,0 1-10 15,-6 1 8-15,-6 3-11 16,-10 3 14-16,10 5-6 15,-1 0 3-15,1 0 9 16,3 0-2-16,-4 0-1 16,-5 0-3-16,-4 0 2 15,3-7-13-15,-2 7 8 16,8 0-6-16,1-5 5 0,3 5-2 16,9 0 2-1,-19 0 4-15,7 0 1 0,-16 12-2 16,-6 4-10-16,-1-3 6 15,11 2-8-15,-4-2-8 16,3 3 11-16,9-1-3 16,4 10 7-16,0-1 1 15,5 8 2-15,-2-5-3 16,3-2 9-16,6-5-18 16,0-12-10-16,0 0-19 15,0-8-87-15,15 0-111 16,10-8-124-16</inkml:trace>
  <inkml:trace contextRef="#ctx0" brushRef="#br0" timeOffset="20866.87">32151 15195 357 0,'0'0'87'0,"0"0"13"15,0 0 3-15,0 0-17 0,0 0-12 16,0 0-30-16,-22 0-2 16,22 0 0-16,0 0 15 15,-6 0-17-15,6 0 26 16,0 0-8-16,0 0-26 15,0 0-14-15,0 0-10 16,0 0 15-16,0 0-18 16,0 0 12-16,0 0-11 0,0 0 23 15,6 0-22-15,22 0 14 16,3 0-3-16,9 0 5 16,7 0-13-1,3 0-2-15,-10 0-16 0,-9 0-6 16,-16 0-10-16,10-12-21 15,-19 4-4-15,4 5-29 16,-10-2-115-16,0 5-174 16</inkml:trace>
  <inkml:trace contextRef="#ctx0" brushRef="#br0" timeOffset="21467.7">32650 14718 28 0,'0'0'655'0,"0"0"-531"0,0 0-14 16,0 0-36-16,0 0-32 15,0 0 5-15,-18 48 5 0,2-27-36 16,-3-1 9-16,7 7-15 15,-3 1 14-15,2 8-12 16,1 9 7-16,12 2-5 16,0 6 3-16,0-1-2 15,0-3-12-15,0-2-2 16,0-2 5-16,0-6-12 16,18-3 1-16,16-3 4 15,13-5-20-15,-7 0-1 16,1-12-9-16,-7-5-42 15,-10-6-152-15,-2-5-302 16</inkml:trace>
  <inkml:trace contextRef="#ctx0" brushRef="#br0" timeOffset="22214.49">33726 14726 230 0,'0'0'134'0,"0"0"54"0,0 0-32 0,0 0-32 0,0 0-49 0,0 0 7 16,22 72-49-1,-16-55-9-15,6 2 21 16,4 6-33-16,-10-5 16 0,7 16-4 15,-7 0 13-15,0 3-31 16,-6 2 10-16,6 11-10 16,3-8-4-16,-9 1-2 15,0 2 5-15,0 1-12 16,0 1 18-16,-15-2-22 16,-10-10 7-16,19-10 4 15,-10-6-46-15,16-1-61 16,-6-12-41-16,-6 4-128 15</inkml:trace>
  <inkml:trace contextRef="#ctx0" brushRef="#br0" timeOffset="23348.07">30734 15941 430 0,'0'0'117'0,"0"0"2"0,0 0-27 0,0 0-18 0,0 0 16 0,0 0 6 15,192 36-7-15,-133-32-42 16,22 4-15-16,-13 0-11 15,6-3 1-15,13-5 0 16,0 0-12-16,0 0 14 16,18 0-17-16,4 0 19 15,9-13-13-15,9-7 27 16,15-4-18-16,-8 1-2 16,11 2 2-16,-5 1-8 0,3 0-13 15,-4 12 10-15,1-8-13 16,8 8 4-16,-8-8 0 15,0 0 3-15,-7-8-5 16,-6-1 0-16,-6 10 0 16,0 2-5-16,-16 2 11 15,-2-1-11-15,-17-1 15 16,-14 13-17-16,-10-8 10 16,-16 0-6-16,-18 5-4 15,-9-2-3-15,-13 1-14 16,-6-7-20-16,0 3-11 15,0-9-35-15,-47 1-155 16,-27 5-710-16</inkml:trace>
  <inkml:trace contextRef="#ctx0" brushRef="#br0" timeOffset="24214.56">30718 15797 281 0,'0'0'226'0,"0"0"-184"0,0 0 41 0,0 0-4 0,0 0-18 15,0 0 25-15,-34 8-16 16,34-8-16-16,0 0-24 16,0 0 36-16,10 0 0 15,14 0-17-15,23-24-13 16,9-12-16-16,15-25 0 15,16-6-13-15,6-18 10 16,15-11-15-16,-2 0 21 16,2-5-21-16,-8 9 7 0,-7 15-9 15,-13 14 0-15,-24 15-3 16,9 4-2-16,-18-1-1 16,-1 9-28-16,-12 4 11 15,-6 12-45-15,-9 8-35 16,-19 4-141-16,0 8-143 15</inkml:trace>
  <inkml:trace contextRef="#ctx0" brushRef="#br0" timeOffset="24946.24">30839 14494 532 0,'0'0'71'0,"0"0"-39"0,0 0 47 0,0 0-15 16,0 0 14-16,0 0 11 15,162-165-44-15,-91 97-19 16,10-9 0-16,-1-3 49 15,1 5-31-15,6 3-15 16,-7 6-11-16,1 11 18 16,-7-1-29-16,-2 7-5 15,2-2-2-15,-6-2-11 0,-9 13-12 16,-12 17-26-16,-29 10-25 16,-2 5-56-16,-16 8-90 15,0 0-243-15</inkml:trace>
  <inkml:trace contextRef="#ctx0" brushRef="#br0" timeOffset="26177.44">31407 16663 789 0,'0'0'170'0,"0"0"-98"0,0 0 23 0,0 0-73 16,0 0 1-16,0 0 22 15,167-12-4-15,-120 8-4 16,-1 1-4-16,-5-2 8 16,-1 5-26-16,-6-3-15 15,6 3-1-15,-6 0-3 16,-3 0-34-16,10-5-12 16,-13-3-30-16,0 4-125 0,-16 4-322 15</inkml:trace>
  <inkml:trace contextRef="#ctx0" brushRef="#br0" timeOffset="26810.19">32188 16687 558 0,'0'0'53'0,"0"0"49"16,0 0 25-16,0 0-47 15,0 0-31-15,0 0 6 16,236-233-24-16,-218 202-14 15,10-5 18-15,-15 3-4 16,2 2-9-16,-15 6-19 16,0 6 4-16,0-6 1 15,0 9-16-15,0-4 4 16,-28 15 4-16,-6 5 0 0,9 0 3 16,-9 0 20-1,6 0-17-15,4 21 12 0,2-1-18 16,16-4 0-16,6 4-2 15,0 8 1-15,0 0-1 16,0 5 1-16,0-6-7 16,18 6-3-16,16-2 11 15,7 2-1-15,-1-5-10 16,0 0 20-16,1-8-19 16,-7 4 11-16,-3-8-1 15,3 9 0-15,-19-2 0 16,-2-3-4-16,-13 4 11 15,0 1 11-15,0 2-5 16,-22-2 14-16,-24-2-27 16,5-2 16-16,1-9-10 0,3-4-2 15,-4-5-4-15,14-3-13 16,-1 0-20-16,-3 0-49 16,3 0-165-16,6-8-487 15</inkml:trace>
  <inkml:trace contextRef="#ctx0" brushRef="#br0" timeOffset="28358.61">31366 17466 162 0,'0'0'186'0,"0"0"15"0,0 0-19 16,0 0-88-16,0 0 1 16,0 0-10-16,0 0-24 15,7-8-7-15,2 8-36 16,-3 0 14-16,-6 0-17 15,6 0 19-15,-6 0-13 16,7 23 17-16,-1 13-16 16,9-4 4-16,-9 9-19 0,7-1 0 15,-7 4 6-15,0 4-12 16,1 4 22-16,2 0-19 16,-9-8 3-16,0-8-2 15,0-11-10-15,0-10-29 16,0-7-7-16,0-3-9 15,0-2-45-15,0 2-82 16,0-2-71-16,0-3-72 16</inkml:trace>
  <inkml:trace contextRef="#ctx0" brushRef="#br0" timeOffset="28658.39">31112 17834 340 0,'0'0'289'0,"0"0"-171"0,0 0 81 0,0 0-51 0,0 0-61 15,0 0-43-15,189-4-11 16,-155 0-32-16,4 1 1 0,-4-2-2 16,0-7-10-16,6 0-33 15,1 0-20-15,-1 0-58 16,0 0-157 0,0 3-352-16</inkml:trace>
  <inkml:trace contextRef="#ctx0" brushRef="#br0" timeOffset="29391.89">32458 17165 213 0,'0'0'430'0,"0"0"-326"0,0 0 9 0,0 0 14 0,0 0-55 15,0 0-9-15,-56 0-31 16,38 8-2-16,-17 15-18 16,11 6 16-16,-11 11-15 15,8 0 17-15,-8 11-20 16,23 6 3-16,-7 3-6 15,4 0-5-15,3-3-1 16,12-6 10-16,0-15-22 16,0 9 20-16,0-5-18 15,0-15 9-15,12 3 0 16,10-9-8-16,2-7 5 16,17 1-2-16,-1-10 5 15,-12-3-2-15,19 0 7 0,-7 0-10 16,-6 0 5-16,-9-16-3 15,-4-7-7-15,-8-2 8 16,-13-3 1-16,0 0-1 16,0 8-1-16,0 0 6 15,0 8-17-15,0-1 9 16,-19 5 1-16,-27 8-17 16,-4 0 8-16,-3 0-14 15,-21 41 6-15,15 15 3 16,0 4 14-16,13-4 4 15,18-4 0-15,15-19 0 0,13-10-33 16,0-10-61 0,0-13-100-16,0 0-31 15,19 0-102-15</inkml:trace>
  <inkml:trace contextRef="#ctx0" brushRef="#br0" timeOffset="30140.73">31441 18288 377 0,'0'0'240'0,"0"0"-119"0,0 0-8 0,0 0-36 0,0 0-28 16,0 0-25-16,-6 0 1 15,6 0-23-15,0 0 15 16,0 0 36-16,0 0-9 16,25 0 14-16,24-8-12 15,10-5 10-15,22 1-18 16,18-12 2-16,9 9-22 16,-2-6 5-16,2 6-21 15,-8-6-1-15,-1 4-1 16,-12 2-19-16,-7 3 7 15,-5 0-25-15,-10 4 3 0,-3 0-22 16,-10 4-1 0,-11 0-37-16,-1 0-75 15,-28 4-191-15</inkml:trace>
  <inkml:trace contextRef="#ctx0" brushRef="#br0" timeOffset="31106.78">32632 18308 563 0,'0'0'137'0,"0"0"-40"0,0 0 46 16,0 0-79-16,0 0-10 15,0 0-24-15,-22 3 28 0,22-3-17 16,0-15 3 0,15-1 1-16,10-4-24 15,15 4 13-15,1 3-33 16,-1-2 4-16,7 10 0 0,-13 5-10 15,0 0 5-15,-16 0-6 16,-11 5 2-16,-1 23-4 16,-6 8 6-16,0 3-23 15,0 2 12-15,0 7-21 16,-47 0 22-16,-5 0-18 16,5-4 6-16,1-4 9 15,-1 0 15-15,19-12-2 16,22-11 8-16,6-6-10 15,0-11 12-15,0 0-9 16,6 0 4-16,47 0 11 16,9 0 14-16,19 0 8 15,-10-3-4-15,9-2-14 0,-5 5 8 16,-16 0-26-16,-3 0 4 16,-16 0 4-16,-9 8-3 15,-3 4-5-15,0 1 0 16,-3-2-7-16,-10 2 4 15,4-6-4-15,-7-2 14 16,-6-5-15-16,4 0 17 16,-4 0 5-16,-6 0-12 15,0 0 6-15,0 0-8 16,0 0 0-16,0 0-1 0,0 0 3 16,0 0-12-16,0 0 22 15,0 0-23-15,0 0 11 16,0 0-22-16,0 0-46 15,0 0-114-15,-53-8-782 16</inkml:trace>
  <inkml:trace contextRef="#ctx0" brushRef="#br0" timeOffset="32673.64">10037 16395 35 0,'0'0'490'0,"0"0"-485"0,0 0 55 15,0 0 42-15,0 0-33 16,0 0-16-16,0 0 18 16,-25 0 21-16,25 0-25 0,0 3 32 15,-15 9-67-15,2 21 18 16,7 22-39-16,6 30-3 15,0 23 1-15,0 17-2 16,6 3-6-16,34 4 5 16,-12-7 2-16,13-1-6 15,-16-12-1-15,-4-16 4 16,-15-11-4-16,13-34 0 16,-19-18-1-16,0-22 0 15,0-11-4-15,0 0-6 16,0-19 10-16,0-37 0 15,-46-21 15-15,5-18-16 16,16-30 2-16,-3-27 1 0,16-25-2 16,12-24-5-1,0-4-6-15,0 5-7 0,25 12 7 16,15 44 4-16,1 39 0 16,-1 49-27-16,-12 37 26 15,-3 19-18-15,2 3 3 16,1 61 21-16,-21 41 2 15,-7 23 10-15,0 32-10 16,-28 9 0-16,-25-1 6 16,-6-7-13-16,-9-25 2 15,9-12-8-15,12-24-48 16,19-28 37-16,16-27 23 0,12-29-3 16,0-12 3-16,53-4-6 15,46-8 7-15,28-36 23 16,13 0 22-16,21 8 17 15,-12 15-4-15,-10 21-8 16,-27 0-14-16,-16 49-3 16,-25 15-13-16,-9 4-4 15,-21 4-16-15,-10-11-15 16,-10-5-51-16,-21-9-24 16,0-2-82-16,-46-13-128 15</inkml:trace>
  <inkml:trace contextRef="#ctx0" brushRef="#br0" timeOffset="33188.33">11414 17453 916 0,'0'0'132'0,"0"0"-99"0,-180-308 53 0,146 179-53 0,9-4-27 0,25 5-2 16,0 12-4-16,46 20-22 16,23 28-75-16,2 32-8 15,3 23-74-15,-15 13-176 16</inkml:trace>
  <inkml:trace contextRef="#ctx0" brushRef="#br0" timeOffset="33621.95">12279 16398 699 0,'0'0'154'0,"0"0"-136"15,-230 221 103-15,137-121-60 16,0-3 0-16,0-1-37 16,25-9 2-16,3-6-25 15,9-8 3-15,10-14 2 16,15-15-5-16,9-11-1 15,16-21-17-15,6-12-18 16,0 0-94-16,0-36-177 16,0-37-85-16</inkml:trace>
  <inkml:trace contextRef="#ctx0" brushRef="#br0" timeOffset="33821.55">11609 16708 501 0,'0'0'465'0,"0"0"-409"15,0 0 38-15,0 0-20 16,0 0-12-16,301 244-39 16,-202-188 19-16,3-4-40 15,-9-3 1-15,0-13-3 16,-6-8-30-16,-19-9-26 16,-9-7-30-16,-31-7-92 15,-15-5-95-15,-13 0-213 0</inkml:trace>
  <inkml:trace contextRef="#ctx0" brushRef="#br0" timeOffset="34154.35">12437 16186 915 0,'0'0'88'0,"0"0"-78"16,0 0 106-16,0 0-58 15,347 84 14-15,-238-24-30 16,-16 20-7-16,-13 21-31 15,-27 7 0-15,-25 9-8 16,-28 2-4-16,0 2 7 16,-6-17-45-16,-56-11 5 15,-10-18-94-15,-14-18-108 16,-4-13-327-16</inkml:trace>
  <inkml:trace contextRef="#ctx0" brushRef="#br0" timeOffset="34506.05">13708 16840 452 0,'0'0'616'0,"0"0"-604"0,0 0 69 15,0 0-27-15,406-37-20 16,-310 22-29-16,-24 2 3 15,-4 5-8-15,-28 1-39 16,1 2-38-16,-29 2-133 16,-12 3-268-16</inkml:trace>
  <inkml:trace contextRef="#ctx0" brushRef="#br0" timeOffset="34688.29">13789 16570 968 0,'0'0'352'15,"0"0"-346"-15,0 0 1 0,0 0 27 16,0 0-31-16,0 0 5 16,400-80-8-16,-320 33-46 15,13-1-69-15,-31 15-261 16</inkml:trace>
  <inkml:trace contextRef="#ctx0" brushRef="#br0" timeOffset="35206.95">15265 16046 106 0,'0'0'821'15,"0"0"-762"-15,0 0-19 16,0 0 71-16,0 0-81 16,0 0-9-16,276-85-11 0,-258 121-10 15,-18 41-1-15,0 19-5 16,-12 16 2-16,-56 16-23 16,-7 9 9-16,4-9-33 15,-10-4 51-15,19-15 26 16,16-29 15-16,33-28-17 15,13-24-4-15,0-12-15 16,53-12-1-16,56-4 12 16,30 0 5-16,29 0-8 15,18-23 17-15,15-13 1 16,1 6 1-16,-29 11 6 16,-33 11 0-16,-35 8-37 15,-30 0-2-15,-23 16-41 0,-18 25 12 16,-34-5-46-16,0 3-146 15</inkml:trace>
  <inkml:trace contextRef="#ctx0" brushRef="#br0" timeOffset="37535.56">14992 16855 110 0,'0'0'268'15,"0"0"-152"-15,0 0-51 0,0 0 17 0,0 0-46 0,0 0-27 16,0 0-1-16,-127 0 13 15,114 0 13-15,-8 0 2 16,2 0 11-16,-3 0-9 16,-6-3-38-16,4 3-21 15,2 0 20-15,9 0-15 16,1 0 16-16,-3 0 20 16,8 0 76-16,-5 0-12 15,6 0-50-15,0 0 34 16,6 0-61-16,-7 0 2 15,7 0 3-15,0 0 5 16,-9-5 5-16,3 5 11 0,6 0 6 16,-6 0-9-16,6 0 12 15,0 0-31-15,0 0 29 16,0-3-37-16,0-1 22 16,0 4-24-16,12-4 4 15,69 0 1-15,33-4 16 16,20-5 16-16,11 5-19 15,-17 1-7-15,-20 7-1 16,-21 0-20-16,-28 0 9 16,-31 0-2-16,-28 0-45 15,0 7 1-15,-34 37-44 16,-87 25-15-16,-47 11-448 16</inkml:trace>
  <inkml:trace contextRef="#ctx0" brushRef="#br0" timeOffset="38783.95">32049 18765 1137 0,'0'0'24'0,"0"0"75"0,0 0-5 0,362-40-30 0,-250 16-45 16,-25 7-13-16,-13 1-6 15,-21-4-27-15,-25 9-50 16,-28 11-34-16,0 0-307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3:05:18.7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5746 5795 583 0,'0'0'42'0,"0"0"-10"0,0 0 63 0,0 0-53 15,0 0-33-15,0 0 30 16,0 0-2-16,0-13-6 0,0 13 0 15,0 0 42 1,0 0-8-16,0 0-19 0,0 0-17 16,0 0-7-1,0 0 4-15,0 0-20 0,0 0 15 16,0 0-17-16,0 0 16 16,0 0-11-16,0 0 4 15,0 0-12-15,0 0 8 16,0 0-9-16,0 0-2 15,0 0-5-15,-7 25 7 16,-11 11 6-16,-16 12-5 16,-19 15 13-16,-15 3-10 0,3 9 4 15,-16 2-8 1,-6-2 0-16,13-2 3 0,21-21-3 16,13-8-11-16,6-19-18 15,21-25 7-15,7 0-23 16,6 0-51-16,0-25-179 15,0-19-401-15</inkml:trace>
  <inkml:trace contextRef="#ctx0" brushRef="#br0" timeOffset="600.79">5191 5799 504 0,'0'0'115'0,"0"0"-38"0,0 0 34 0,0 0-9 0,0 0-46 15,0 0-14-15,80-4 10 16,-33 24 30-16,27 19-26 0,0 6-26 15,-8 7 23 1,2 4-36-16,-15-4 1 0,-7 0-8 16,1 1-9-1,-20-1 0-15,1-8-1 0,-21 0-7 16,-7-7-41-16,0-18 4 16,0-7-51-16,0-12-140 15,0 0-335-15</inkml:trace>
  <inkml:trace contextRef="#ctx0" brushRef="#br0" timeOffset="1682.87">6173 5137 278 0,'0'0'392'0,"0"0"-354"0,0 0 35 0,0 0 16 16,0 0-66-16,0 0 9 15,0-5-13-15,0 5-4 16,10 0 0-16,-4 9 25 15,6 18 14-15,1 3-3 16,2-7-21-16,-9 9-20 16,1 0 15-16,-7 0-21 0,6 1 2 15,-6-5 1 1,0-8-1-16,0-1-5 0,0-11 5 16,0-3-1-16,0-1-2 15,0-4 8-15,0 0-8 16,0 0-6-16,0 0-6 15,0-17-2-15,22-22-6 16,2-10-18-16,10 5 29 16,1 8-12-16,-11 8 15 15,11 16 3-15,-8 4 4 16,-8 8-4-16,-3 0 12 16,2 0 5-16,-12 0-2 15,1 20 16-15,-7 24-19 16,0-11 9-16,0 6-19 15,15 2-2-15,-15-5 1 0,0-5-2 16,0-6-31-16,0-9-10 16,0-13-19-16,6-3-63 15,7 0-135-15,15-15-471 16</inkml:trace>
  <inkml:trace contextRef="#ctx0" brushRef="#br0" timeOffset="2433.13">6750 6059 587 0,'0'0'282'0,"0"0"-176"0,0 0 39 15,0 0-74-15,0 0-46 16,0 0 23-16,199 5-21 15,-131-5 5-15,-15 0-29 0,2 0-6 16,-17 0-2-16,-11 0-27 16,20 0-13-16,-13 0-35 15,6 0-82-15,-15 0-225 16</inkml:trace>
  <inkml:trace contextRef="#ctx0" brushRef="#br0" timeOffset="2897.63">8347 5627 492 0,'0'0'147'0,"0"0"-65"16,0 0 25-16,0 0 1 15,0 0-65-15,0 0 49 16,-19 88-14-16,-15-40-32 16,-6 4-24-16,0 8-4 0,-13 4-4 15,-9 4-11-15,-9-3 18 16,-10-1-12-16,7-8 10 16,5-12-18-16,38-8 2 15,3-12-3-15,10-12-16 16,18-12-8-16,-9 0-22 15,-4 0-7-15,-15 0-86 16,10-24-83-16,-16-4-7 16,-1 0-314-16</inkml:trace>
  <inkml:trace contextRef="#ctx0" brushRef="#br0" timeOffset="3147.53">7550 5911 707 0,'0'0'31'16,"0"0"67"-16,0 0 80 15,0 0-70-15,0 0-47 16,0 0-22-16,409 181-17 16,-322-150-15-16,-6 5-6 15,-35 5-2-15,1-2 1 16,-7 2-5-16,-12-10-29 15,-9 2-4-15,2-17-105 0,-8-8-146 16,-13-8-236-16</inkml:trace>
  <inkml:trace contextRef="#ctx0" brushRef="#br0" timeOffset="3630.54">8769 5807 249 0,'0'0'426'0,"0"0"-344"0,0 0 42 16,0 0-33-16,0 0-44 0,0 0 33 15,25 84-5-15,-4-32-42 16,-8 8-4 0,-7 4-5-16,3-3-14 0,-9-5-10 15,0-4 11-15,0-4-15 16,0-4 9-16,0-8-10 16,0-8-9-16,0-12-11 15,0-3-15-15,6-13-17 16,-6 0-72-16,0 0-57 15,0-5 49-15,0-23-239 16</inkml:trace>
  <inkml:trace contextRef="#ctx0" brushRef="#br0" timeOffset="3883.01">8654 6147 718 0,'0'0'27'0,"0"0"163"15,0 0-27-15,0 0-83 16,0 0-36-16,0 0-7 16,353 0-37-16,-291 0-7 15,-9 0-16-15,0 0-41 16,-13 0-87-16,7-8-209 15</inkml:trace>
  <inkml:trace contextRef="#ctx0" brushRef="#br0" timeOffset="4431.3">9476 5802 661 0,'0'0'140'0,"0"0"-31"15,0 0 5-15,0 0-68 16,0 0 20-16,0 0-24 16,133-67-23-16,-83 67 3 15,-26 0-21-15,4 0 16 16,-9 0-11-16,-4 16 9 0,4 15-14 15,-7 18-2-15,-12-1-9 16,0 12 1-16,0-4 9 16,0 0-5-16,-31-4 4 15,4-3 2-15,5-13-3 16,16-13 10-16,6-6-16 16,0-9 2-16,0-5 4 15,28 2 2-15,18-2 2 16,22 2 13-16,4-1-13 15,2 4 9-15,-15-4 7 16,-3 3-8-16,-31 6-10 16,2-1-3-16,-8-1-31 0,-19 6-20 15,0-1-70-15,0-4-250 16</inkml:trace>
  <inkml:trace contextRef="#ctx0" brushRef="#br0" timeOffset="5064.93">10793 6180 1020 0,'0'0'78'0,"0"0"6"15,0 0-8-15,0 0-45 0,0 0 33 16,0 0-34-16,106 23-7 0,-66-18-20 15,-6-5-6-15,-6 0-27 16,-9 0-29-16,-4 0-6 16,-8 0-24-16,-7 0-80 15,0 0-137-15,0-8-268 16</inkml:trace>
  <inkml:trace contextRef="#ctx0" brushRef="#br0" timeOffset="5311.73">10793 6180 815 0,'-173'-165'208'16,"173"165"-134"-16,0-8 20 15,68 4-16-15,-15-4-17 16,34 0 4-16,-16-4-39 15,-9 0-18-15,19 3-8 16,-29 9-2-16,-5 0-3 16,-13 0-44-16,6 0-14 15,-15 0-25-15,-3 0-90 16,-16 0-374-16</inkml:trace>
  <inkml:trace contextRef="#ctx0" brushRef="#br0" timeOffset="7409.92">12111 5774 410 0,'0'0'181'0,"0"0"-168"0,0 0 91 0,0 0-21 16,0 0-32-16,0 0 12 16,0 0 1-16,-34 0-11 0,34 0-22 15,-12 8 33-15,-4 1-44 16,4 10 7-16,-16 2-27 16,28 7 20-16,-25 12-19 15,19 0 14-15,-3-4-6 16,-4-4-4-16,13 0-10 15,0-4 10-15,0-3-15 16,0-2 10-16,0 1 0 0,28 9 2 16,-3-5 1-1,15 0-3-15,16-4 6 0,-9-8-13 16,-1-4 14 0,1-8-15-16,-7 0 15 0,0-4-13 15,-15 0 10-15,9 0-4 16,0-16 2-16,0-12 4 15,-3-13 9-15,-3 2-10 16,13-14 6-16,-14-2-6 16,-2-6-6-16,3 9 7 15,-15 0-8-15,-7 7 2 16,-6-6-2-16,0-6-2 16,0 5 4-16,0 4-5 15,0 1 13-15,-25 2-16 16,-22 9 16-16,7 4-12 15,6 7 8-15,-12 14-4 16,-1-1 0-16,1 7-1 0,11 5-6 16,-5 0 12-16,-6 0-14 15,-7 13 18-15,-3 23-10 16,10 15 6-16,5 18-8 16,1-5 3-16,9-4 0 15,-3 4-1-15,18-19-22 16,4-5-6-16,12 0-29 15,0-16-26-15,0-1-28 16,53-2-75-16,-13-12-31 16,0-6-263-16</inkml:trace>
  <inkml:trace contextRef="#ctx0" brushRef="#br0" timeOffset="7878.72">12192 5984 315 0,'0'0'111'0,"0"0"-26"0,0 0 50 0,0 0-22 0,0 0-33 16,0 0 29-16,87-33-49 16,-69 33-18-16,10 0 11 15,-3 0-27-15,3 0 10 16,6 0-28-16,-3 12 10 15,3 20-15-15,0-7 15 16,-15 14-13-16,9-3-2 0,-7-8 2 16,-8 5-2-1,-1-9-3-15,4-4-2 0,-10-4 0 16,0-12-21-16,7-4 0 16,-1 0-33-16,22 0-30 15,6 0 43-15,1 0-30 16,-1-4-88-16,0-17-134 15</inkml:trace>
  <inkml:trace contextRef="#ctx0" brushRef="#br0" timeOffset="8426.79">13234 6184 384 0,'0'0'159'0,"0"0"-16"0,0 0-27 0,0 0 1 16,0 0 2-16,0 0-54 15,-149-120-12-15,124 84-51 16,3-5 10-16,10 5-10 15,12-4-4-15,0-4 0 0,0 8 1 16,34 4-16-16,13 7-64 16,11 9-9-1,5 9-123-15,-11-1-82 0</inkml:trace>
  <inkml:trace contextRef="#ctx0" brushRef="#br0" timeOffset="8927.43">14049 5630 341 0,'0'0'358'0,"0"0"-335"0,0 0 83 0,0 0 4 0,0 0-66 15,0 0-15-15,-115 88 25 16,81-43-5-16,3-1-11 16,-9 8-4-16,-6 0-7 15,5-9-11-15,13-2-12 16,10-21-4-16,8-7 3 15,10-13-6-15,0 0-24 16,0 0-7-16,0 0-66 16,0 0 17-16,0-13-35 0,0-15-67 15,0-5-107 1</inkml:trace>
  <inkml:trace contextRef="#ctx0" brushRef="#br0" timeOffset="9088.87">14049 5630 234 0</inkml:trace>
  <inkml:trace contextRef="#ctx0" brushRef="#br0" timeOffset="9242.75">14049 5630 234 0,'-347'44'317'0,"359"-44"-286"16,35 33 113-16,-1 6 152 0,1-3-254 16,-13 5 28-1,-6-10-48-15,-10 2 5 0,4-9-22 16,-9 4 0-16,-1-13-5 16,3 2-17-16,-2-13-3 15,-1-4-73-15,4 0-119 16,-4 0-85-16,-6 0-257 15</inkml:trace>
  <inkml:trace contextRef="#ctx0" brushRef="#br0" timeOffset="9760.66">14322 5538 363 0,'0'0'235'0,"0"0"-204"0,0 0 82 0,0 0-13 15,87 23 15-15,-59 2-53 16,6 7-28-16,-9 4-15 16,-10 9 22-16,-2-6-7 0,-13 5-16 15,0 9 6 1,0 3-22-16,0-4 16 0,-13 0-17 16,-15 0 8-16,0-15-9 15,16-10-11-15,6-10-34 16,0-14-58-16,6-3-43 15,-7 0-90-15</inkml:trace>
  <inkml:trace contextRef="#ctx0" brushRef="#br0" timeOffset="10391.37">14998 5879 160 0,'0'0'32'0,"0"0"-1"0,0 0 122 0,0 0-13 0,0 0-25 16,0 0-1-16,0 0 27 15,0 8-47-15,0-8-14 16,0 4-42-16,0-4 1 0,0 8-20 15,0-8-3-15,0 0-10 16,0 0 2-16,0 0-16 16,0 0 18-16,0 0-18 15,0 0 14-15,0 0-12 16,0 0 5-16,0 0-7 16,0 0 3-16,0 0 5 15,0 0-3-15,0 0 6 16,0 0-8-16,0 0-11 15,0 0-11-15,-6 0-104 16,-10 0-239-16</inkml:trace>
  <inkml:trace contextRef="#ctx0" brushRef="#br0" timeOffset="16438.04">15612 6136 177 0,'0'0'245'0,"0"0"-77"0,0 0-27 0,0 0-35 15,0 0-26 1,0 0-37-16,0 0-27 0,-112-85 3 16,97 62-19-16,9 2 54 15,-13 1 17-15,13-4-12 16,-10 4-34-16,10-12-20 16,6 0 9-16,0-12-13 15,0-9-2-15,0 9-11 16,0 0 12-16,0 0-1 15,22 16 0-15,-4 5 1 16,1 10 0-16,3 9-1 16,6 4-35-16,3 0-19 15,3 0-81-15,6 0-152 16</inkml:trace>
  <inkml:trace contextRef="#ctx0" brushRef="#br0" timeOffset="17053.86">16322 5498 544 0,'0'0'53'0,"0"0"17"16,0 0 8-16,0 0-59 0,0 0 3 0,0 0-1 15,0 0 14-15,0 0 13 16,0 4 36-16,0 19-12 16,-34 2-9-16,6 7-27 15,-12 4-21-15,9 0 18 16,-3 1-26-16,-7 2 13 16,7 2-15-16,0-2 7 15,3-3-11-15,3-3 4 16,10-13-5-16,8-1-7 15,-2-6 1-15,12-1-27 16,0-4 15-16,0-8-30 16,0 0-48-16,0 0-63 15,0 0 12-15,0 0-78 0,0 0-23 16</inkml:trace>
  <inkml:trace contextRef="#ctx0" brushRef="#br0" timeOffset="17421.25">15928 5658 377 0,'0'0'266'0,"0"0"-213"0,0 0 24 16,0 0-6-16,0 0 9 15,0 0 12-15,47 69-9 16,-22-45-28-16,2 4-53 16,1 0 34-16,-9 0-22 15,0-4 6-15,-4 4-19 0,-3-8-1 16,10-4 0-1,-16 4-15-15,7-9 6 0,-7 6-27 16,16-13-35-16,-10-4-175 16,16 0-32-16,-16 0-287 15</inkml:trace>
  <inkml:trace contextRef="#ctx0" brushRef="#br0" timeOffset="18236.43">16657 5782 706 0,'0'0'143'0,"0"0"-33"0,0 0-9 16,0 0-24-16,0 0-52 16,0 0 13-16,77 0-27 15,-36 0-8-15,-7 0-1 16,6 0 6-16,-12 0-16 16,3 0 3-16,-3 0-21 15,-6 0-53-15,-4-8-80 16,-5 5-195-16</inkml:trace>
  <inkml:trace contextRef="#ctx0" brushRef="#br0" timeOffset="18769.78">17376 5931 458 0,'0'0'243'0,"0"0"-100"0,0 0-26 15,0 0-76-15,0 0-41 16,0 0 34-16,0-157 18 15,0 110 0-15,0-1-22 16,0 7-20-16,0 9 6 16,0 4-9-16,-6 11 2 15,0 6 2-15,6 7-21 0,0 4 13 16,-6 0-6-16,-1 0-5 16,-8 0-24-16,-4 8 7 15,-9 20 25-15,-3 0 11 16,10 4-10-16,2-3-2 15,10-6-40-15,9 1-59 16,0-4-121-16,0-7-146 16</inkml:trace>
  <inkml:trace contextRef="#ctx0" brushRef="#br0" timeOffset="19422.9">17584 5430 404 0,'0'0'176'0,"0"0"-71"0,0 0 10 0,0 0-66 0,0 0 15 15,0 0 2-15,149 23-19 16,-103-6 22-16,1 11-31 16,-7 8 5-16,-15 8-22 15,-3 13 21-15,-10 2-27 16,-12 5-1-16,0-7-4 15,0 7-6-15,0 0-4 16,-6 0-4-16,-34-12-5 16,-1-8-29-16,1-11-26 0,6-22-117 15,9-11-131 1</inkml:trace>
  <inkml:trace contextRef="#ctx0" brushRef="#br0" timeOffset="20350.95">18654 5502 556 0,'0'0'130'0,"0"0"-13"0,0 0 39 16,0 0-90-16,0 0-3 0,0 0-24 15,12 0-10-15,-3 0-18 16,-9 20 1-16,0 8 15 16,7 8-13-16,-7 5 9 15,12 3-18-15,-12 3 9 16,6 6-7-16,-6 3 15 15,0-4-22-15,0-8 2 16,0 8-6-16,0-20 4 16,0 4 0-16,0-12-22 15,0-7 12-15,0-9-34 16,0-8-33-16,0 0-68 16,0 0-25-16,0 0-26 15,0 0-277-15</inkml:trace>
  <inkml:trace contextRef="#ctx0" brushRef="#br0" timeOffset="20666.89">18415 5879 785 0,'0'0'201'0,"0"0"-93"0,0 0-22 16,0 0-34-16,0 0-3 15,0 0 15-15,366 0-50 16,-292 0-7-16,-9-4-7 15,-9-4-15-15,-9 8-35 16,-23 0-10-16,4-8-22 16,-15-5-184-16,-13 13-256 15</inkml:trace>
  <inkml:trace contextRef="#ctx0" brushRef="#br0" timeOffset="22164.79">19416 5298 192 0,'0'0'102'0,"0"0"-42"0,0 0-5 0,0 0 30 16,0 0 8-1,0 0 24-15,-12 0-15 0,12 8-34 16,0 3 18-16,0 9-32 15,0 1-1-15,-9 2-2 16,9 10-22-16,-6-2-5 16,6 13-14-16,0 1 19 15,0-1-13-15,0 5 8 16,0-2-22-16,0 6 10 16,0-6-8-16,0 10 3 15,15-1-7-15,4-4 1 16,-7-4-2-16,-3 0 5 0,4-4-4 15,-7-3 9 1,0-2-15-16,0-6 9 0,-6-9-4 16,0-12 1-16,0-9 0 15,0 2-2-15,0-5 7 16,0 0-9-16,0 0 12 16,0-5-16-16,0-18-5 15,-12-10 10-15,-28 2 5 16,21-2-2-16,-15-11 0 15,18-3-9-15,4-2 7 16,0-15 4-16,-1 3-5 16,4 6 10-16,9 2-14 0,0 9 6 15,0 0-4 1,0 4 5-16,0 0-9 0,0-8 9 16,22 0 0-16,12-9-6 15,-3 1-6-15,-3 9-9 16,12 6 3-16,-6 2 16 15,0 14-6-15,-9 5 6 16,9 4 2-16,-15 8 0 16,-4 0 15-16,-9 8-12 15,-6 0 8-15,13 0 0 16,-1 0-11-16,16 11 1 16,0 19 13-16,-3 1-13 15,3 1 0-15,-10 5-2 16,-8 2-16-16,-10 5 13 15,0 9 8-15,0-6-2 0,-10 2-1 16,-21-9 11-16,-9 0-6 16,-6-8 10-16,11-3 2 15,8-6-16-15,2-10 7 16,-3-5-4-16,0-5-10 16,3-3 17-16,3 9-21 15,22-9 15-15,0 0-11 16,0 0 5-16,0 3 0 15,0 5-6-15,0 5 6 16,0 7 0-16,22 4 10 16,31 4 16-16,-7-8-16 15,13-4 10-15,3 4-18 0,3-8 5 16,-3-12 0 0,-21 8-6-16,-17-8-2 0,-14 12-3 15,-10-5 2-15,6-2-36 16,-6 11 14-16,0-4-27 15,0 8-4-15,0-4 1 16,0 4-26-16,0-20-6 16,0 0-89-16,0 0-12 15,0 0-90-15</inkml:trace>
  <inkml:trace contextRef="#ctx0" brushRef="#br0" timeOffset="22763.94">20297 6120 3 0,'0'0'0'0,"0"0"0"0,0 0 80 0,0 0 62 16,0 0 40-16,0 0-41 15,0 0-22-15,40 36 37 16,-40-36-8-16,0 0-40 15,0 0-38-15,0 0-3 0,0 0-3 16,-24-17-22-16,-17-19 0 16,1 0-5-16,12-11-2 15,3 2-19-15,10 1-4 16,15-8-9-16,0 8-6 16,0 16-6-16,0 3 6 15,40 14-18-15,-6-9-14 16,19 7-30-16,9-7-6 15,3 4-27-15,-12 5-131 16,-4 6-167-16</inkml:trace>
  <inkml:trace contextRef="#ctx0" brushRef="#br0" timeOffset="23248.12">20926 5578 566 0,'0'0'169'0,"0"0"-77"0,0 0 13 15,0 0-45-15,0 0-37 16,0 0 28-16,0 0 12 15,0 0-40-15,0 32 28 16,-18 12-14-16,-22 12 9 16,-7 5-38-16,-3-5 11 0,13-4-18 15,3-8 3-15,12-16-4 16,10-8-8-16,6-7 2 16,6-13-20-16,-6 0-2 15,6 0-25-15,-7 0-3 16,7 0-55-16,0-9-136 15,0-12-138-15</inkml:trace>
  <inkml:trace contextRef="#ctx0" brushRef="#br0" timeOffset="23580.55">20719 5630 764 0,'0'0'94'0,"0"0"55"16,0 0-33-16,0 0-78 15,0 0-30-15,0 0 34 16,121 121 3-16,-62-77-18 15,3 4 3-15,-10-4-14 16,-5 0 4-16,-13 0-17 16,0-12-3-16,-15 4-11 15,-4-7-5-15,-9-6-42 0,-6-3-9 16,0-4-53-16,0-8-150 16,0-8-307-16</inkml:trace>
  <inkml:trace contextRef="#ctx0" brushRef="#br0" timeOffset="23930.73">21429 5638 268 0,'0'0'321'16,"0"0"-247"-16,0 0 84 16,0 0 17-16,0 0-79 15,0 0-18-15,173 153-42 16,-138-109-9-16,-17 8-2 15,-5 4-14-15,-13 8 10 16,0 1-20-16,0-6-2 16,-19-2-20-16,-21-14 0 15,-7-14-113-15,-15-17-297 16</inkml:trace>
  <inkml:trace contextRef="#ctx0" brushRef="#br0" timeOffset="88075.77">13767 2851 600 0,'0'0'54'0,"0"0"23"0,0 0 40 0,0 0-22 0,0 0-36 16,0 0 18-16,0 0-37 15,0 0 7-15,0-5-24 16,0 5 24-16,0 0-31 16,0 0 8-16,0 0-11 15,0 0-10-15,0 0-3 16,0 0-2-16,0 17-1 16,0 11 6-16,16 4 10 15,-16 4-6-15,6 0-5 16,0 8 5-16,0 1-10 15,7 2 3-15,-4 10 0 0,-9-6 1 16,0 2 5-16,0 4-8 16,0-14 9-1,6-6-9-15,0-6 2 0,7-6-1 16,-1-1-2-16,4-1 3 16,-4-3 0-16,0-4 6 15,10 4-6-15,-10-3 6 16,1-5-12-16,9 0 7 15,-4-9-12-15,4-3 21 16,-4 5-10-16,17 7 8 16,-1-4 2-16,6 3 2 15,0-2-12-15,1-1 1 0,-7-4 7 16,3 5-8-16,3-6 6 16,7 2-11-16,9-2 9 15,-4 1-4-15,7 0 1 16,-3 0 1-16,-9 0-4 15,-1 8 13-15,-6-4-17 16,7 4 16-16,-1-7-20 16,1-2 7-16,6-3 2 15,9 0-3-15,-10 0 4 16,1 0-2-16,0 0 5 16,3 0-3-16,-10 0 4 15,1 0-7-15,-1 0 8 16,1 0-2-16,-1 0-3 0,-6 0-4 15,7 0 3 1,-1 0-6-16,-5 0 4 0,-1 0 6 16,-12 0-9-16,-9 0 20 15,-13 0-24-15,9 0 18 16,-9-3-8-16,7-2 0 16,9 1 2-16,2 0-6 15,4-8 8-15,-3 4-8 16,3-4 13-16,-9 4-19 15,-4 5 17-15,-15 3-19 16,0-5 14-16,0 5-2 16,0-3 6-16,0-2-5 15,0-3 4-15,0-9 0 16,0-2-1-16,0-13 3 0,0 11-14 16,0-10-2-16,-6 3 7 15,-16 4-11-15,4-1 2 16,2 2 8-16,-3-6 3 15,13 1-4-15,-9-8-2 16,9-4 1-16,-1-4 0 16,-5 0 4-16,6 3 0 15,-10 2-6-15,-2 3 3 16,5 3 4-16,-2 5-4 16,2 0 13-16,1 1-16 15,-16 7 17-15,16-9-20 16,-10 9 10-16,10-8-5 15,-10-5 4-15,22 6-10 0,-6-1 2 16,6 3 7-16,0 5-2 16,-7 4 8-1,7 9-12-15,-6 3 17 0,-6 4-12 16,6 0 3-16,-4 0-10 16,4 0 6-16,6 0 4 15,-6 0-5-15,-6 0 16 16,-10 0-22-16,-3 0 19 15,-15 0-19-15,-1 0 13 16,-11 0-4-16,-4 0 4 16,-3 0 3-16,-9 0-4 15,15 0 8-15,0 0-7 0,-9 0 1 16,-3 4 11-16,-3 3-11 16,-13 1 7-16,-12 9-9 15,-6-1 11-15,6 0-8 16,6-4-1-16,19-1 13 15,9-6-14-15,6 3 4 16,-9-4 6-16,28 0-12 16,3 0 8-16,3-4-12 15,16 0 5-15,-4 0-1 16,4 0 0-16,0 0 4 16,-4 0-9-16,4 4 14 15,6-4-18-15,-7 0 20 16,13 0-20-16,0 0 10 0,0 0-2 15,0 0 0-15,0 0 1 16,0 0-10-16,0 0 20 16,0 0-18-16,0 0 10 15,0 0-4-15,0 0-34 16,0 0 0-16,0 0-42 16,0 0-154-16</inkml:trace>
  <inkml:trace contextRef="#ctx0" brushRef="#br0" timeOffset="91957.95">19230 4788 657 0,'0'0'36'0,"0"0"0"0,0 0 37 15,0 0-16-15,0 0-17 16,0 0 17-16,0 0-8 16,0 0-30-16,0 0 46 15,0 0-20-15,0 0-8 16,0 0-33-16,0 0 13 15,0 12-11-15,0 4 5 0,0 0-3 16,0 12-1-16,0 4 10 16,0 0-9-16,0 9 18 15,0-10-21-15,0 5 9 16,0 5-7-16,0-5-7 16,0 0 0-16,0 4 1 15,7-4-5-15,-7 4 8 16,0-3-6-16,0 2 6 15,0-6-6-15,0 3 10 16,0-4-3-16,0-4 3 16,0 4 4-16,0 0-8 15,0-4-1-15,0 5-5 0,0 3 13 16,0-5-18-16,0 2 20 16,0-6-22-16,0 6 13 15,0 7-4-15,12-4 0 16,-6 4-1-16,-6 0-4 15,0-4 4-15,0-4-7 16,0 0 5-16,0-11-1 16,0 7-11-16,0-12 12 15,0-1-1-15,0 1 4 16,0 1 0-16,0 2 3 16,0 1-11-16,0 9 18 15,0-6-13-15,0 5 14 16,0-3-17-16,0-9 10 0,0 0-5 15,0-4 1 1,0 4 0-16,0 1-3 0,0-6 6 16,0 5 1-16,0 4 4 15,0-8-13-15,0 4 12 16,0-3-12-16,0-6 8 16,0-2-4-16,0 6 2 15,0-6 2-15,0-2 0 16,0 2 6-16,0-2-16 15,0-3 19-15,13 4-23 16,2 4 11-16,-2-3 0 16,-1 3-2-16,-3-8 0 15,16 11 1-15,-3-11 2 16,3 9-6-16,2-6 17 0,1-3-15 16,25 8 12-1,-6-8-9-15,5 0 1 0,1 0-1 16,-6 8 0-16,-7-3 0 15,22-5-9-15,-9 0 18 16,-1 8-10-16,16-8 10 16,-9 4-17-16,3-4 15 15,-3 8-11-15,-6-8 4 16,0 0-2-16,3 8 2 16,-4-8 0-16,7 0-6 15,-3 0 14-15,3 0-11 16,-6 0 4-16,2 0-2 0,-2 3-2 15,-13 6 1-15,1-5-1 16,-1 3 3-16,-9 1-3 16,3-3 13-16,6-5-17 15,-5 8 20-15,5-4-19 16,0 4 6-16,13-4 0 16,0 3 1-1,15 6 4-15,-9-5-5 0,9-8 6 16,-9 0-7-16,3 0 7 15,-3 0-6-15,-19 0 7 16,0 0-10-16,-5 0 5 16,-4 0-2-16,9 0 0 15,0 0 1-15,0 0-7 0,1 0 13 16,-13 0-19-16,12 0 29 16,-15 0-24-16,3 0 12 15,6 0-7-15,-9 0 2 16,9 0 0-16,-6 0-1 15,-4 0 2-15,11 0-12 16,-14 0 13-16,-21 0-7 16,19 0 10-16,-19-8-7 15,6 8 2-15,22-13 0 16,-16 6 0-16,1-5-2 16,2 0-1-16,-2-8 6 15,-1 4-12-15,-3-12 22 16,-2 4-17-16,-1-4 5 15,-6-5-2-15,6 5 1 16,-6 0 0-16,0-4-1 0,0 0 6 16,0-4-9-16,0 4 10 15,0 4-12-15,0 0 14 16,0-8-15-16,0 3 11 16,0-6-4-16,0-2 0 15,0 2 2-15,0-6-6 16,0 9 12-16,-6-12-14 15,0 3 16-15,-1-2-20 16,-8-1 16-16,2 4-9 16,1 3 3-16,-3 5 0 0,2-3-3 15,7 2 7 1,0 1-11-16,0-1 17 0,-10 1-20 16,10 0 20-16,6-3-20 15,0 6 8-15,0 2 2 16,0-2 0-16,0 13 0 15,0 1 0-15,0-6 5 16,-19 14 7-16,10-10-5 16,-16-3-10-16,19 3 11 15,-10 2-16-15,-2-1 8 16,12 4-6-16,-1 4 6 16,-2 4 0-16,-3 8 0 15,12-8 5-15,-6 4-6 16,-7-4 8-16,4-5-14 15,-4-3-1-15,-5-4-2 0,-4 0 7 16,4 9 1 0,-17 3-4-16,1 3 12 0,-12 2-5 15,-1-2 6-15,-5 5-10 16,5-4 11-16,7 1-12 16,-1-5 6-1,-5 0-2-15,6 0 0 0,-1 3 4 16,-5 1-14-16,-1 0 23 15,-15 4-15-15,-9-4 8 16,9 4-5-16,-12 0 1 16,21 0-2-16,13 0 3 15,-7-3 1-15,0-2-8 0,7 5 8 16,-13-3-6-16,1-6 12 16,-10 9-20-16,9 0 20 15,-6 0-10-15,-3 0 0 16,-3-4 0-16,9-4-1 15,3 8 0-15,7 0-6 16,-1-4 7-16,-11 4-5 16,2-3 6-16,3-10-6 15,0 9 7-15,7-8-4 16,5 8 1-16,7-1 1 16,6 2-1-16,4 3 4 15,-4-3-8-15,3-2 14 16,-9 1-18-16,0 0 13 15,-7 0-8-15,1-4 2 16,0 3-2-16,0 2 1 0,-7-1-17 16,22 0 16-16,-9 4 1 15,12 0-5-15,10 0 16 16,-7-8-8-16,-2 8 3 16,2-4-3-16,-3 4 0 15,10 0 5-15,-10 0-10 16,4 0 11-16,-10-4-15 15,3 4 18-15,3 0-15 16,-3 0 16-16,4 0-11 16,8 0 2-16,-2 0 1 0,9 0-2 15,-1 0 2-15,7 0-7 16,0 0-15-16,0 0-23 16,0 0-93-16,-12 0-287 15</inkml:trace>
  <inkml:trace contextRef="#ctx0" brushRef="#br0" timeOffset="139117.07">15051 5827 129 0,'0'0'136'0,"0"0"-73"0,0 0 44 16,0 0-40-16,0 0-19 16,0 0 4-16,0 0 3 15,0 0 11-15,0 0-4 16,0 0 20-16,0 0-25 15,0-4-5-15,0 4-16 16,0 0 15-16,0 0-26 0,0 0-12 16,0 0-3-16,0 0-5 15,0 0 4-15,0 0-7 16,0 0 26-16,0 0-16 16,0 0 18-16,0 0-19 15,0 0 8-15,0 0-4 16,0 0-14-16,0 0 5 15,0 0 1-15,0 0-7 16,0 0 5-16,0 0-8 16,0 0 5-16,-6 0-2 15,6 0 0-15,-7 0-4 16,7 8 3-16,0 7-6 16,0-2 1-16,0 3 7 15,0-12-7-15,0 8 3 16,0-12 3-16,0 0-9 0,0 0 9 15,0 0-3-15,0 0 7 16,0 0-8-16,0 0-5 16,0 0 2-16,0 0-11 15,0 0 17-15,0 0 2 16,-6 0 3-16,-9 0-2 16,-4 0 10-16,7 0-7 15,-4 0 3-15,4 8-3 16,12-8-1-16,0 0-8 15,0 0 2-15,0 0-14 0,0 0-15 16,0 0 16-16,0 0-1 16,0 0 10-1,0 0 0-15,0 0 12 0,0 0 6 16,0 0-12-16,0 0 2 16,0 0-2-16,0 0-10 15,0 0-48-15,0 8-42 16,0 3-216-16,0-6-110 15</inkml:trace>
  <inkml:trace contextRef="#ctx0" brushRef="#br0" timeOffset="140182.68">14945 5799 181 0,'0'0'134'0,"0"0"-36"0,0 0 8 0,0 0-66 15,0 0-38-15,0 0-4 16,0 0 1-16,0 0 1 0,0 3 20 16,0-3-6-16,0 0 12 15,0 0 4-15,0 0 22 16,0 0-21-16,0 0-4 16,0 5-27-16,0 3 0 15,0 0-7-15,0 4-5 16,0 7 10-16,0-6 3 15,0-1-6-15,0 0 10 16,0-4-13-16,0 0 11 16,0-4-6-16,0-4 0 15,0 0-6-15,6 0-3 16,1 0 2-16,5 0 6 16,4 0 8-16,-4 0-9 15,-6 0 13-15,0 0-11 0,1 0 4 16,-7-12-2-16,0 12 1 15,0-8-14-15,0 8 13 16,0 0 1-16,-13 0 17 16,-5 0-15-16,-10 0 17 15,15 8-13-15,7 4 5 16,6 0-10-16,0-12-2 16,0 0-12-16,0 0-20 15,19 0 4-15,9 0-7 16,-16 0 32-16,-6 0 5 15,-6-5-3-15,0-2 2 16,0 3-1-16,0-4-19 0,0 8-44 16,0 0-65-1,0 0 49-15,0 0-61 0</inkml:trace>
  <inkml:trace contextRef="#ctx0" brushRef="#br0" timeOffset="140831.69">14958 5867 403 0,'0'0'30'0,"0"0"26"0,0 0-56 0,0 0-6 0,0 0 6 16,0 0 15-16,0-8 34 15,0 8 21-15,0 0 70 16,0 0-58-16,0 0-20 16,0 0-36-16,0 0 0 15,0 0-12-15,0 0-7 16,0 0-7-16,0 0 3 15,0 0-10-15,0 0-4 16,0 0 3-16,12 0-3 16,4 0 11-16,2 0 10 15,10 0-9-15,-3-13-1 16,-3 2 0-16,-4-9-8 16,4 7-6-16,-16-7-16 15,-6 17 9-15,0-2 21 0,0 5 8 16,0 0-4-1,0 0-4-15,0 0 0 0,-6 0 9 16,0 0-4-16,-4 5 3 16,4 11 4-16,6-4 7 15,0-4-19-15,0 0-26 16,0-8-77-16,0 0-61 16,0 0-75-16</inkml:trace>
  <inkml:trace contextRef="#ctx0" brushRef="#br0" timeOffset="150540.31">1811 12216 237 0,'0'0'65'0,"0"0"-60"0,0 0 62 0,0 0-10 15,0 0-11-15,0 0 27 16,0 0-32-16,-16 0 2 15,16 0-10-15,0 0 14 16,-6 0-19-16,6 0-6 16,-12 0-4-16,12 0 5 0,-7 0 37 15,7 0-7-15,0 0 8 16,0 0-37-16,0 0 16 16,0 0-30-16,0 0 19 15,0 0-16-15,0 0 1 16,0 0 8-16,0 0-3 15,0 0 16-15,0 0-28 16,0 0-1-16,0-8 8 16,0-9-20-16,0-15 6 15,0-12 0-15,0-16 0 16,35-5 1-16,2 1 11 16,3 0-6-16,-6 4-12 15,7 9 14-15,-7 10-18 16,0 5-5-16,-16 12-8 0,-5 0-26 15,-4 3-35-15,-9 18-28 16,0 3-36-16,0 0 24 16,0 0-42-16</inkml:trace>
  <inkml:trace contextRef="#ctx0" brushRef="#br0" timeOffset="150988.98">1470 11698 415 0,'0'0'204'0,"0"0"-151"0,0 0 50 0,0 0-38 0,0 0-7 16,0 0-12-16,0 0 52 15,87 81-14-15,-29-37-61 16,4 0 13-16,-3-1-23 16,-6 1 8-16,-13 5-13 15,7-1-9-15,-19 1 9 16,-10-2-15-16,4-11 7 16,-3 0-11-16,15-8-25 15,-22-11-38-15,10-9-60 16,-22-8-166-16</inkml:trace>
  <inkml:trace contextRef="#ctx0" brushRef="#br0" timeOffset="151554.71">2570 11939 640 0,'0'0'104'0,"0"0"-41"0,0 0 38 0,0 0-77 0,0 0-13 0,0 0-7 15,75 4 8-15,-47-4 3 16,-16 0-12-16,16 0 24 15,-3 0-23-15,9 0 10 16,-6 0-9-16,-3 0-10 16,3 0-42-16,-16 0-65 15,10 0-24-15,-22 0-104 16,0 0-247-16</inkml:trace>
  <inkml:trace contextRef="#ctx0" brushRef="#br0" timeOffset="151773.79">2570 11939 359 0</inkml:trace>
  <inkml:trace contextRef="#ctx0" brushRef="#br0" timeOffset="151888.92">2570 11939 359 0,'-272'-229'374'0,"352"217"-364"0,1 8 103 0,-1-4 156 16,7-4-232-16,-46 12-21 16,-1 0-9-16,6-3-12 15,-15-2 5-15,10 1-5 16,-7 0-17-16,-6 4-59 15,-10-4 10-15,-2 4-129 16,2 0-129-16</inkml:trace>
  <inkml:trace contextRef="#ctx0" brushRef="#br0" timeOffset="152703.99">3436 12203 234 0,'0'0'168'0,"0"0"-80"0,0 0 4 0,0 0 5 0,0 5-25 15,0-5-4-15,0 0 53 16,0 0-45-16,0-8 6 15,0-17-54-15,0-11-6 0,0-16-17 16,0-7 0 0,12-15 7-16,-6 7 1 0,0-2 10 15,-6 5-19-15,0 8 14 16,0 0-12-16,0 4 0 16,0 12-4-16,0 7-4 15,7 18 0-15,-1 2 2 16,-6 5 0-16,0 5-3 15,0 3 1-15,0 0-12 16,0 0 3-16,0 8-38 16,0 31 45-16,-31 14-13 15,-16 4-21-15,13-6-26 0,6-2-1 16,10-13-40 0,18-9 4-16,0-15-77 0</inkml:trace>
  <inkml:trace contextRef="#ctx0" brushRef="#br0" timeOffset="166375.48">5479 8715 125 0,'0'0'294'0,"0"0"-222"0,0 0 20 15,0 0-18-15,0 0-39 16,0 0-2-16,0 0 24 16,0 0-37-16,-25 20 19 15,25-17-2-15,0 2 17 16,-9-2-17-16,3 2-16 16,-1-2 17-16,7 1-6 15,0 1 23-15,-6-5-24 16,6 0 14-16,0 0-23 0,0 0 13 15,0 0-16-15,-6-5-3 16,0-27-16-16,-10-16 7 16,10-16-7-16,-6-8 7 15,12-4-7-15,0-9 5 16,0-3-5-16,0 4 0 16,0-1 1-16,0-2-2 15,12-1-8-15,0 3 5 16,4 9-22-16,-4 24 23 15,-12 19 6-15,0 22-8 16,0 11 12-16,0 0-7 16,0 0 0-16,0 0-10 15,0 44 8-15,-28 20 2 16,-30 21-2-16,-17 2-5 0,10-10 5 16,3-17-16-16,16-8-18 15,15-9-22-15,3-10-53 16,15-9-158-16,-9-7-318 15</inkml:trace>
  <inkml:trace contextRef="#ctx0" brushRef="#br0" timeOffset="167279.66">5721 7382 264 0,'0'0'84'0,"0"0"30"0,0 0 6 0,0 0-36 0,0 0-19 16,0 0-2-16,0 0-7 15,0 0-21-15,0 0 44 16,0 0-47-16,0 0 23 15,0 0-34-15,0 5 10 16,0 15-15-16,0 8 2 16,0 8-2-16,0 0-13 15,0 13 5-15,0 3-7 0,0-4 19 16,0-1-19-16,0-14 16 16,0-13-14-16,0-8 7 15,0-12-10-15,0 0-1 16,0 0-5-16,0-16-17 15,0-33 20-15,25-7 6 16,-4 1-6-16,-2 2-2 16,9 21-2-16,-10 4-6 15,-2 16 4-15,-16 8-2 16,12 4 8-16,1 0 3 16,-4 4 6-16,16 24 27 15,-3 5-25-15,2 6 13 16,-8 5-18-16,-10 1 1 15,6-9-4-15,1 3-18 0,2-6-30 16,4-9-78-16,-7-4-60 16,4-20-300-16</inkml:trace>
  <inkml:trace contextRef="#ctx0" brushRef="#br0" timeOffset="170006.76">6415 8378 296 0,'0'0'35'0,"0"0"8"0,0 0 80 16,0 0-55-16,0 0-14 15,0 0-14-15,-18-8-15 16,18 8-25-16,0-5 13 16,0 1-10-16,0 4 8 15,0 0 42-15,0 0 8 16,0 0 31-16,0 0-41 16,0 0-16-16,0 0-27 15,0 0 16-15,0 0-15 16,0 0 21-16,0 0 15 0,0 0-20 15,0 0-8-15,0 0-15 16,0 0 8-16,52 0-5 16,1 0 19-16,-6 0-11 15,15 0 14-15,-10 0-20 16,-5 0 2-16,-1 0-9 16,-12 0 2-16,-9 0-4 15,3 0-18-15,-9 0-2 16,-10 0-29-16,4 0-73 15,-7 0-196-15</inkml:trace>
  <inkml:trace contextRef="#ctx0" brushRef="#br0" timeOffset="171126.75">7758 8722 91 0,'0'0'101'0,"0"0"-16"0,0 0 24 0,0 0 22 16,0 0-14-16,0 0-35 16,0 0-18-16,0 16-4 15,0-16 34-15,0 0-12 16,0-3-32-16,0-25 13 16,0-16-62-16,0-13 28 15,0-11-20-15,0-12 4 0,6-8-3 16,10-12-9-16,-16-2-1 15,0 2 3-15,0 17-5 16,0 14 6-16,0 17-4 16,0 20 3-16,0 20 4 15,0 12-5-15,0 0 14 16,0 0-16-16,0 12-13 16,-28 28 12-16,-13 16-20 15,-11 4 10-15,11 1-28 16,7-9 19-16,9-13-67 15,10-3-100-15,3 1-165 16</inkml:trace>
  <inkml:trace contextRef="#ctx0" brushRef="#br0" timeOffset="173720">8769 7768 250 0,'0'0'35'0,"0"0"33"0,0 0 17 0,0 0 2 15,0 0-3-15,0 0 50 16,0 0-23-16,0 0 15 15,0 0-66-15,0 0-5 16,0 0-19-16,0 0-13 16,0 0-10-16,0 0-11 15,0 7 1-15,0 26 0 16,0 8 22-16,0 6-11 16,6 6 9-16,6 2-18 0,-5 9-1 15,-7 0 4 1,0-3-5-16,0 3-3 0,0-4 11 15,0 1-21-15,-7-9 10 16,-11-4 0-16,-4-12-32 16,22-8 1-16,0-9-15 15,0-10-36-15,0-9-39 16,0 0-10-16,0 0 98 16,0 0-30-16,0-24-20 15,0-16-91-15</inkml:trace>
  <inkml:trace contextRef="#ctx0" brushRef="#br0" timeOffset="174003.07">8381 8301 602 0,'0'0'25'0,"0"0"38"0,0 0 73 0,0 0 7 15,0 0-54-15,0 0 16 16,133 13-73-16,-86-13 6 16,6 3-36-16,-7-3 6 15,-5 0-8-15,-1 0-12 0,-6 0-15 16,0 0-44-1,6 0-86-15,-15-8-200 16</inkml:trace>
  <inkml:trace contextRef="#ctx0" brushRef="#br0" timeOffset="174735.77">9423 7904 583 0,'0'0'92'0,"0"0"-74"0,0 0 47 16,0 0-18-16,0 0 16 15,0 0 10-15,74-72-21 16,-33 60-22-16,-1 12 6 15,0 0 19-15,-15 0-43 16,-3 0-12-16,-16 44-8 16,-6 8 1-16,0 20 5 15,0 13-12-15,-62 7-22 16,-3 4 3-16,-22 1-4 16,19-13 15-16,9-8 19 0,12-16 3 15,20-24 12-15,27-12 2 16,0-16-1-16,0-8-13 15,68 0 0-15,3 0 14 16,16 0 7-16,21-16 19 16,-21-4-19-16,-6 7 11 15,-28 10-22-15,-7 3 27 16,-18 0-24-16,-16 0-8 16,-5 0-5-16,-7 8-6 15,0 16-24-15,15 0-17 16,-9-3-92-16,-6-6-236 15</inkml:trace>
  <inkml:trace contextRef="#ctx0" brushRef="#br0" timeOffset="176001.84">10406 8489 556 0,'0'0'53'0,"0"0"44"0,0 0-21 16,0 0-35-16,0 0 8 0,0 0-2 15,-6-3-13 1,6 3-4-16,0 0 39 0,0 0-4 15,0 0-20-15,0 0-21 16,24 0 10-16,11 0-15 16,5 0-12-16,0 0-4 15,1 3-2-15,-1-3-1 16,6 0-16-16,-18 0 13 16,-9 0-38-16,-7 0 10 15,4 0-91-15,2 0-20 16,-11 0-32-16,-7-8-143 15</inkml:trace>
  <inkml:trace contextRef="#ctx0" brushRef="#br0" timeOffset="176617.92">10384 8253 47 0,'0'0'391'0,"0"0"-360"0,0 0 84 15,0 0 13-15,0 0-29 16,0 0-11-16,-25-20 2 15,25 20-31-15,0 0 10 16,0 0-16-16,7 0-12 16,27 0 20-16,0 0-26 15,19 0 8-15,-13-8-41 16,6 4 2-16,1-4-4 16,-19-1-17-16,-3-2-14 15,2 3-11-15,-14-1-10 16,-1 1-81-16,-12 5-175 0</inkml:trace>
  <inkml:trace contextRef="#ctx0" brushRef="#br0" timeOffset="178931.41">11677 8117 625 0,'0'0'81'0,"0"0"-74"0,0 0 53 16,0 0-25-16,0 0 24 0,-96 241 6 16,96-198 2-1,0-6-39-15,0 3 22 0,0-4 5 16,0 4-36-16,22 0 11 16,12-4-29-16,6-8-2 15,13-4 7-15,6-7-15 16,3-14 3-16,3-3 4 15,-3 0-7-15,-3-31 9 16,0-30 15-16,3-16-3 16,-22-14 20-16,-9-9-21 15,-9 0 14-15,-16-5-25 16,-6 8 0-16,0 9-12 16,-12 8 4-16,-50 28-1 15,-4 28-4-15,-14 24 5 16,-1 0 5-16,1 56-2 0,-1 28 10 15,10 12-10-15,24 9-18 16,13-5-58-16,12-4-46 16,22-20-45-16,0-15 1 15,0-17-57-15,7-16 24 16</inkml:trace>
  <inkml:trace contextRef="#ctx0" brushRef="#br0" timeOffset="179181.02">11823 8481 208 0,'0'0'497'0,"0"0"-480"0,0 0-5 0,0 0 64 16,0 0 11-16,0 0 21 15,341 0-29-15,-254 16-10 0,-7 20-51 16,-21 9 14-16,10 12-28 15,-45-6 3-15,4 1-7 16,-9-8-9-16,-10-11-24 16,-9-17-53-16,0-16-90 15,0 0-327-15</inkml:trace>
  <inkml:trace contextRef="#ctx0" brushRef="#br0" timeOffset="179964.81">12880 8710 78 0,'0'0'325'0,"0"0"-304"0,0 0 12 16,0 0 18-16,0 0-15 0,0 0 70 15,19 0 46-15,-19 0-11 16,0 0-13 0,0 0-46-16,-34-28-41 15,-7-16-26-15,1-4 8 0,22 0-6 16,5 0 11-16,4-1-4 15,9 1-12-15,0-4-12 16,0-4-2-16,0 9-2 16,9 6-30-16,4 13 20 15,-1 12-19-15,-6 12 9 16,28 4-50-16,0 0-38 16,0 0-71-16,1 0-161 15</inkml:trace>
  <inkml:trace contextRef="#ctx0" brushRef="#br0" timeOffset="180664.78">13559 8594 489 0,'0'0'128'0,"0"0"8"0,0 0-48 0,0 0-29 15,0 0-10-15,0 0 15 16,-46 0 9-16,33-4-30 15,-15-28 10-15,16-8-33 0,-13-12 22 16,10-5-23-16,15 1 12 16,0 4-25-16,0 8-1 15,0 8 3-15,0 12-6 16,0 0-4-16,0 4 6 16,0 4-11-1,0 8-11-15,0 8 14 0,0 0-9 16,0 0-3-16,0 3-29 15,-25 30 39-15,-25 15-36 16,13 4-55-16,-12-3 0 16,2-5-172-16</inkml:trace>
  <inkml:trace contextRef="#ctx0" brushRef="#br0" timeOffset="181280.12">13835 8004 206 0,'0'0'225'0,"0"0"-189"0,0 0 22 0,0 0-13 0,0 0 21 16,0 0 45-16,0 0 17 15,0 0-19-15,0 0-29 16,0 9-20-16,0 15-32 0,0 12 0 16,0 8-17-16,0 0 10 15,19 8-21-15,9-4 16 16,-10 0-11-16,16 4 16 16,-21-4-15-16,-4 4 13 15,-9 1-3-15,0-1-13 16,0-4-3-16,0-8-9 15,0-12-7-15,0-8-51 16,0-4-16-16,-22-8-121 16,-12-8-259-16</inkml:trace>
  <inkml:trace contextRef="#ctx0" brushRef="#br0" timeOffset="183795.02">14384 8542 119 0,'0'0'704'0,"0"0"-669"0,0 0 83 16,0 0-54-16,0 0-50 15,0 0-12-15,0 0 21 16,6 0 10-16,7 0 1 16,-13 0 34-16,0 0-19 15,0 0-1-15,0 0-36 0,0 0 24 16,0 0-34-16,0 0 1 15,0 0-3-15,6 0-10 16,-6 0-12-16,6 0-27 16,3 0-40-16,-2 0-188 15,-7 0-633-15</inkml:trace>
  <inkml:trace contextRef="#ctx0" brushRef="#br0" timeOffset="185742.5">14986 8678 507 0,'0'0'121'0,"0"0"-3"0,0 0-29 15,0 0-9-15,0 0-20 16,0 0 13-16,-35 0-15 16,29 0-17-16,6 0 19 0,-6 0-28 15,-9 0 10 1,2 0-36-16,-9-15 12 0,-2-10-13 15,-4-7-2-15,9 0-3 16,-9-9 8-16,16-3-11 16,-4-12 11-16,16-12-16 15,0-16 20-15,0-8-24 16,0-4 8-16,41-1-15 16,-1 5 0-16,0 28-30 15,-6 20-19-15,0 16-61 16,-15 28-42-16,-13 0-104 15,-6 20-309-15</inkml:trace>
  <inkml:trace contextRef="#ctx0" brushRef="#br0" timeOffset="186457.98">15333 8518 314 0,'0'0'235'0,"0"0"-187"0,0 0 61 0,0 0-61 0,0 0-14 16,0 0 9-16,0 4 55 15,0-4-36-15,0 0 5 16,0 0 13-16,0-4-37 15,0-17-10-15,0-6-33 16,0-13 19-16,0-9-18 16,0-7 15-16,0-4-15 15,0-1-2-15,0 6 3 16,0 7-2-16,6 7 0 16,-6 5 5-16,0 5-13 0,0 3 8 15,0-1-4 1,0 1-16-16,0 16 20 0,0 12-12 15,0 0 7-15,0 0-6 16,0 0 11-16,-6 20-16 16,-22 21 15-16,-12 3 1 15,6 4-42-15,3 4-37 16,15-8-29-16,4 0-51 16,12-12-56-16,0-4-143 15</inkml:trace>
  <inkml:trace contextRef="#ctx0" brushRef="#br0" timeOffset="188008.72">15646 8337 130 0,'0'0'68'0,"0"0"34"0,0 0-15 0,0 0 7 16,0 0-24-16,0 0-1 16,0 8-20-16,0-8-5 15,0 0-8-15,0 0-16 16,0 0 10-16,0 0-3 15,0 0 33-15,0 0-14 16,0 0-3-16,0 0-20 16,0 0 6-16,0 0-18 15,0 0 9-15,0 0 24 16,0 0-15-16,0 0-7 16,0 0-19-16,0 0 13 0,0 8-14 15,28-3 18 1,-3-2-16-16,9 1 8 0,0 1-2 15,12-5-5-15,-5 0 14 16,5 0-11-16,-5 0 17 16,-1 0-17-16,-6 0 15 15,-9 0-20-15,-3 0 8 16,-4 0-10-16,-5 0 5 16,-4 0-6-16,-3 0-12 15,0 0-9-15,-6 0-36 16,0 0-16-16,0 0-190 15,-34 0-517-15</inkml:trace>
  <inkml:trace contextRef="#ctx0" brushRef="#br0" timeOffset="188956.65">16542 8558 481 0,'0'0'81'0,"0"0"-41"0,0 0 24 0,0 0-24 15,0 0 4-15,0 0 16 0,0 0 15 16,0 0-14-16,0 0 23 16,0 0-8-16,0 0-16 15,0 0-42-15,0-12-1 16,0-9-15-16,0-7 5 16,0-3 15-16,0-10-10 15,0-3 11-15,0-12-23 16,6 1 1-16,-6-6 11 15,7 1-16-15,-1 4 10 16,3 3-7-16,-3 14 3 16,-6-2-1-16,6 9 4 0,-6-4-2 15,0-4-1-15,0 8 0 16,0 8-4-16,0 3-14 16,7 14 14-16,-7 7-6 15,0 0-5-15,0 0-9 16,0 7 22-16,0 18-5 15,-7 15 16-15,-14 12-18 16,-4-8 19-16,-3 8-24 16,3-3 3-16,-3-5-9 15,7-1-13-15,14-14-55 16,7-14-19-16,0-2-56 16,0-13-20-16,0 0-268 15</inkml:trace>
  <inkml:trace contextRef="#ctx0" brushRef="#br0" timeOffset="189640.29">16871 7747 482 0,'0'0'165'0,"0"0"-129"0,0 0-4 16,0 0-6-16,0 0 18 15,0 0 62-15,105 21-20 16,-71 7-7-16,0-4-12 15,-3 8-23-15,-3 1-24 16,-9-2-1-16,3 13 1 16,-10 0-9-16,-6 9 9 0,10 7-17 15,-16 16 26-15,0 1-23 16,0-2 14-16,0-6-14 16,0-5-10-16,-16-17 4 15,10-6-6-15,6-10-13 16,0-14-28-16,0-13 19 15,0-4-64-15,0 0-145 16,0 0-187-16</inkml:trace>
  <inkml:trace contextRef="#ctx0" brushRef="#br0" timeOffset="190454.95">17885 7896 655 0,'0'0'84'0,"0"0"12"0,0 0-24 16,0 0-59-16,0 0 2 16,0 0-3-16,0 12 15 0,0 16 9 15,0 1 66-15,0 10-51 16,0 2 3-16,0 7-40 16,0 4-3-16,0 0-7 15,0 4-2-15,0 0 0 16,6 5 3-16,-6 2-7 15,0-2 12-15,0-5-17 16,0-4 9-16,0-8-4 16,0-12-10-16,0-11-7 15,0-10-22-15,0-11-47 16,0 0-5-16,0 0-69 16,0 0 25-16,0-20-88 15</inkml:trace>
  <inkml:trace contextRef="#ctx0" brushRef="#br0" timeOffset="190756">17606 8333 355 0,'0'0'270'0,"0"0"-179"16,0 0 68-16,0 0-10 16,0 0-12-16,0 0-61 15,145-11 2-15,-83 3-35 0,-9 3-2 16,6 2-33-16,-6-6-8 16,3 1-1-16,-16 0-38 15,6 0-16-15,-5 0-16 16,-10 4-35-16,9 0-179 15,-12 4-161-15</inkml:trace>
  <inkml:trace contextRef="#ctx0" brushRef="#br0" timeOffset="191994.85">18613 7788 679 0,'0'0'60'0,"0"0"-2"0,0 0 3 16,0 0-60-16,0 0 3 15,0 0 50-15,16 116 16 16,-16-63-1-16,0 6 7 0,0-2-22 16,0-9-43-16,0 4 6 15,0 0-8-15,0 4-3 16,0 8-4-16,0-3 1 16,0 3-3-16,0-4 2 15,0 0-4-15,0-12 7 16,0-8-9-16,0-16 10 15,0-16-10-15,0-3 12 16,0-5-13-16,0 0 6 16,0 0-1-16,0 0 0 15,0 0 1-15,0-21-3 16,0-19 4-16,-9-8 11 16,-4-8-7-16,-5-13-10 0,-4-3 4 15,9-4-2 1,7 0 2-16,-3 12 0 0,9-5 1 15,0 5 3-15,0 0-8 16,0-8 16-16,0 0-21 16,34 8 16-16,6 7-7 15,1 9 0-15,-1 9-11 16,-6 18 6-16,-9 9-2 16,9 9 5-16,-6 3 2 15,12 0-14-15,7 0 26 16,5 12-22-16,-5 15 10 15,-1 14-5-15,-11 7-9 16,-14 12 4-16,-21 16 10 16,0 17-11-16,-9 2 9 0,-56-2-20 15,-3-9 20-15,9-12-32 16,-3-20 17-16,15-12 1 16,7-16 16-16,21-11 3 15,13-9 10-15,6-4 0 16,0 3-9-16,0-3-8 15,0 5 11-15,0 3-7 16,25 4 15-16,31 4 22 16,-10 0 2-16,1 4-2 15,-7 0 11-15,-6 4-25 16,13 4 4-16,-16 4-26 16,3 0-2-16,-13 0-54 15,-8 0 52-15,-7-8-52 0,-6-7-14 16,0-6-124-16,0-11-335 15</inkml:trace>
  <inkml:trace contextRef="#ctx0" brushRef="#br0" timeOffset="192586.8">19584 8674 515 0,'0'0'185'0,"0"0"16"0,0 0-69 0,0 0-51 15,0 0-45-15,0 0-6 16,0 0 9-16,-109-16-21 16,91-7 28-16,5-2-26 15,4-15 0-15,-3-8-14 16,12-8-10-16,0-16 9 15,0 0-7-15,0-5 2 16,21-3 0-16,26 8-6 16,-16 0 1-16,3 11-9 15,13 17-11-15,-20 13 10 16,8 18-34-16,-17 5 4 0,10 8-72 16,-9 0-120-16,2 0-309 15</inkml:trace>
  <inkml:trace contextRef="#ctx0" brushRef="#br0" timeOffset="193352.91">20037 8445 488 0,'0'0'304'0,"0"0"-229"0,0 0 54 0,0 0-68 0,0 0 0 15,0 0-29-15,0 8 13 16,0-8-25-16,0 0 23 16,0-3-3-16,0-14 1 15,0-10-18-15,0-14-16 16,0-2-7-16,0-9 0 16,9 3-4-16,-3 9 5 15,-6 8-2-15,0 20 1 16,0 4-3-16,0 3 2 15,0 5-5-15,0-7 6 0,0 3-42 16,0 0 14 0,0-1-1-16,0 5-11 15,-15 0-44-15,-26 0 56 0,1 20 9 16,9 13 17-16,-9-1-11 16,18-4-13-16,10-12-104 15,5 0-115-15,7-8-147 16</inkml:trace>
  <inkml:trace contextRef="#ctx0" brushRef="#br0" timeOffset="193852.82">20347 7877 580 0,'0'0'135'0,"0"0"-89"0,0 0 28 15,0 0-48-15,0 0-22 16,0 0 29-16,65 244-9 15,-65-200 8-15,0 4-5 16,0 9 18-16,0-2-14 16,-19 9 18-16,-21 0-18 15,0-7-30-15,-1-1 7 16,7-4-8-16,6-7-15 16,3-6-63-16,19-6-21 0,-9-17-52 15,2-13-154 1</inkml:trace>
  <inkml:trace contextRef="#ctx0" brushRef="#br0" timeOffset="-212429.71">11308 8197 174 0,'0'0'50'0,"0"0"-46"0,0 0 18 15,0 0 18-15,0 0 3 16,0 0 4-16,0 0 52 16,0 0-8-16,0 0-13 0,13 0 5 15,-13 0-41-15,0 0-5 16,0 0-31-16,15 0 15 15,-15 0-19-15,0 0 7 16,0 0-6-16,0 0 12 16,0 0 22-16,0 0-4 15,0 0 2-15,0 0-14 16,0 0 0-16,0 0-18 16,0 0 3-16,0 0-4 15,0 0-2-15,0 0 1 16,0 0 6-16,0 0-8 0,0 0 6 15,0 0 0-15,0 0 2 16,0 0 8-16,12 0-9 16,-12 0 27-16,0 0-11 15,0 0-15-15,7 0-7 16,-1 0 2-16,16 0-2 16,-16 0 3-16,6 0-2 15,1 0 5-15,2 0 2 16,4 0-6-16,-4 0 5 15,-2 0-4-15,-1 4-1 16,4-4-2-16,-4 0 4 16,0 3-6-16,1-3 8 0,8 0-7 15,-8 5 9 1,9-5-12-16,2 0 4 0,-8 4 0 16,2 0-6-16,4 0 18 15,-9-4-18-15,-1 0 14 16,0 0-16-16,4 0 16 15,-10 0-8-15,0 0 0 16,0 0 0-16,1 0 1 16,2 0 2-16,10 0-3 15,-7 4 6-15,10-4-12 16,-16 4 21-16,12-4-27 16,-2 0 17-16,-10 0-5 15,13 0 0-15,-10 0 2 0,16 0-7 16,-25 0 10-1,22 0-7-15,-16 4 7 0,6-4-5 16,16 0 3-16,-3 0-6 16,-10 0 3-16,-2 4 0 15,-1 1 0-15,-12-2 0 16,22-3-5-16,-16 0 13 16,0 0-17-16,7 0 23 15,-4 0-23-15,10 0 14 16,-1 4-7-16,-2-4 2 15,2 0 0-15,-2 4-2 16,-4-4 6-16,7 0-12 16,3 0 19-16,2 0-23 15,-2 0 22-15,3 0-20 16,-3 0 14-16,-4 0-4 16,-2 0 0-16,-4 0 0 0,-6 4-4 15,22 0 12-15,-15-4-16 16,15 0 20-16,-4 0-18 15,4 0 11-15,13 0-8 16,-14 0 3-16,-2 4 0 16,3-4-3-16,-9 0 7 15,2 0-13-15,-8 0 20 16,-1 0-17-16,10 0 14 16,-10 0-14-16,1 0 6 15,2 0 0-15,4 0-1 16,3 0 2-16,2 0-6 15,4 0 16-15,0 0-22 0,-3 0 26 16,-9 0-24-16,15 0 15 16,-10 0-11-16,-8 0 5 15,15 0-2-15,-16 0-3 16,0 0 10-16,-5 0-14 16,8 0 22-16,-3 0-17 15,1 0 11-15,9 0-14 16,2 0 7-16,-8 0 0 15,2 0 0-15,4 0 0 16,3 0-5-16,-9 0 17 16,15 0-22-16,-10 0 23 15,13 0-23-15,-9 0 16 0,3 0-9 16,0 0 3-16,-16 0 0 16,1 0-2-16,8 0 6 15,-14 0-10-15,5 0 16 16,-6 0-20-16,0 0 20 15,22 0-15-15,-6 0 7 16,-3 0-3-16,21 0 1 16,-12 0 0-16,9-4-4 15,-15 4 11-15,6 0-15 16,-10 0 22-16,16 0-22 16,-15 0 13-16,9-4-5 15,0 4 0-15,-16 0-3 0,22-4 2 16,-15 4 2-16,9-4-6 15,-3 0 15-15,-10 4-18 16,4 0 14-16,2 0-6 16,-2 0 0-16,3 0 0 15,-4-3-4-15,1 3 10 16,3 0-12-16,6 0 12 16,-4 0-13-16,4 0 20 15,-3 0-21-15,9-5 9 16,-6 5-2-16,12 0-1 15,-5-4 2-15,-4 0-2 16,3 0 8-16,0 4-15 0,-16 0 18 16,10 0-16-1,-9 0 15-15,3 0-12 16,-4 0 4-16,10-4 0 16,0 0 0-16,-3 0 6 0,3 0-16 15,-3 4 25-15,9 0-26 16,-6 0 25-16,6 0-28 15,-3 0 23-15,3 0-11 16,0 0 2-16,0 0-3 16,0 0 2-16,-15-5 1 15,21 2-5-15,-6-1 18 16,-9 0-25-16,-3 4 24 16,12 0-16-16,-3 0 4 15,3 0 0-15,-12 0-4 0,9 0 11 16,3 0-14-1,-13 0 15-15,4 0-16 16,3 0 22-16,-9 0-27 0,9 0 22 16,-1 0-13-16,-2 0 4 15,-3 0 0-15,3 0-2 16,-3 0 5-16,-4 0-13 16,4 0 25-16,-4 0-28 15,-5 0 24-15,9 0-14 16,-4 0 3-16,4 0-3 15,-4 0 2-15,-2 0 2 16,3 0-6-16,-13 0 18 16,28 0-25-16,-12 0 29 15,-10 0-27-15,22 0 15 16,-15 0-10-16,15 0 4 0,0 0 1 16,-9 0 0-16,9 0 5 15,-6 0-12-15,-3 0 14 16,2 0-14-16,-8 0 18 15,3 0-17-15,-10 0 6 16,16 0 0-16,-9 0 0 16,2 0 2-16,-2 0-10 15,9 0 17-15,-10 0-21 16,4 0 26-16,-9 0-22 16,8 0 15-16,-8 0-12 15,5 0 5-15,-2 0 0 16,2 0 0-16,4 0 5 0,-3 0-18 15,-7 0 26-15,10 0-20 16,-4 0 15-16,-2 0-12 16,-4 0 5-16,16 0-1 15,-15 0 0-15,11 0-1 16,-2 0-9-16,-3 0 20 16,2 0-20-16,-2 0 27 15,-3 0-26-15,2 0 9 16,-5 0 0-16,2 0 0 15,-9 0 1-15,7 0-3 16,-7 0 8-16,9 0-18 16,10 0 26-16,-3 0-20 15,-4 0 8-15,4 0-2 0,-3 0 0 16,9 0 0 0,6 0 0-16,-16 0-7 0,1 0 7 15,3 0 0-15,-10 0-6 16,4 0 18-16,-4 0-26 15,-6 0 16-15,7 0-2 16,2 0 0-16,-9 0 2 16,13 0-5-16,-4 0 4 15,4 0-9-15,9 0 16 16,-9 0-9-16,-7 0 3 16,-3 0-2-16,10 0 0 15,-7 4 0-15,4-4-6 16,-4 0 9-16,1 0-12 15,-7 4 18-15,3-4-17 0,-9 3 19 16,6-3-19-16,-6 0 11 16,13 0-6-16,-1 0 3 15,4 0 0-15,-4 0-2 16,-6 0 7-16,10 0-13 16,-10 0 19-16,-6 0-18 15,6 0 15-15,-6 0-14 16,0 0 6-16,0 0 0 15,0 0-1-15,0 0 8 16,0 0-17-16,0 0 22 16,0 0-20-16,0 0 17 15,0 0-17-15,0 0 12 0,0 0-4 16,0 0 0-16,0 0 2 16,0 0 5-16,0 0-4 15,0 0 13-15,0 0-13 16,0 0 20-16,0 0-20 15,0 0 11-15,0 0-10 16,0 0 3-16,0 0-7 16,0 0-3-16,0 0-2 15,0 0-39-15,0-11-37 16,0-14-463-16</inkml:trace>
  <inkml:trace contextRef="#ctx0" brushRef="#br0" timeOffset="-210629.41">15888 7127 226 0,'0'0'46'0,"0"0"31"0,0 0 37 16,0 0-15-16,0 0-45 15,0 0 6-15,0 0-8 16,0 0 4-16,0 0-10 16,0 0-15-16,0 0 6 15,0 0 6-15,0 0 23 16,0 0-31-16,0 0 8 16,0 0-40-16,0 0-2 15,0 0-1-15,0 0-5 16,6 0-5-16,0 0 10 15,13 0-8-15,3 3 20 0,-4 9-23 16,4-12 22-16,3 8-11 16,3-8 2-16,0 0 6 15,3 0 15-15,3 0-6 16,0-8 17-16,0-16-30 16,6-8 5-16,-6-8-8 15,-9-12 5-15,3-8-6 16,-9-1 0-16,-13 5-6 15,-6 12-8-15,0 16 12 16,0 17 4-16,0 11-6 16,-25 0 4-16,-9 0-5 15,-13 0-28-15,-5 15 33 16,-4 14-23-16,3-1-20 0,13 8 25 16,0 0-6-1,9 11 20-15,3-2-43 0,6 3-95 16,9-5-55-16,7-14-214 15</inkml:trace>
  <inkml:trace contextRef="#ctx0" brushRef="#br0" timeOffset="-209965.52">15969 7628 813 0,'0'0'101'0,"0"0"-65"0,0 0 2 0,0 0 5 16,0 0-31-16,0 0 3 15,0 0 11-15,6 0-22 16,12 0 22-16,16-5-25 16,1-7 15-16,5-4-13 15,0 8-1-15,7-4-2 16,-7 4-32-16,-9 5-24 15,-3-2-5-15,0 5-56 16,-22 0-18-16,6 0-8 16,-12 0-171-16</inkml:trace>
  <inkml:trace contextRef="#ctx0" brushRef="#br0" timeOffset="-209679.54">15969 7628 307 0</inkml:trace>
  <inkml:trace contextRef="#ctx0" brushRef="#br0" timeOffset="-209566.04">15969 7628 307 0,'-10'-201'355'0,"10"201"-353"0,0 0 61 15,0 0 188-15,16 0-184 16,2 0-3-16,16 0-41 15,1 0-11-15,5 0-3 16,6-9-18-16,1 2 8 16,-7 3-33-16,-15 0-60 15,-3-4-73-15,-22 8-115 0</inkml:trace>
  <inkml:trace contextRef="#ctx0" brushRef="#br0" timeOffset="-202855.2">5612 10980 33 0,'0'0'571'0,"0"0"-526"0,0 0 45 16,0 0 2-16,0 0-19 0,-6 8-16 15,6-8 5-15,-6 0-13 16,0 0 13-16,-7-8-37 16,-2-8 21-16,2-8-27 15,1-8 5-15,-4-12-19 16,16-12-5-16,0-16 8 16,0-5-7-16,0-7 1 15,0 12 6-15,0 0-9 16,0 0 1-16,0-5-1 0,0 10-11 15,0 2 2-15,0 5-1 16,0 20-7-16,0 15 0 16,0 14 4-16,0 11 2 15,0 0 4-15,0 28-12 16,-18 36 18-16,-29 16 1 16,1 5 1-16,-10-10-11 15,31-14-20-15,-3-21-23 16,22-16 23-16,6-8-38 15,0-16-71-15,0 0-77 16,34 0-16-16</inkml:trace>
  <inkml:trace contextRef="#ctx0" brushRef="#br0" timeOffset="-202023.33">5969 9524 344 0,'0'0'16'0,"0"0"-15"0,0 0 84 0,0 0-1 16,0 0 11-16,0 0-16 16,0 0-18-16,0 0-23 15,0 0 11-15,0 13 27 16,0 10-23-16,0 13-8 16,0 5-18-16,0 3 39 15,0 8-42-15,0-7 1 16,6-14-24-16,6 2 1 15,1-17-2-15,-13-5 0 0,0-7-1 16,0 4 6-16,0-8-9 16,0 0 7-16,15 0-6 15,-15 0-18-15,7-8 21 16,5-20-21-16,16-16 21 16,6-4 1-16,3-1-1 15,3 13 0-15,1 13-24 16,-13 7 11-16,-10 16-22 15,4 0 23-15,-10 0-10 16,4 24 22-16,-16 16 8 16,6 4 37-16,-6 4-3 15,0-4-29-15,0 0 13 16,0-3-20-16,0 3-6 0,0-16-8 16,0-12-17-1,0-4-114-15,0-12-86 0,0 0-116 16</inkml:trace>
  <inkml:trace contextRef="#ctx0" brushRef="#br0" timeOffset="-198187.91">7184 10190 436 0,'0'0'94'0,"0"0"-30"0,0 0 34 0,0 0-36 16,0 0-22-16,0 0-6 15,0 0 45-15,0 0-8 16,0 0 14-16,0 0-28 15,0 0-10-15,0 0-13 16,0 0-15-16,0 0 2 16,0 0-14-16,0 0-9 0,0 17 16 15,0 6-9-15,0 13-1 16,0 0-2-16,0 5-2 16,0 11 0-16,0 7-1 15,0 10 4-15,0 0-9 16,0-2 9-16,-6-7-6 15,6 1-28-15,0-17 12 16,0-8-12-16,0-11-8 16,0-10-23-16,0-7-15 15,-15-8-32-15,8 0-92 16,-5 0-54-16</inkml:trace>
  <inkml:trace contextRef="#ctx0" brushRef="#br0" timeOffset="-197776.13">6862 10462 657 0,'0'0'222'0,"0"0"-88"0,0 0-24 15,0 0-52-15,0 0-54 16,0 0 26-16,80 5-17 15,-24-1 31-15,3-4-29 16,16 0-10-16,18 0-4 16,0 0-1-16,21 0 0 15,-2 0-16-15,-4 0 10 16,-8 0-34-16,-13 0-6 16,-19 0-97-16,3-4-118 15,-31 4-431-15</inkml:trace>
  <inkml:trace contextRef="#ctx0" brushRef="#br0" timeOffset="-197059.63">8527 10972 511 0,'0'0'163'0,"0"0"-124"0,0 0 37 0,0 0-60 0,0 0 14 15,0 0 24-15,0 0 25 16,0-189-27-16,0 125 34 15,0-16-23-15,0-8-31 16,0-4-13-16,22-8-17 16,-10-5 1-16,0 5 6 15,4 12-18-15,-16 16-9 0,6 16 15 16,-6 27-6-16,0 17 9 16,0 12 5-16,0 0-1 15,0 0-4-15,0 0 0 16,0 0 0-16,0 12-41 15,0 37 39-15,-46 18 2 16,-10 10 7-16,3 3-7 16,19-8-1-16,9-8-41 15,10-11-96-15,-4-17-50 16,19-8-137-16</inkml:trace>
  <inkml:trace contextRef="#ctx0" brushRef="#br0" timeOffset="-195827.66">9603 10672 727 0,'0'0'89'0,"0"0"36"0,0 0-46 16,0 0-26-16,0 0-35 16,0 0 19-16,93 0-2 15,-53 0 5-15,0 0-10 0,16 0-11 16,-9 0-3-16,18 0-11 15,-3 0-10-15,-16 0-7 16,7-8-9-16,-13 8-42 16,-21-5-67-16,-3-7-134 15,-16-4-120-15</inkml:trace>
  <inkml:trace contextRef="#ctx0" brushRef="#br0" timeOffset="-195462.02">9637 10390 565 0,'0'0'388'16,"0"0"-330"-16,0 0 45 0,0 0-64 16,0 0-9-1,0 0 13-15,133 0-16 0,-71-11-4 16,-9 3-20-16,6-4 4 15,-6 4-7-15,2 0-10 16,-2 0-53-16,6-9-69 16,-19 14-212-16</inkml:trace>
  <inkml:trace contextRef="#ctx0" brushRef="#br0" timeOffset="-192062.79">18393 7282 592 0,'0'0'133'0,"0"0"-44"0,0 0 11 16,0 0-28-16,0 0-27 15,0 0 24-15,0 0-26 16,0 25-7-16,-6-9-24 16,0 7 22-16,6 6-31 15,0 3 14-15,0 4-13 0,0 4 2 16,0 0 9-16,0 1-6 16,0 3 12-16,0-1-18 15,0-2-5-15,0 11 2 16,0-8-2-16,0 8-6 15,0 0 3-15,0-4 2 16,0 0 3-16,0-4-2 16,0-3 10-16,0-5-16 15,0-5 16-15,0 5-10 16,0 1 2-16,0-1-7 16,0 4-3-16,0-4 10 15,0 0-1-15,0 0 2 0,0-3-3 16,0-5 9-16,0 3-10 15,0 2 14-15,0-5-17 16,0 4 6-16,0-8-1 16,0 0-7-16,0-4 5 15,0 4-5-15,0 1 16 16,0 2-23-16,0-2 31 16,0-5-29-16,6-1 16 15,0-7-6-15,7 1 2 16,2-5-7-16,-2 0 6 15,5-1-4-15,4-2-1 16,-10 6 14-16,16 2-15 16,-3-1 19-16,15 4-13 15,1-4 4-15,-1-4 0 16,6 0-2-16,1 0 8 0,3-4-14 16,-4 4 14-16,7-4-4 15,-1 3 6-15,-5 2-11 16,21-1 8-16,-21 4-6 15,12 0 0-15,3-4 4 16,9-4-5-16,-9 0 4 16,25 4-2-16,-13-4 2 15,-15 1-6-15,0 2 13 16,-3-3-15-16,3 0 4 16,9 4-4-16,-3-3 0 0,9-2 4 15,-8 2 4 1,8-2 5-16,-6 1-11 0,-3 0 15 15,-12 8-17-15,15 1 4 16,-21-2 0-16,-7 1-2 16,0-4 6-16,-12-8-9 15,3 0-2-15,-3 0 5 16,0 0 2-16,-9 0-10 16,9 0 14-16,-16 0-8 15,7 0 8-15,2 0 1 16,-14 0-5-16,-1 0 0 15,-6 0 4-15,15-8 1 16,-9-15 3-16,-6-10-1 16,0-3-6-16,0 0 3 15,0 0-7-15,0 0 3 16,0 0 0-16,0-5 0 0,0-6 3 16,0-9 5-16,0-5-1 15,0-11-14-15,0 0 1 16,0 4 4-16,0 4-5 15,0 3 3-15,0 5 3 16,0 9 1-16,0-6-5 16,0-4 14-16,-6 1-18 15,6 4 19-15,-15-4-19 16,15 4 9-16,0 0-3 16,0 4 0-16,0 0-4 15,0 0 0-15,0 11 1 0,-6 5-3 16,-22 9 18-16,21 3-13 15,-11-1 11-15,-4 1-3 16,-3-4-4-16,10-4 0 16,-4 0-2-16,1-5-9 15,2 10 10-15,4-1 2 16,-1 4-5-16,4 4 13 16,-3 4 4-16,-7 4-13 15,3 0 14-15,-2 3-9 16,-16-2-5-16,-7-1 0 15,7-5-9-15,-12 5 1 16,-7-4 15-16,0 12-10 16,1-8 6-16,-23 8-1 0,7 0-2 15,-13 0 10 1,4 0-1-16,-19 0-9 0,25 0 8 16,-10 0-3-16,-6 0-10 15,13 0 15-15,5 0-7 16,-8 0-1-16,3 0 5 15,-1 0 2-15,1 0-7 16,-4 0 4-16,-9 0 4 16,1 8-10-16,-1 4 6 15,0-4-10-15,19-3 12 16,-1-2-9-16,17 6 1 16,-7-5-2-16,-9 3 0 15,9 1-10-15,-3-8 7 16,-3 5-8-16,3-5 12 0,3 0-7 15,12 0 5-15,13 0-8 16,22 0 10-16,5 0 0 16,7 0-6-16,0 0 5 15,0 0-42-15,0 0-40 16,0 8-270-16</inkml:trace>
  <inkml:trace contextRef="#ctx0" brushRef="#br0" timeOffset="-190499.94">11482 10002 692 0,'0'0'84'0,"0"0"-47"0,0 0 89 0,0 0-70 15,0 0-25-15,0 0-5 16,-13 40 4-16,13 4 41 0,0 8-35 16,0 0 14-1,0 12-35-15,0-8 8 0,0-7-22 16,0 3 10-16,7 4-11 15,-1 0-2-15,6 8-3 16,-2 0 10-16,-4 4-4 16,0-4 6-16,-6-11-12 15,0-4 12-15,0-18-13 16,0-7 7-16,0-7-2 16,0-10-2-16,0-3 2 15,0-4-8-15,0 0 16 0,0 0-20 16,0 0-1-16,0 0 13 15,0-11-1-15,0-30 2 16,0-7 2-16,0-9 1 16,0 6-3-16,-12-14 3 15,-4-2 4-15,4-14-4 16,5 1-6-16,1-5 3 16,6-10-2-16,0 7-12 15,0-5 4-15,0 29 7 16,0 8-18-16,0 20 12 15,0 0 9-15,0 8-6 16,25-5 18-16,9 1-20 16,0 8 8-16,13 8 0 0,-1 4-9 15,1 12-2 1,5 0 8-16,-11 37-3 0,-13 18-2 16,-22 9 15-16,-6 5-14 15,0-2 3-15,0 2-2 16,0-9-3-16,-34 4 6 15,-7 0 3-15,-5-11 0 16,12-9-2-16,3-12 12 16,15 0-15-16,10-16 16 15,6-4-22-15,0-8 2 16,0 8-6-16,0 0 5 16,34 12 10-16,19 9 12 0,15 6 9 15,-3 10 11 1,10-1-15-16,-7 7 17 0,-9-2-34 15,-6-9 17-15,-1-3-16 16,-2-5 7-16,-4 11 0 16,-5-3-5-16,5-7 3 15,7-13-6-15,12-16-15 16,3-8-28-16,13 0 39 16,-28-16-9-16,9-28 8 15,-25-9 2-15,3-7-12 16,0-16-34-16,-12 8-84 15,19-4-158-15</inkml:trace>
  <inkml:trace contextRef="#ctx0" brushRef="#br0" timeOffset="-147334.83">5746 10178 353 0,'0'0'157'0,"0"0"-92"0,0 0 43 0,0 0 0 15,0 0-33-15,0 0-17 16,0 0-27-16,0 0-9 16,0 0 23-16,0 0-1 15,-25 8 22-15,25-8-45 16,0 0 8-16,0 0-15 16,0 0 6-16,0 0-16 0,0 0 5 15,0 0-7-15,0 0 7 16,0-15-12-1,12-18 10-15,35-19 11 0,21-9 0 16,13-3-3-16,5-3 5 16,7-6-18-16,7-3-1 15,8-1 0-15,-9 2-2 16,-6 11-20-16,-31 11 8 16,-21 29-17-16,-23 8 16 15,-12 8-9-15,-6 8 4 16,0 0-6-16,0 0 0 0,0 0 2 15,0 0-37 1,0 0-11-16,0 0-106 0,-24 0-7 16,-10 0-305-1</inkml:trace>
  <inkml:trace contextRef="#ctx0" brushRef="#br0" timeOffset="-146951.6">5969 9396 550 0,'0'0'143'0,"0"0"-29"0,0 0 23 0,0 0-57 0,0 0-49 15,0 0 50-15,65 64-48 16,-19-16 17-16,7 12-25 16,-3 1 7-16,2 3-25 15,-11 4 10-15,-7-4-6 16,-3 0-10-16,-16-3-1 15,-8-1 0-15,5-9-8 0,-12-6-8 16,0 3-15-16,0-16-55 16,0-11-128-16,0-10-389 15</inkml:trace>
  <inkml:trace contextRef="#ctx0" brushRef="#br0" timeOffset="-145803.96">6902 13118 784 0,'0'0'149'0,"0"0"-94"0,0 0 11 15,-40 256-16-15,40-176-13 0,0 0-33 16,0-3 14-16,0-1-15 16,0-16 22-16,0-16-2 15,0-16 4-15,0-15-13 16,0-13-13-16,0 0 10 16,0 0-3-16,0-21 16 15,0-38 6-15,0-21-26 16,-31-28 2-16,9-22 2 15,22-14-4-15,0-5-3 16,0-6-1-16,22-2 4 16,49 1-8-16,4 20-2 15,-1 15 4-15,0 29-25 16,-9 28 13-16,-6 32-10 16,-9 28 8-16,-19 4-2 15,-3 23 6-15,-28 58 12 0,0 15 4 16,-53 17 18-16,-27 7-17 15,-13 12-10-15,6 4 3 16,6-7-1-16,13-9 0 16,21-28 3-16,29-27-1 15,18-29 9-15,0-16-16 16,0-9-11-16,80-11 19 16,26 0 4-16,33 0 14 15,4 0 4-15,-16-8 3 16,-28 8 9-16,-40 0-23 15,-12 0 9-15,-26 41-16 16,-2 15-4-16,-19 16 7 0,0 13-14 16,0-2-29-1,-12-14-6-15,-1-21-52 0,-2-16-136 16,15-28-350-16</inkml:trace>
  <inkml:trace contextRef="#ctx0" brushRef="#br0" timeOffset="-145420.78">8400 13418 1060 0,'0'0'29'0,"0"0"9"0,0 0-2 0,0 0 8 16,0 0-37-16,0 0 6 0,363-11-13 16,-317 2-4-16,-6 6-29 15,-21-5-8-15,-19-5-67 16,0-2-152-16,0-13-173 16</inkml:trace>
  <inkml:trace contextRef="#ctx0" brushRef="#br0" timeOffset="-145237.96">8254 13074 1215 0,'0'0'26'16,"0"0"-11"-16,0 0 4 15,0 0-12-15,0 0-7 0,0 0-13 16,335-36-27-16,-295-13-172 15,-40 5-612-15</inkml:trace>
  <inkml:trace contextRef="#ctx0" brushRef="#br0" timeOffset="-144220.06">9469 14004 678 0,'0'0'300'0,"0"0"-201"0,0 0-27 0,0 0-27 15,13-249-19-15,15 133 24 16,0-12 12-16,-4-12-26 0,-2-5-4 15,-16-3-30 1,-6 11-1-16,0 10 9 16,0 17-20-16,0 35 5 15,-12 34-3-15,-4 29 5 0,-2 12-6 16,-10 12-10-16,-12 53-29 16,-32 15 47-16,4 8-41 15,-6-4 25-15,9-15-6 16,12-10 5-16,19-14-38 15,28-21-62-15,6 4-49 16,6-20-8-16,65-5-55 16,16-3-156-16</inkml:trace>
  <inkml:trace contextRef="#ctx0" brushRef="#br0" timeOffset="-143872.27">10660 12544 712 0,'0'0'259'0,"0"0"-211"0,0 209 37 0,0-112-40 0,-12 3-20 0,-4 0-17 15,4-9-2-15,12-2-6 16,-13-1 0-16,13 1-2 16,-9-13 4-16,-9-4-4 15,11-8-34-15,-14-8-17 16,14-7-61-16,-11-21-157 15,-4-25-353-15</inkml:trace>
  <inkml:trace contextRef="#ctx0" brushRef="#br0" timeOffset="-143672.29">10145 13354 1156 0,'0'0'133'15,"0"0"-112"-15,0 0-12 16,0 0 20-16,0 0-13 16,376-92 0-16,-277 73-16 15,22 2-12-15,-16 5-22 16,-18 5-55-16,0 7-8 16,-25 0-250-16</inkml:trace>
  <inkml:trace contextRef="#ctx0" brushRef="#br0" timeOffset="-143267.86">11944 13559 818 0,'0'0'279'15,"0"0"-216"-15,0 0 23 16,0 0-77-16,0 0 0 16,0-313 24-16,0 185 2 0,12-4-10 15,16 7-12 1,-9 21 1-16,-13 20-7 0,-6 28-6 15,0 23 5 1,0 25-12-16,0 8 1 0,0 0-2 16,-25 53-33-16,-43 22 20 15,-13 10-12-15,-6 4-27 16,7-9 22-16,15-13-60 16,18-2-4-16,13-14-44 15,28-2 18-15,6-13 10 16,0-19-72-16</inkml:trace>
  <inkml:trace contextRef="#ctx0" brushRef="#br0" timeOffset="-142872.2">13131 13207 696 0,'0'0'237'0,"0"0"-150"0,0 0 59 0,0 0-71 15,0 0-65-15,397 0 48 16,-332 0-57-16,-12 0-2 16,3 0-18-16,-22 0-11 15,-15-5-25-15,-13-3-77 16,-6-4-181-16,0-4-408 15</inkml:trace>
  <inkml:trace contextRef="#ctx0" brushRef="#br0" timeOffset="-142690.45">13165 12969 1292 0,'0'0'61'0,"0"0"-19"0,0 0 1 15,0 0-43-15,0 0 14 16,0 0-9-16,289-44-5 16,-215 20-14-16,-9-4-48 15,4 8-52-15,-17 8-98 16,-18 12-619-16</inkml:trace>
  <inkml:trace contextRef="#ctx0" brushRef="#br0" timeOffset="-142170.37">14449 12588 946 0,'0'0'147'16,"0"0"-43"-16,0 0-35 15,0 0-63-15,0 0 15 16,0 0 2-16,0 0 15 15,289-100-10-15,-237 100-11 16,-11 0-17-16,-20 16 1 16,-15 48-8-16,-6 21-25 15,-6 19 22-15,-68 25-5 0,-7-10 15 16,-6-6-3 0,19-13 3-16,15-28 0 15,19-24 4-15,34-24-8 16,0-12-18-16,0-12 14 0,87 0 8 15,22 0 20-15,24-28-13 16,7-8-2-16,-13 8 6 16,-6 8-10-16,-28 4-1 15,-25 16-7-15,-22 0-1 16,-33 0-52-16,-13 0-64 16,-13 16-405-16</inkml:trace>
  <inkml:trace contextRef="#ctx0" brushRef="#br0" timeOffset="-140208.93">673 7046 190 0,'0'0'54'0,"0"0"78"0,0 0 6 15,0 0-38-15,0 0 9 16,0 0-27-16,0-16-31 16,0 4-51-16,0 4 0 0,0 0 16 15,0 8 17-15,0 0 27 16,0 0-17-16,0 0 13 15,0 0-38-15,0 0 11 16,0-5 8-16,0 5 12 16,0 0-13-16,0 0-28 15,0 0-8-15,0 5 10 16,0 43-10-16,6 20 5 16,10 21 12-16,8 22-11 15,4 14-4-15,-9 11 7 16,-4-4-9-16,-15-11 0 15,0-17 1-15,0-32-1 16,0-23 12-16,0-25-3 16,0-12-6-16,0-12-6 0,0 0-4 15,7 0 1-15,17 0 3 16,38 0 3-16,4-20 11 16,20-1-2-16,23 1 10 15,18 1-17-15,19 7 20 16,21-9-18-16,35 1-4 15,18 0 0-15,0-4-3 16,-12 12 1-16,-35 4 4 16,-18 8-14-16,-15 0 24 15,-13 0-22-15,-12 0 23 16,-10 0-26-16,-12 0 13 0,-12 0-4 16,-13 0 2-16,-3-24-12 15,-3-8 10-15,-3 0 8 16,-12-1-15-16,-13 14 26 15,-16 10-26-15,4-2 14 16,-10 11-6-16,10 0 3 16,-3-12-4-16,-7 12 2 15,10-4 2-15,-10-5-12 16,-12 6 22-16,13-2-21 16,-13 5 22-16,0 0-11 15,0-11 0-15,0 7 8 16,9-17-8-16,-3-10 6 15,0-2-17-15,1-3 27 16,-1 0-31-16,-6-3 22 0,0 1-11 16,0-1 5-1,0 3-1-15,0-5 0 0,-25-7 2 16,-9-4-1-16,-6-4 9 16,-1-16-20-16,20 8 7 15,2-4-1-15,7-4-13 16,5 11 13-16,-8 9-16 15,-4 16 8-15,-2 21 11 16,-20 10 1-16,1 5-5 16,3 0 16-16,-4 0-5 15,13 0-5-15,1 0 16 16,2 0-11-16,-9 0-8 0,-13 0 2 16,-15 12-3-16,-3 24 1 15,-28 1 4-15,0 6-2 16,-16-11 5-16,10-7 14 15,-3-13-10-15,-10-12-4 16,-2 0 2-16,-20 0-7 16,-21 0 15-16,-12 0-12 15,-38 0 22-15,-9 0-16 16,6 0 3-16,-12 0-8 16,47 4 21-16,18 28 3 15,40-5-28-15,37-6 0 16,23-5-2-16,30-8-3 15,-3-8-15-15,28 0 18 16,0 0-61-16,0 0-14 16,28 0-52-16,18 0-121 0</inkml:trace>
  <inkml:trace contextRef="#ctx0" brushRef="#br0" timeOffset="-80191.96">1203 11104 277 0,'0'0'219'0,"0"0"-159"0,0 0 52 0,0 0-20 0,0 0-30 0,0 0 2 0,0 0 24 0,0 0-56 0,0 0 25 16,0 0-11-16,0 0 10 15,0 0-40-15,0 0 5 16,0 0 0-16,0 0-17 15,0 0-6-15,0 0 16 16,0 0-19-16,0 0 17 16,0 0-18-16,0 0 9 0,0 20-3 15,0 4 0-15,0 17 7 16,0-1-7-16,0 0 2 16,0 5-10-16,0-1 19 15,0 12-13-15,0-1 7 16,0 1-10-16,0 16 5 15,-15 5 0-15,-4 3-1 16,19-8 9-16,0 5-16 16,0-18 22-16,0-2-28 15,0-1 29-15,0 0-22 0,0 4 22 16,0-4-14-16,0 5 1 16,0-9 0-16,0-4-2 15,0-4 3-15,0-16-2 16,0 8 9-16,0-12-19 15,0-4 21-15,0 4-16 16,0-7 5-16,0-1-1 16,0-4 0-16,0 4 2 15,0-4-14-15,0 4 27 16,0 4-26-16,0-4 24 16,0-8-26-16,0-4 20 15,0-4-13-15,0 0 6 16,0 0-4-16,0 4 1 0,0-4 6 15,0 4-11-15,0-4 19 16,0 0-22-16,34 0 20 16,-3 0-17-16,16 0 10 15,8 0-2-15,11 0 0 16,2 0 2-16,12 0-6 16,-15-4 9-16,10 0-20 15,5 0 25-15,-8-1-21 16,8-6 6-16,23-9 5 15,-23-4-7-15,38 7 2 16,-15 1-1-16,-10 9 12 16,12-1-20-16,-31 8 17 0,1 0-12 15,18 0 14-15,0 0-10 16,6 0 6-16,-3 0-1 16,-9 0 0-16,-22 0 2 15,-3 0-12-15,-15 0 25 16,18 0-34-16,-9 0 33 15,2 0-25-15,11 0 16 16,-10 0-7-16,6 0 2 16,3 0 0-16,-9 0-3 15,-10 0 8-15,-24 0-17 16,3 0 24-16,-15 0-24 16,-7 0 27-16,22 0-21 15,-16 0 10-15,0 0-4 0,16 0 0 16,0-16-6-1,3 4 6-15,3-9 0 0,-6 1-9 16,-15-4 23-16,-7 4-15 16,3 0 7-16,-9-8-6 15,0 4 2-15,0-4 3 16,0 0-10-16,-9-4 14 16,-10 0-19-16,-2-8 10 15,2 0-13-15,7-4 24 16,-10-8-13-16,9 3 2 15,7 1-10-15,0-4 5 16,-3 12 5-16,9-9-10 16,-6 10 23-16,-7-10-24 15,13 9 27-15,-12-8-30 0,12-12 16 16,-10 0-4 0,10-9-14-16,0 2-8 0,-6 6 20 15,0 6-16-15,0 14 11 16,-13 5 8-16,4 8-9 15,9 0 19-15,-13 0-13 16,10-5 4-16,-4 9 0 16,1 1-1-16,-1 7 4 15,-8 4-2-15,8-1 7 16,-2 5 0-16,2 4 2 16,7-4-8-16,0 5 6 15,0-2-8-15,-10 2 1 16,4 3 0-16,-16-8 14 15,-3 8-9-15,-3 0 4 16,-6-5-8-16,-7 5 11 0,-6 0-9 16,-9 0 3-16,-3 0-7 15,-15 0 6-15,5 0-1 16,-5 5-3-16,-1 11-2 16,-6-5 9-16,-6 1 3 15,-6-4-5-15,6 9 5 16,-3 7-5-16,-10-1 6 15,-21 6-5-15,-6-5-8 16,12-8 0-16,22-8 8 16,37-5-11-16,9-3 10 15,7 0-5-15,-23 0 7 16,-2 0-9-16,-3 0 2 16,-7 0 33-16,16 0-33 0,3 0 0 15,9 0-2-15,0 0 16 16,7 0-32-16,18 0 28 15,-6 0-24-15,15 0 15 16,4-3-9-16,9 3-33 16,6 0-41-16,0 0-72 15,0 12-270-15</inkml:trace>
  <inkml:trace contextRef="#ctx0" brushRef="#br0" timeOffset="-75231.52">17075 5153 568 0,'0'0'91'0,"0"0"-84"15,0 0 103-15,0 0-36 16,0 0 21-16,0 0-37 0,0 0 5 16,-93-12-52-1,87 3 41-15,0 2-26 0,-6 7-1 16,-4 0-2-16,10-4-21 16,-6 0 19-16,-4 0-20 15,-3 0 5-15,1-4 2 16,-4 0-6-16,-6 0 1 15,3-4-1-15,-9 7-2 16,0-3 1-16,0 5-1 16,-3-2 7-16,3 2-9 15,0-1 8-15,-7-4-12 16,-5 0 20-16,-1 3-29 16,1 2 13-16,-1 3 2 15,1 0 0-15,-1 0 6 0,-2 0-14 16,11 0 19-16,-11 0-21 15,-4 0 16-15,7 11-12 16,-1 6 0-16,7-1 1 16,6-4 3-16,9 4 1 15,-9 4-4-15,0-1 10 16,6 2-5-16,3-1 6 16,-3 5-9-16,3-2 10 15,-3 5-14-15,0-4 8 16,10 1-1-16,-4 6 0 15,10-2 3-15,-1 2-12 0,-2 5 18 16,-4-3-14-16,7 7 18 16,-4 0-22-16,4 0 15 15,0 4-6-15,12-8 0 16,0 5-2-16,0 3-7 16,0-5-1-16,0 10 0 15,0-13 15-15,0-4-17 16,0 0 15-16,0 0-6 15,0 0 3-15,12 1 0 16,0-2-1-16,10-3-2 16,-3 0-3-16,9 1 12 15,-1-1-21-15,-8-5 28 16,15 2-24-16,-15-1 15 16,9 0-4-16,-16 4 3 15,4-4-3-15,-4 0 13 0,7 0-7 16,2 0-11-16,4 0 21 15,3 1-27-15,6-1 14 16,13-4-6-16,5-1-2 16,1-7 5-16,3-4 0 15,-10 5 5-15,-5-1-14 16,-1-4 21-16,0 3-19 16,-9 2 19-16,3-6-24 15,7-7 16-15,-1 8-7 16,0-3 3-16,13-5 0 0,0 0-4 15,3 0 6 1,-4 0-12-16,1-5 20 0,-7-10-16 16,1-1 14-1,0 0-11-15,-7 4 3 0,16-1 0 16,-10-7 0-16,1 9 7 16,-7 3-18-16,0-5 27 15,-9 9-30-15,10-7 29 16,5-5-22-16,-6 4 7 15,7-9 0-15,3-10-5 16,-4-2 5-16,-6 0-8 16,-2-6 17-16,-4 3-19 15,-13 3 27-15,13 5-30 16,-15 9 23-16,-7-1-15 16,4-1 8-16,-10 1-3 15,7-8 0-15,-7 0-1 0,-6-4-6 16,0 0 14-16,6 0-10 15,-6 7 15-15,0-2-15 16,0-5 6-16,0 4 1 16,0-1-4-16,0-7 1 15,0 0-4-15,0-3-13 16,0 2 7-16,0 5 8 16,9 4-10-16,-9 8 22 15,0 4-12-15,0 8 2 16,0-8 4-16,0 4-3 15,0-8 7-15,0-12-12 0,0 4 9 16,0 0-12 0,0-5 4-16,0 2-7 0,0 10 10 15,-21-2-1-15,2 2 18 16,-9-3-10-16,-6 5-6 16,15-6 11-16,-9 6-21 15,16-2 21-15,-3 12-26 16,2-6 19-16,1-1-11 15,-1 4 5-15,-15-4 0 16,22 0-3-16,-28 4 10 16,6-4-13-16,-12-4 18 15,-7 7-12-15,1 2 9 16,-13-2-18-16,-3 13 9 0,-3 0-9 16,-3 0 9-16,3 0 0 15,3 0 0-15,9 0 7 16,6-4-7-16,29 1 0 15,2-2-4-15,10 5-66 16,-13 0-166-16</inkml:trace>
  <inkml:trace contextRef="#ctx0" brushRef="#br0" timeOffset="-73081.99">26015 2514 329 0,'0'0'112'16,"0"0"-70"-16,0 0 17 0,0 0 2 0,0 0-21 15,0 0 31-15,0 0 1 16,0 28-27-16,0-20-8 15,0 0 14-15,0 4 23 0,0 4-51 16,-10 0 16 0,-14 9-3-16,-4 11 15 0,3 16-26 15,-25 12 16-15,13 8-7 16,3 4-18-16,-6 9 5 16,6-2-16-1,-7 6 16-15,7-4-12 0,3-5-15 16,-3-13 14-16,6-18-16 15,16-21-4-15,6-20-13 16,6-8-31-16,0 0-72 16,0-33 7-16,0-19-142 15</inkml:trace>
  <inkml:trace contextRef="#ctx0" brushRef="#br0" timeOffset="-72683.37">25450 2570 602 0,'0'0'163'0,"0"0"25"0,0 0-13 0,369 193-91 0,-254-125-33 15,-22 0-23-15,13-4-1 16,-26 4-25-16,-12-7 6 16,-21-1-8-16,-13-9-10 15,-28 2-53-15,-6-9-17 16,0-20-232-16,-28-12-347 0</inkml:trace>
  <inkml:trace contextRef="#ctx0" brushRef="#br0" timeOffset="-71682.8">27208 2558 544 0,'0'0'161'0,"0"0"-5"0,0 0-7 0,0 0-36 0,0 0-86 16,0 0 13-16,-12 121-13 15,24-45 0-15,4 4-11 16,3-3-9-16,-13-2-1 0,-6 2 1 15,0-5-14 1,0-5 5-16,0-14 1 0,0-4-41 16,0-10-11-16,0-14-85 15,0-25-125-15,-6 0-248 16</inkml:trace>
  <inkml:trace contextRef="#ctx0" brushRef="#br0" timeOffset="-71416.64">26790 2979 811 0,'0'0'74'15,"0"0"-30"-15,0 0 75 16,0 0 3-16,360 33-64 16,-240-25-27-16,8-8-31 15,-29 3-2-15,-12-3-24 16,-13 0-46-16,-15 0-58 16,-13 0-228-16</inkml:trace>
  <inkml:trace contextRef="#ctx0" brushRef="#br0" timeOffset="-70634.58">28399 2153 576 0,'0'0'127'0,"0"0"-22"0,0 0 17 0,0 0-14 0,0 0-39 16,0 0-14-16,0-12-42 15,0 56 9-15,0 13 31 16,-34 10-30-16,9 13-6 15,-21-7-11-15,-1-5 6 16,13-12-6-16,6-7-12 16,22-10 8-16,6-11-7 0,0-3-4 15,0-9 3-15,0 0-2 16,46-1-16-16,17-7 23 16,2 1-6-16,15-9-3 15,-5 4 16-15,-10-4-12 16,-13 0 4-16,-2 0-2 15,-25 0-4-15,-3 0-15 16,-10 0 11-16,-12 0 9 16,0 0 1-16,0 0 4 15,0 0 10-15,0-4-5 0,0-13-8 16,0-2 1 0,0-1-1-16,6 0-1 0,0 7 4 15,-6 10-14-15,0 3 19 16,0 0-15-16,0 0 16 15,0 0-3-15,0 36-5 16,0 16 38-16,0 16-18 16,-6 4 0-16,-22 8 7 15,-3-8-26-15,16-3 15 16,2-9-5-16,1-12-21 16,12-12 10-16,0 4-18 15,0-12-27-15,0-3 5 16,34-14-76-16,-15-7-292 15</inkml:trace>
  <inkml:trace contextRef="#ctx0" brushRef="#br0" timeOffset="-69567.35">25326 3657 737 0,'0'0'160'0,"0"0"-96"0,0 0 24 15,-369-120 8-15,289 60-65 0,15-12 12 16,9-1-27-16,31-7 9 15,25-8-22-15,0-9-6 16,31-7 0-16,65 0-27 16,16 0-24-16,15 7-96 15,-6 9-148-15</inkml:trace>
  <inkml:trace contextRef="#ctx0" brushRef="#br0" timeOffset="-68901.79">29370 2273 684 0,'0'0'106'0,"0"0"-77"0,0 0 107 15,0 0-38-15,319 277-32 16,-251-181-29-16,-21 13-1 16,-41 3-34-16,-6-4 2 15,0 9-4-15,-47-6-7 16,-33-9-17-16,-19 1-9 0,-10-18-61 16,4-26-116-1,12-30-295-15</inkml:trace>
  <inkml:trace contextRef="#ctx0" brushRef="#br0" timeOffset="-68201.36">26340 677 728 0,'0'0'125'0,"0"0"-23"0,0 0-27 16,0 0-29-16,0 0 14 16,0 0 26-16,87 289-63 15,-65-200 12-15,-10-1-19 16,1-4 1-16,2-4-17 15,-2-8 0-15,-13-16-1 16,6-12-27-16,-6-3-2 16,21-22-70-16,-14-10-88 15,-7-9-165-15</inkml:trace>
  <inkml:trace contextRef="#ctx0" brushRef="#br0" timeOffset="-67820.64">26102 1784 593 0,'0'0'95'16,"0"0"2"-16,0 0 24 15,0 0-56-15,0 0 2 16,0 0-17-16,359 52 16 0,-260-104-38 15,-18 1 28 1,-7-23-25-16,-15-18 20 0,-12-4-37 16,-19 8 0-1,-16-4-8-15,-12 8-6 16,0-1 0-16,0 1-6 0,-53 8 6 16,-12 8-22-16,-9 16 17 15,-13 16-16-15,0 23 16 16,-6 13 2-16,13 0 3 15,-1 0 2-15,19 8-2 16,25 17-16-16,-3 2-70 16,24 6-60-16,10-5-178 15,6-8-77-15</inkml:trace>
  <inkml:trace contextRef="#ctx0" brushRef="#br0" timeOffset="-65902.14">31602 4957 822 0,'0'0'66'0,"0"0"18"0,0 0 15 16,0 0-32-16,0 0-36 16,0 0 23-16,0 0-41 15,6-8 15-15,-6 19-28 16,0 33 18-16,-21 12 17 15,-26 16-26-15,-12 5-9 16,13-5-7-16,-1-8 6 16,1 0-36-16,5-15 25 15,7-9-24-15,6-13-42 16,10-14-48-16,-4-13-28 0,-9 0-31 16,9-8-330-1</inkml:trace>
  <inkml:trace contextRef="#ctx0" brushRef="#br0" timeOffset="-65638.02">31094 4977 429 0,'0'0'148'15,"0"0"1"-15,0 0 81 16,0 0-97-16,0 0-25 0,387 136-22 16,-312-92-16-16,-10 8-22 15,-3 4-28-15,-10-7-9 16,-11-5 1-16,-1-13-24 16,-6 2-15-16,-3-5-23 15,3-4-57-15,-21-4-83 16,-13-4-364-16</inkml:trace>
  <inkml:trace contextRef="#ctx0" brushRef="#br0" timeOffset="-65005.39">32228 5417 700 0,'0'0'312'0,"0"0"-293"0,0 0 68 0,0 0-18 0,0 0-56 16,0 0 3-16,301-36-16 16,-254 25-4-16,-7-1-35 15,-12 4-31-15,-22-13-16 16,-6-2-116-16,0 2-274 0</inkml:trace>
  <inkml:trace contextRef="#ctx0" brushRef="#br0" timeOffset="-64739.95">32008 5049 828 0,'0'0'80'0,"0"0"26"16,0 0 28-16,0 0-82 15,0 0-36-15,0 0-16 16,248 0 0-16,-201 0-24 0,6 0-111 15,-13-8-82-15,-6-9-59 16</inkml:trace>
  <inkml:trace contextRef="#ctx0" brushRef="#br0" timeOffset="-60708.83">32489 6051 1006 0,'0'0'113'0,"0"0"-46"0,0 0-14 0,0 0-44 16,0 0 18-16,0 0-15 16,254 0 9-16,-179 0-14 15,-7 0-6-15,-15 0-1 16,-7 0 1-16,-6 0-1 15,-6 0-24-15,-9 0-6 16,9 0-28-16,0 0-33 16,-15-8-188-16,-10-20-285 15</inkml:trace>
  <inkml:trace contextRef="#ctx0" brushRef="#br0" timeOffset="-59943.6">33366 5389 684 0,'0'0'85'0,"0"0"9"0,0 0 54 16,0 0-92-16,0 0-12 16,0 0-26-16,0-8 22 15,0 8-16-15,0 0 11 16,0 0-7-16,0 0-19 15,0 33 4-15,0 14-8 16,0 10 34-16,0 3-35 16,0 4 4-16,0-7 2 15,-12-5-12-15,-10-4 2 0,4-1 0 16,-4-6 9 0,10-10-8-16,5-6 2 0,7-5 5 15,0-8-16-15,0 0-8 16,19-4 3-16,28-8-25 15,5 8 37-15,-2-8-3 16,-4 0 3-16,-15 0-5 16,3 0 0-16,7-19 0 15,-20-11 5-15,-2 7-5 16,-7 3 0-16,-12 8-3 16,10 0 9-16,-10 0 0 15,0 4 15-15,0 0-14 0,0-5 13 16,0 13-7-1,0 0 6-15,0 0-12 0,0 0 20 16,0 0-18-16,0 0 10 16,0 0-13-16,0 0 2 15,0 0 6-15,0 8-1 16,0 17 2-16,0 19-7 16,0 8 12-16,0 8-10 15,0 0 9-15,-10-3-4 16,-2-1-2-16,6-8-1 15,-16-4 0-15,10-8-11 16,-1-4 11-16,1-12-12 16,3-8-24-16,9-4-5 15,0-8-40-15,0 0-26 16,0 0-230-16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3:12:35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5439 6721 654 0,'0'0'320'0,"0"0"-318"0,0 0 96 0,0 0-28 0,0-249-51 15,0 185-8-15,6-12-10 16,22 8 5-16,0 4 3 16,-4 0-6-16,-2 12 2 15,-9-4 3-15,8 23-5 16,-8 1 1-16,5 12 3 16,-2 0-7-16,-4 15 0 15,-12 5-6-15,6 0-2 16,7 0-3-16,2 5 9 15,10 15 3-15,9 24-4 16,-12 12 3-16,-16 9-2 16,0 11 1-16,-6 4-13 0,0-3 11 15,0-10-15-15,0-7 12 16,0-24-9-16,0-3 1 16,0-21-52-16,0-12-28 15,0 0-81-15,0 0 100 16,0 0 45-16,-34-12-427 15</inkml:trace>
  <inkml:trace contextRef="#ctx0" brushRef="#br0" timeOffset="199.67">5299 6264 930 0,'0'0'126'0,"0"0"-103"15,0 0 47-15,0 0-22 16,0 0-29-16,0 0-3 16,341 0-8-16,-260-4-16 15,-16-9-27-15,9 2-39 16,-27-1-153-16,-25-4-477 16</inkml:trace>
  <inkml:trace contextRef="#ctx0" brushRef="#br0" timeOffset="585.73">6189 5715 641 0,'0'0'343'15,"0"0"-331"-15,0 0 105 16,0 0-56-16,245 216-57 16,-195-132 14-16,-26 9-12 15,-2 7-3-15,-22 3-3 16,-22 2-10-16,-43-5-62 16,-31-15-220-16,-3-13-384 15</inkml:trace>
  <inkml:trace contextRef="#ctx0" brushRef="#br0" timeOffset="5161.89">7324 6167 370 0,'0'0'128'0,"0"0"-37"0,0 0 1 0,0 0-20 0,0 0-56 16,0 0 17-16,0 0-11 15,0 0 30-15,0 0-1 16,0 0 0-16,0 0 21 15,0 0-16-15,0-3-21 16,0-14-30-16,40-2 7 16,-6-1-2-16,7 4-14 0,-7 3 9 15,-3 6-8 1,9 7 3-16,0 0 0 16,1 0-4-16,-7 0-15 0,-16 28 5 15,-18 19-31-15,0 22 42 16,0 15 6-16,-40 4 0 15,-7-4-3-15,1-7 0 16,15-5-3-16,3-28-4 16,22-8-6-16,6-8 8 15,0-15 4-15,0-2-9 16,0-3 10-16,18-4 0 16,23-4 21-16,5 0-10 15,1 0 1-15,-1-4 11 16,-5-12-12-16,-1-4 4 15,0 4-15-15,-6 4-7 16,0-4-77-16,1 8-42 0,-11 0-182 16</inkml:trace>
  <inkml:trace contextRef="#ctx0" brushRef="#br0" timeOffset="5794.45">8006 6144 612 0,'0'0'74'0,"0"0"-29"0,0 0 100 16,0 0-61-16,0 0-55 15,0 0 14-15,226-80-18 16,-198 72-9-16,-15 8-2 15,2 0-14-15,-9 0 0 16,7 0 7-16,-1 16-20 16,4 20 26-16,-4 8-13 15,16 7 4-15,-16 6-3 16,1-6 9-16,-7 10-10 16,9-4 0-16,-8-6 13 0,5-7-20 15,0 9 7-15,4-17-2 16,-4-9-37-16,-5-10 18 15,-7-6-46-15,6-6-61 16,15-5 71-16,-14 0-33 16,-1 0-25-16,-6 0-130 15</inkml:trace>
  <inkml:trace contextRef="#ctx0" brushRef="#br0" timeOffset="6027.74">8319 6392 454 0,'0'0'260'0,"0"0"-212"16,0 0 70-16,0 0-32 15,0 0-76-15,0 0-10 16,115-20-22-16,-81 0-134 16,0 0-107-16</inkml:trace>
  <inkml:trace contextRef="#ctx0" brushRef="#br0" timeOffset="7027.83">8561 5406 457 0,'0'0'150'0,"0"0"-88"0,0 0 72 16,0 0-23-16,0 0-70 15,0 0 3-15,-6-25-27 16,6 14 13-16,6 2-12 16,6 6 16-16,-5 3-16 15,8 0-4-15,4 0-12 0,9 0 2 16,6 0-4-16,6 0 0 16,-15 12 0-16,-3 16-18 15,-4-4 12-15,-12-1 6 16,1 2-3-16,-7-6 12 15,0-6-9-15,0-5 6 16,0-8-1-16,0 0-10 16,0 0-26-16,15 0-11 15,-9 0 16-15,7 0 20 16,-7 8 12-16,-6 4 5 16,0 8-10-16,0-4 18 15,0 12 44-15,0 0-35 16,-31-4-8-16,-19 1-20 15,4-10 5-15,21-2-5 0,-3-5-17 16,9 3-79-16,-9 9-160 16</inkml:trace>
  <inkml:trace contextRef="#ctx0" brushRef="#br0" timeOffset="9427.12">9203 6436 281 0,'0'0'235'0,"0"0"-188"0,0 0 33 0,0 0-12 16,0 0-61-16,0 0 16 15,-13 13 16-15,13-13-9 16,0 0-7-16,0 0-12 15,0 0 12-15,0 0-9 16,0 0 39-16,0 0-13 0,0 0 3 16,0 0 6-16,0 0-8 15,0 0 5-15,25 0-25 16,16 3 13-16,11-3-31 16,4 0 22-16,3 0-24 15,0 0 3-15,-3 0-4 16,-16 0-6-16,0-3 0 15,-9-5-14-15,3 8-20 16,1 0-31-16,5-9 15 16,-6-7-72-16,-22 0-275 15</inkml:trace>
  <inkml:trace contextRef="#ctx0" brushRef="#br0" timeOffset="12655.05">10338 6280 22 0,'0'0'487'0,"0"0"-446"0,0 0 9 0,0 0 44 15,0 0-41 1,0 0 0-16,0 0-4 0,-25-12 14 16,25 12-32-1,0 0 1-15,0 0 3 0,0 0-14 16,0 0 7-16,0 0-19 16,0 0 18-16,0 0-26 15,0 0 16-15,0-4-15 16,0 0 15-16,25-4 6 15,21 0-14-15,4-8-2 16,-4 4-6-16,1-4 2 16,6 8 6-16,5 4-10 0,-8 4 1 15,-25 0-12 1,3 4-7-16,-28 40-8 0,0 12 18 16,0 12 9-1,-41 4-7-15,-11 0-8 0,-16 5 5 16,15-5 9-16,6-4-3 15,1-16 8-15,36-11 2 16,4-21-6-16,6-4-2 16,0-16-8-16,6 0-5 15,50 0 12-15,-9 0 6 16,24-8 17-16,-21-5-19 16,2 6 30-16,1 2-13 15,-19-3-12-15,0 0 7 16,-9 0-9-16,-3 0-4 15,-4 1-18-15,-5 2-61 0,2 2-135 16,-8-2-233-16</inkml:trace>
  <inkml:trace contextRef="#ctx0" brushRef="#br0" timeOffset="13305.64">11107 6079 518 0,'0'0'193'0,"0"0"-171"0,0 0 79 0,0 0 5 15,0 0-62-15,-208 232-8 0,208-171-30 16,0-1 10-16,0 1-14 16,0-5 13-16,0 8-12 15,0-4 16-15,40 1-11 16,1-6 4-16,5-7-12 15,10-12-2-15,9-12-6 16,-12-12-24-16,15-7 28 16,-15-5-16-16,-13 0 18 0,0-12-3 15,-27-20 5 1,-13-4 7-16,0-1 0 0,0 1-5 16,0 4-2-16,-31 4-2 15,-16 12-30-15,-21 12 20 16,15 4-4-16,-15 0 16 15,-3 28 7-15,2 12 18 16,23 0-9-16,24 0-16 16,16 1-5-16,6-14-65 15,0-2-108-15,6-17-341 16</inkml:trace>
  <inkml:trace contextRef="#ctx0" brushRef="#br0" timeOffset="14573.26">11482 5561 666 0,'0'0'71'0,"0"0"23"0,0 0 79 0,0 0-95 16,0 0-43-16,0 0-17 0,0 0-12 16,6-11 5-16,22-1-5 15,6 12 21-15,-9 0-25 16,3 0 6-16,-3 0 0 15,2 0-11-15,8 8 3 16,-11 12-16-16,10 0-13 16,1 4-55-16,-8-4 5 15,-2-4-41-15,-3 1 28 16,3-14-28-16,-3 2 39 16,2-2-2-16,-8 2 44 15,-4-2 39-15,1 6 15 16,-13 7 23-16,0-5 9 0,0 22 32 15,-25-2-9-15,-37 2-18 16,3-5-36-16,-9-12-6 16,3 0 22-16,12-16-14 15,13 0-18-15,12 0-65 16,15 0-65-16,-2 12-253 16</inkml:trace>
  <inkml:trace contextRef="#ctx0" brushRef="#br0" timeOffset="15985.87">7243 7207 51 0,'0'0'499'0,"0"0"-458"0,0 0 43 0,0 0-14 0,0 0-38 0,0 0-29 16,-25 8-3-16,25-8 5 15,0 0 19-15,0 0 27 16,19 0 11-16,15 0 6 15,6 12-33-15,7-4 37 0,12 3-40 16,9-11 3-16,19 0-28 16,6 0 3-16,22 0-3 15,6 0-4-15,-4 0 21 16,10 0-20-16,-18 0 31 16,18 12-33-16,-15 1 20 15,15 6-22-15,6 1 6 16,10-12-6-16,18-3 0 15,-3-5 3-15,3 0-1 16,1 0 1-16,-10 0-2 0,-10 0 6 16,-15 0-3-1,-9 0 4-15,9 0-3 0,-12 0-3 16,12 0-2 0,7 0 3-16,11 0-10 0,23 0 10 15,-13 0-19-15,-16 0 19 16,-12 4-6-16,-27 7 2 15,2 5-4-15,-15 1 5 16,-13-6 5-16,4 2-5 16,-16-5 9-16,-16 0-17 15,19-8 17-15,-9 4-9 16,-16-4 1-16,-15 0-2 16,-3 0-14-16,-22 0-16 15,0 0-38-15,-62-4-165 16</inkml:trace>
  <inkml:trace contextRef="#ctx0" brushRef="#br0" timeOffset="19116.75">8232 7816 393 0,'0'0'266'0,"0"0"-236"0,0 0 25 0,0 0-22 16,0 0-18-1,0 0 68-15,0 0-5 0,41-33-37 16,-13 25-10-16,-1 8 15 16,4-7 15-16,10 3-59 15,11-4 18 1,-2-4-14-16,-3 4-4 0,-1 8 2 15,-6 0-8-15,1 0 4 16,-16 0-8-16,-10 39 1 16,-15 18-13-16,0 27 20 15,-22 4 2-15,-37 9 4 16,-15-5 3-16,15-7-9 16,-3-10 9-16,9-14 8 15,25-17-4-15,16-13-3 16,12-14-10-16,0-5-5 0,0-8 0 15,28-1 6-15,3-3-1 16,25 0 2-16,-4 0-1 16,-5 0 5-16,21 0 11 15,-3 0-11-15,-12-3-2 16,3-9-8-16,-10-1 2 16,-15 2-11-16,-9-1-58 15,-3-1-79-15,-10 2-164 16,-9 3-254-16</inkml:trace>
  <inkml:trace contextRef="#ctx0" brushRef="#br0" timeOffset="19667.55">9190 7775 352 0,'0'0'41'0,"0"0"55"0,0 0-44 0,0 0-44 0,0 0-6 15,0 0-1-15,239-39 24 16,-223 71 62-16,-16 8 0 0,0 12 28 16,0 4-44-1,0 4-46-15,0 1-25 0,-16 3 26 16,10-4-23 0,6-4-1-16,0-8-4 0,0-7 12 15,0-5-21-15,0-13 11 16,0 1-10-16,0-7-31 15,0-1 22-15,0-5-15 16,0-2-58-16,0-9-130 16,-6 0-70-16</inkml:trace>
  <inkml:trace contextRef="#ctx0" brushRef="#br0" timeOffset="19917">9104 8245 826 0,'0'0'5'16,"0"0"39"-16,0 0 36 16,0 0 4-16,0 0 10 15,0 0-26-15,173 0-44 16,-114 0-21-16,0-3-3 15,3-14-14-15,3 5-35 16,-18 3-129-16,-13 6-161 16</inkml:trace>
  <inkml:trace contextRef="#ctx0" brushRef="#br0" timeOffset="20565.41">9838 8193 682 0,'0'0'84'0,"0"0"-10"0,0 0 92 0,0 0-52 0,0 0-29 15,0 0-44 1,301-28 21-16,-242 20-50 0,3 4-6 16,-15 4-6-16,-16 0-13 15,-3 0-32-15,-28 0-58 16,0 0-248-16</inkml:trace>
  <inkml:trace contextRef="#ctx0" brushRef="#br0" timeOffset="23146.87">10980 7840 532 0,'0'0'24'0,"0"0"-21"0,0 0 57 0,0 0 24 16,0 0-11-16,0 0 10 16,0 0-53-16,316 24-6 15,-304-3-20-15,-12 10 15 16,0 18 12-16,0 2-15 0,-12 18-9 16,-44 11-7-16,-9 0 0 15,12 4-23-15,-15-16 16 16,15-7 7-16,13-17 12 15,28-16-1-15,12-8 1 16,0-9-1-16,0-6-10 16,31-5-1-16,31 0 5 15,9 0 14-15,3-20-2 16,-21-4 38-16,3 4-30 16,-4 7 0-16,-17 2-17 15,-4 11-7-15,-3 0-1 0,-7 0-7 16,-2 0 5-1,3 0-31-15,-10 0-21 16,0 0-50-16,-5 0-175 0</inkml:trace>
  <inkml:trace contextRef="#ctx0" brushRef="#br0" timeOffset="23764.81">11810 7832 571 0,'0'0'55'0,"0"0"52"0,0 0 4 0,0 0-33 0,0 0-50 0,0 0-13 16,-148 161-4-1,141-109 3-15,1-1 13 0,0 6-6 16,6-1 29-16,0-8-38 16,0 1 26-16,0-13-29 15,34-8-7-15,19-9-2 16,0-7-6-16,-13-4 3 15,13-3 3-15,-13-5-8 16,-12 0 17-16,-16-8-13 16,16-20 14-16,-28 0-10 0,0 3 2 15,0 6-4 1,0-2-3-16,0 17-3 0,-40 4-3 16,12 0-10-16,-6 0 17 15,-13 12-17-15,1 17 15 16,5-1-51-16,17 0-87 15,2-17-72-15</inkml:trace>
  <inkml:trace contextRef="#ctx0" brushRef="#br0" timeOffset="24563.33">12685 7443 133 0,'0'0'593'0,"0"0"-495"0,0 0 55 0,0 0-45 15,0 0-45 1,0 0-31-16,0 0-6 0,28 0 4 16,18 0-2-1,-5 0 21-15,-1 0-30 0,-15 0 8 16,3 0-24-16,-16 0-6 15,22 0-6-15,-15 0-19 16,-4 0-11-16,-2 0-11 16,-1 0 2-16,-3 0-88 15,-9 0-124-15,0-16-253 16</inkml:trace>
  <inkml:trace contextRef="#ctx0" brushRef="#br0" timeOffset="24694.49">12685 7443 981 0</inkml:trace>
  <inkml:trace contextRef="#ctx0" brushRef="#br0" timeOffset="24779.64">12685 7443 981 0,'12'-185'62'0,"10"185"-41"0,59-12 58 0,18 1 76 15,0-2-155-15,-52 6-2 16,2 7-32-16,-24 0-61 16,-13-8-122-16</inkml:trace>
  <inkml:trace contextRef="#ctx0" brushRef="#br0" timeOffset="33373.51">5178 11117 450 0,'0'0'395'0,"0"0"-355"0,0 0 88 0,0 0-6 15,0 0-67-15,0 0-31 16,0 0 15-16,-18 0-28 16,18 0 8-16,0 0-18 15,18 0 20-15,10 0-15 16,6 0 1-16,-3 4-7 16,-3-1-2-16,-9-3-21 15,9 0-26-15,-16 8-16 16,-3-8-139-16,-9 0-210 0</inkml:trace>
  <inkml:trace contextRef="#ctx0" brushRef="#br0" timeOffset="33574.33">5178 11117 667 0</inkml:trace>
  <inkml:trace contextRef="#ctx0" brushRef="#br0" timeOffset="33671.5">5178 11117 667 0,'-121'-249'421'0,"155"249"-380"0,28 0 43 16,-3 12 49-16,28-7-133 15,-40-2-23-15,-1-3-16 16,-12 0-29-16,-15 0-138 16,-19 0-462-16</inkml:trace>
  <inkml:trace contextRef="#ctx0" brushRef="#br0" timeOffset="36319.74">6127 11037 568 0,'0'0'115'0,"0"0"-10"0,0 0 29 0,0 0-77 16,0-16-11-16,0-1-23 15,0-2-3-15,0-9 0 16,0-8 12-16,0-9 12 15,0-15-33-15,15-12 20 16,-2-8-29-16,5 8-1 16,-2 3 12-16,-4 8-20 0,-5 17 17 15,-7 8-10-15,6 13 0 16,-6 2-1-16,0 1 0 16,6 9-5-16,-6 3-1 15,0 8-1-15,0 0 0 16,0 0-20-16,0 16-13 15,0 28-10-15,-31 20 51 16,-16 0 3-16,7-4-1 16,12-15-4-16,16-14-60 15,6-3-69-15,6-7-20 16,0-13-39-16,0-8-353 16</inkml:trace>
  <inkml:trace contextRef="#ctx0" brushRef="#br0" timeOffset="37269.5">6570 10371 370 0,'0'0'48'15,"0"0"23"-15,0 0 32 0,0 0-3 0,0 0-30 0,0 0-16 16,7-4-19-16,-7 4-28 16,0 4 38-16,0 7 9 15,0 10-3-15,0-1-30 16,0-8 12-16,0 0-18 15,18 3-12-15,-2-6-3 16,15-1 0-16,9-4 12 16,0 0 11-16,7-4 15 15,-7 0-36-15,7 0 21 16,-13 0-21-16,0-16 11 16,-22-8 1-16,-12-5-11 0,0-7-3 15,0 8-13-15,-6 5 4 16,-40 10-21-16,-29 13-4 15,-6 0-36-15,-12 25 66 16,7 14 4-16,21 2 22 16,15-2 14-16,25-6-26 15,3-17-2-15,22 1-8 16,0-10-1-16,0-7-20 16,0 8 16-16,10-4 10 15,15 0 0-15,2-4-5 16,-8 0 3-16,-3 0-8 15,8 0 6-15,10 0-2 16,-6-16-18-16,3 0 4 16,-3 4-25-16,-15 4 15 0,2 4-23 15,-15 4 28-15,0 0 20 16,0 0 1-16,0 0 17 16,0 0-15-16,0 0 0 15,6 0 6-15,-6 0-18 16,7 0 1-16,-1 0 4 15,6 0 4-15,10 12 0 16,-10 0-3-16,16-3 7 16,-9-2-11-16,2 9 14 15,4-3-12-15,-9-2 5 16,2 14-1-16,10-10-10 16,-15 9-9-16,8 1-13 15,-8 3 16-15,-7-1 10 0,0-2 7 16,-6-9-6-1,0 4 12-15,0 4-8 0,0 0 9 16,0 12 17 0,0 4 38-16,-25 5-18 0,-24 2 6 15,2-14-24-15,1 6-10 16,-7-11-9-16,0-3-3 16,1-6 0-16,2-2 8 15,-3-9-7-15,1 0 7 16,5 0-7-16,-15 0-1 15,-3 7-8-15,-9 2-84 16,15-1-121-16,12-8 24 16</inkml:trace>
  <inkml:trace contextRef="#ctx0" brushRef="#br0" timeOffset="39733.37">7693 10423 516 0,'0'0'136'0,"0"0"-15"0,0 0 2 0,0 0-41 0,0 0-44 16,0 0-1-16,-242 88 17 15,202-64-24-15,15-8 22 16,-3 8-22-16,6 1 17 16,-3 11-33-16,-3 8 9 15,-6 12-21-15,10 16 11 16,11 5-11-16,4-5 0 15,9 0-2-15,0-8 9 16,0-17-18-16,22-6 14 0,24-13-17 16,7-8 0-1,-7-12 9-15,1-8-5 16,9 0-7-16,-10 0 8 0,-6-8 7 16,-15-20 0-16,-9-12 3 15,-16 3 16-15,0-2-19 16,0 14 0-16,-22 9-3 15,-12 12-9-15,-19 4 10 16,-6 0 2-16,-3 12 9 16,-9 17-4-16,-3-1-10 15,39 0 3-15,1 0 0 16,34-4-49-16,0-1-6 0,0-6-49 16,0 2-12-1,28-2-69-15,6-9-69 16,7-3-187-16</inkml:trace>
  <inkml:trace contextRef="#ctx0" brushRef="#br0" timeOffset="40432.81">7879 11165 555 0,'0'0'122'0,"0"0"-23"0,0 0 8 0,0 0-56 0,0 0-28 15,0 0-9-15,22-108 9 16,-4 63 14-16,10 1 6 16,-16-8 17-16,7 4-46 15,-3-1 4-15,-4-3-17 16,-6 4 5-16,0 9-6 16,-6-2 0-16,0 13 0 15,0 0 1-15,0 9-5 16,0 2 13-16,0 5-17 0,0 8 17 15,0 1 6 1,-18 3-3-16,12 0 3 0,-16 0-12 16,9 0 6-16,-8 0-10 15,-10 7 7-15,3 22-12 16,9-1 5-16,4 3-3 16,15 1-9-16,0 1 10 15,0 7-6-15,0-1 7 16,21 10 2-16,4-1-7 15,3-8 6-15,6 5-10 16,19-9 8-16,-7-5-6 0,1-3 1 16,6-4-3-1,-4-7 8-15,-2 2-4 0,-7-2 7 16,-15-1-4-16,-19-5-1 16,-6-2 0-16,0-1-8 15,0-5 13-15,-12 10 5 16,-47 3 20-16,-3-1-24 15,-19 2 2-15,-6 15-3 16,1-8-17-16,-1-8-2 16,28 0-73-16,37-16-52 15,10 0-97-15,12 0-179 16</inkml:trace>
  <inkml:trace contextRef="#ctx0" brushRef="#br0" timeOffset="41247.66">8561 10547 605 0,'0'0'159'0,"0"0"-57"0,0 0 45 0,0 0-56 0,0 0-53 15,0 0-32-15,-34 4 9 16,34-4-14-16,0 0-1 16,0 0 9-16,0 0 1 15,34 0 3-15,6 0 3 16,1 0-16-16,5 0-2 15,-12 0 0-15,-3 0-31 16,-9 13 21-16,-10 15-29 0,-5 8 31 16,-7 8-15-1,0 12 22-15,-7-4 3 0,-27 0 0 16,3 1 0-16,3-14 4 16,10-6 2-1,2-10 2-15,10-7 16 0,6-8-23 16,0-8 0-16,0 0-1 15,0 0-9-15,0 0 9 16,0 0 0-16,28 0 26 16,25 0-20-16,6-16 26 15,-4 0-24-15,-14 1 23 16,-1 10-30-16,-15 2-2 16,3 3-1-16,-16 0-16 15,0 0-21-15,-2 0-59 0,-10 0-126 16,0 0-372-16</inkml:trace>
  <inkml:trace contextRef="#ctx0" brushRef="#br0" timeOffset="43097.53">8452 10611 141 0,'0'0'70'0,"0"0"-69"0,0 0 46 0,0 0 57 0,0 0-23 0,0 0 12 0,-52 0-59 15,52 0 14-15,0 0 17 16,0 0 32-16,0 0-32 16,0 0 9-1,0 0 1-15,0 0-43 0,0 0 13 16,0 0-23-16,0 0 20 16,0 0-34-16,0 0 10 15,6 0-10-15,22 0 5 16,0-3-1-16,-3-5-5 15,2 3 6-15,8-3-11 16,-11 4 12-16,10 4-9 0,-6 0 5 16,-3 0-3-1,3 0-6-15,0 0-1 16,-9 0-2-16,-7 0 0 0,10 0-2 16,-4 0-2-16,-2 4 5 15,-10 9-6-15,0 15 10 16,-6-5-8-16,0 6-5 15,0-6 5-15,0 10 3 16,-21-2 4-16,-10 6-3 16,-4-1 11-16,8-8-12 15,8-8 11-15,3-4-13 16,10-8 11-16,6-8-4 16,0 4-3-16,0-4-2 15,0 0-1-15,0 0 6 0,-6 0-10 16,6 0 15-16,0 0-9 15,0 0 6-15,0 0-10 16,0 0-2-16,0 0 4 16,0 0-30-16,0 0-5 15,0 0 15-15,28-4 23 16,-9-4-5-16,8 8-2 16,-2-4 6-16,3 4-21 15,0 0-1-15,-9 0 3 16,2 0 6-16,-2 0-5 15,3 8-35-15,-4 16 21 16,-5 1 1-16,2 6 12 16,-15 2-11-16,0-6 31 0,0-7 2 15,0 5 16-15,0-6 22 16,0 6-3-16,-34 3 21 16,-12-4-41-16,-7 12 21 15,-3 0 0-15,-3-4 22 16,6 4-39-16,13-12 17 15,6-12-9-15,22 1-18 16,-10-10-10-16,-3-3 4 16,-15 8 3-16,-22 0-4 15,-3 0-8-15,3 1-4 16,3-1 0-16,6 0-3 16,19-5 1-16,0 1-19 15,21-4-73-15,7 0-217 16</inkml:trace>
  <inkml:trace contextRef="#ctx0" brushRef="#br0" timeOffset="44379.06">9497 10952 455 0,'0'0'207'0,"0"0"-171"0,0 0 59 0,0 0-34 16,0 0-43-16,0 0 46 16,0 0-29-16,0 0 26 15,0 0-1-15,0 0 26 16,0 0-41-16,0 0 0 16,0 0-30-16,0 0-1 15,0 0-1-15,0 0-11 0,0 0-3 16,19 0 11-16,21 0-2 15,7 0-2-15,21 0 35 16,-3 0-36-16,3 0 11 16,7 0-10-16,-10 0-5 15,-12 0-2-15,-4 0 10 16,-30-3-18-16,-13 3-2 16,-6-5-10-16,0 1-46 15,0-4 9-15,0 8-29 16,0-8-119-16,0 0-325 15</inkml:trace>
  <inkml:trace contextRef="#ctx0" brushRef="#br0" timeOffset="48741.66">10840 11185 376 0,'0'0'238'0,"0"0"-224"0,0 0 64 0,0 0-7 0,0 0-34 0,0 0-1 16,0 4 26-16,0-4-15 15,0 0-16-15,0 0 41 16,0 0-17-16,0 0-32 16,0 0-19-16,0 0 0 15,0 0-2-15,0 12-1 16,0-9 8-16,0 2-1 15,0-2 16-15,0-3-20 16,0 0 25-16,0 0-23 16,0 0 15-16,0 0-16 15,0 0 8-15,0-23 8 0,0-29-3 16,0-25-12-16,0-15 0 16,0 9-5-16,0 2 10 15,0 5-18-15,0 12 7 16,12 0 0-16,-2 11-18 15,-4 9-2-15,0 24 10 16,-6 16 9-16,0 4-3 16,0 0-16-16,0 28-11 15,-22 32 31-15,-30 12-9 16,-7 8-2-16,18-16-7 0,1 0-50 16,12-19-76-1,3-5-40-15,25-20-43 0,0-15-161 16</inkml:trace>
  <inkml:trace contextRef="#ctx0" brushRef="#br0" timeOffset="49209.81">11296 10511 550 0,'0'0'208'0,"0"0"-158"0,0 0 68 15,0 0-64-15,0 0-45 0,0 0-4 16,65-24 16-16,-19 24-14 16,-11 0-4-16,5 0 8 15,-12 0-10-15,-10 36-2 0,-11 8 9 16,-7 17-8-16,0 11 4 15,0-5 1-15,-13 18 4 16,-15-5-6-16,10-8-3 16,-4-3-2-1,16-18-8-15,0-14-17 0,6-1 15 16,0-12-35-16,-7-8-69 16,1 0-52-16,-9 0-116 15</inkml:trace>
  <inkml:trace contextRef="#ctx0" brushRef="#br0" timeOffset="49509.54">11336 10968 498 0,'0'0'168'15,"0"0"-11"-15,0 0 31 16,0 0-90-16,0 0-37 16,0 0-37-16,341 4-20 15,-282-8-4-15,0-7-23 0,-19-6 2 16,-12 9-101-16,-28 8-148 15</inkml:trace>
  <inkml:trace contextRef="#ctx0" brushRef="#br0" timeOffset="51923.22">12471 10567 407 0,'0'0'175'0,"0"0"-46"0,0 0 12 0,0 0-15 0,0 0-78 15,0 0-4-15,0 0-11 16,-226 61-7-16,204-42 10 16,3-2-15-16,-2 7 26 15,14-9-29-15,1 1-3 16,6 4-8-16,0-15-10 0,0 6 3 16,0-2 0-1,6 2 0-15,35-6-2 0,11 7-5 16,10-4 14-16,-3 0-10 15,10 8 14-15,-17-8-14 16,16 4 3 0,-21-1-6-16,-16-2 0 0,3 3-15 15,-18 4 20-15,-16 0-22 16,0 8 23-16,0 12 7 16,-22 4 29-16,-37 9-29 15,-9-13 17-15,-7 3-20 16,10-10 2-16,19-9-1 15,5-4-3-15,7-9-4 16,22-2-25-16,-4-5 6 16,10 0-36-16,-6 0-11 0,-1-20-208 15,-2-21-26 1</inkml:trace>
  <inkml:trace contextRef="#ctx0" brushRef="#br0" timeOffset="52211.04">12539 10631 226 0,'0'0'229'0,"0"0"-55"0,0 0-29 0,0 0-80 0,0 0 39 0,0 0-29 16,180-8 10-16,-140 8-40 16,1 0-27-16,5-8-3 15,-6 4-15-15,-21 1-9 16,15-5-67-16,-21 8-80 16,-13 0-247-16</inkml:trace>
  <inkml:trace contextRef="#ctx0" brushRef="#br0" timeOffset="52789.65">13085 10575 361 0,'0'0'210'0,"0"0"-168"0,0 0 112 0,0 0-38 15,0 0-34-15,0 0-51 16,236-40-4-16,-202 40-13 15,-16 0-7-15,-12 0 13 16,-6 0-20-16,0 0-7 16,0 29 0-16,0 7 7 15,0 3 8-15,-24 14 5 16,2 7 1-16,-3-1-12 0,-3 6 19 16,7-9-16-1,8 0-10-15,1-7 5 0,12-13-4 16,0 0-6-16,0-5 3 15,0-3-25-15,0-7 0 16,0-9-35-16,0-9-91 16,0-3-79-16,0 0-286 15</inkml:trace>
  <inkml:trace contextRef="#ctx0" brushRef="#br0" timeOffset="53039.59">13193 10904 578 0,'0'0'160'0,"0"0"-97"16,0 0 61-16,0 0-87 15,0 0-31-15,0 0-6 16,227-44-10-16,-181 39-122 0,10-3-70 16,-19 1-286-1</inkml:trace>
  <inkml:trace contextRef="#ctx0" brushRef="#br0" timeOffset="53590.72">13823 10628 585 0,'0'0'37'15,"0"0"71"-15,0 0 2 16,0 0-36-16,0 0-28 16,0 0 17-16,-196 232-48 15,178-180 4-15,2 0 25 16,16-4-2-16,0 0-9 15,0-7-29-15,0-5 8 16,0-8-6-16,34-12-12 16,1-8 11-16,11 4-15 15,1-12 12-15,5 0-4 0,10 0-6 16,-15 0-1-16,-7-12 5 16,-21-12-11-1,-13-1 10-15,-6 2 2 0,0-1-3 16,-12 12-16-16,-57 7-17 15,4 5 11-15,-15 0 16 16,-13 25 4-16,18 19 8 16,10-4 44-16,9 4 24 15,31-12-29-15,4-15-39 16,21-6-83-16,0-11-202 16,0 0-406-16</inkml:trace>
  <inkml:trace contextRef="#ctx0" brushRef="#br0" timeOffset="55669.6">5894 11542 455 0,'0'0'82'0,"0"0"-82"0,0 0 49 15,0 0-44-15,0 0-2 16,0 0 45-16,0 8 2 15,0-8-9-15,0 0 1 16,0 4 41-16,13 0-6 0,21-1-16 16,0 5-27-1,13 1 21-15,11-5-13 0,4 0-21 16,-3 0-7 0,0-4-6-16,3 4 14 0,-3-1-17 15,-6 2 29-15,-3-5-30 16,8 3 15-16,1-3-13 15,16 0-2-15,-1 0-1 16,-9 0-2-16,10 5-1 16,-1-1 5-16,-9 4-8 15,10-4 11-15,5 5-10 16,7-9 9-16,6 0-7 16,0 7 0-16,0-3 1 15,-18 0-2-15,-13 0 2 0,3 4-2 16,-3 1 10-1,-10-6-5-15,7 5 1 0,-6 0 1 16,9-8 0-16,-9 0-7 16,6 4 1-16,-3-4 0 15,-4 0-3-15,1 4 7 16,9-4 2-16,-9 0-2 16,-1 12 15-16,-5-8-15 15,21-4 2-15,-3 4-5 16,-3-4-1-16,10 4 0 15,8-4 3-15,-5 8-6 16,5-8 16-16,-5 8-22 16,-4 0 19-16,-3 4-18 15,13 1 14-15,-16-5-12 16,3 0 0-16,-3-1 6 0,-9-7 0 16,-9 4 5-16,-1 0-7 15,-6-4 9-15,-6 0-7 16,4 8 8-16,2-3-3 15,0-2-2-15,1 2-2 16,14-2 0-16,-2 9 2 16,6-4-3-16,3-3 7 15,-3 6-11-15,-6-6 10 16,9 2-8-16,-3 1 8 16,9-3-9-16,-3-2 3 15,-12 5 0-15,15 1-1 16,0-1 7-16,-15 0-16 0,6 0 21 15,-7 0-21-15,10-4 18 16,-15-4-16-16,12 0 8 16,3 0 0-16,3 4 0 15,3 3 2-15,-15 1-3 16,15-3 5-16,-3-1 0 16,-18 0 4-16,9 0-8 15,-19-4 6-15,3 11-6 16,16-6 1-16,-3 3 1 15,5-4-1-15,11 4 6 16,5-4-13-16,-9-4 17 0,10 0-20 16,-1 0 18-1,4 0-16-15,-4 0 9 0,0 0-2 16,-15 0 0 0,10 9 2-16,-17-9-6 15,7 0 12-15,-3 3-16 0,-10-3 21 16,7 4-21-16,-12-4 16 15,5 0-12-15,7 0 4 16,-13 0 0-16,13 0-1 16,-13 0 5-16,0 0-1 15,-6 0 2-15,1 0-1 16,-1 0 3-16,-16 0-5 16,23 0 4-16,-13 0-2 15,3 0-2-15,-10 0-1 0,13 0-2 16,-15 0 8-16,3 0-14 15,-4 0 19-15,4 0-16 16,-10 0 7-16,16 0-3 16,-9 0 0-16,-7 0 1 15,-6 0-6-15,-6 0 12 16,16 0-17-16,-10 0 20 16,7 0-17-16,-7 0 19 15,9 0-20-15,-2 0 15 16,5 0-7-16,-2 0 0 15,2 0-5-15,-2 0 2 16,-16 0-37-16,18 0 6 16,-18-4-67-16,0-12-35 0,-58-4-787 15</inkml:trace>
  <inkml:trace contextRef="#ctx0" brushRef="#br0" timeOffset="60298.62">9811 12986 118 0,'0'0'488'0,"0"0"-452"0,0 0 12 0,0 0 30 16,0 0-43-16,0 0-28 15,0 0 16-15,0 3-15 0,0-3 18 16,0 13 22-16,0-10 5 16,0 6-17-16,0-1-5 15,0 0-1-15,0-5 1 16,0 2-2-16,0 3-19 16,0-4 18-16,0 0-22 15,0-4 30-15,0 0-25 16,0 0 11-16,0 0-4 15,0 0-7-15,0 0 15 16,0 0-6-16,0-16 13 16,0-33-27-16,0-18 9 15,0-18-13-15,0-4-1 16,0-2 0-16,0 10-2 0,0 9-15 16,0 25 6-16,0 11 6 15,0 15 8-15,0 17-12 16,0 4 22-16,-28 4-9 15,-37 60-5-15,-28 16-9 16,-1 16-39-16,-8-3-15 16,37-21-54-16,31-19-246 15</inkml:trace>
  <inkml:trace contextRef="#ctx0" brushRef="#br0" timeOffset="62682.46">4570 14998 477 0,'0'0'151'0,"0"0"-75"0,0 0 18 0,0 0-48 0,0 0 23 16,0 0-24-16,0 0-10 16,0 0-6-16,0 0 26 15,0 0 17-15,7 0-50 16,5 0 1-16,4 0-21 16,8 0 19-16,26 0-12 15,-4 0 14-15,26 0-10 0,-4-8-9 16,6 1 2-16,-15-1 3 15,-12 0-18-15,-1 3-12 16,-18 2 1-16,-9 3-41 16,-19-5-78-16,0 5-164 15,0 0-318-15</inkml:trace>
  <inkml:trace contextRef="#ctx0" brushRef="#br0" timeOffset="63079.52">4598 14738 750 0,'0'0'155'0,"0"0"6"0,0 0-21 0,0 0-83 0,0 0-30 16,0 0-26-16,326-44-2 15,-270 32-25-15,-19 0-16 16,-3-4-55-16,-28 8-225 16</inkml:trace>
  <inkml:trace contextRef="#ctx0" brushRef="#br0" timeOffset="66692.87">5969 14494 404 0,'0'0'167'15,"0"0"-159"-15,0 0 5 0,0 0 34 0,0 0-26 16,0 0 35-16,0 0 26 16,0 0 28-16,0 0-37 0,0 0 11 15,0 0-20 1,0 0-44-16,0 0-4 0,0 0-11 15,0 0 22-15,0 0-21 16,0-17 11-16,0-10-13 16,31-6 11-16,25-3-9 15,3-16-1-15,9 4-5 16,-3-8-7-16,3 24 4 16,-9 7-25-16,-12 22 23 15,-20 3-35-15,-8 0 5 16,-19 47 2-16,0 30 33 15,-19 35 3-15,-67 9-3 16,-23 3-17-16,-3-4-10 16,-8-12 6-16,17-3 2 15,10-14 18-15,28-25 2 0,25-11 0 16,18-27 6-16,22-23-1 16,0-5-6-16,22 0-3 15,43 0 3-15,15 0 22 16,7 0 58-16,-6 0-46 15,-7 0 17-15,-21 0-33 16,-13 0-3-16,-6 0-15 16,-15 12-4-16,9 7-21 15,-16 9-22-15,4 8-45 16,-16 5-137-16,0-5-380 0</inkml:trace>
  <inkml:trace contextRef="#ctx0" brushRef="#br0" timeOffset="67175.12">6629 15107 264 0,'0'0'375'0,"0"0"-368"0,0 0 61 0,0 0-9 0,0 0-13 15,0 0-22-15,106 68 61 16,-44-68-43-16,-3 0 13 16,3-24 24-16,3-20-32 15,-13-8-5-15,-17-16-22 16,-1-1 12-16,-28-11-28 16,-6 0-8-16,0 4-41 15,-40 8-8-15,-26 15-44 0,-36 30 54 16,-3 23-16-16,-10 0 59 15,3 31 18-15,16 41-1 16,9 9 144-16,22 7-161 16,37 0-2-16,22-19-105 15,6-13-186-15</inkml:trace>
  <inkml:trace contextRef="#ctx0" brushRef="#br0" timeOffset="67759.97">7786 15211 586 0,'0'0'133'0,"0"0"-13"0,0 0 64 0,0 0-72 0,0 0-64 0,0 0-41 16,-41-180 31-16,41 92-21 15,0-1 8-15,0-3-4 16,0 7-14-16,0 5-3 16,0 13 4-16,0 11-16 0,0 23 22 15,0 17-29 1,0 8 14-16,0 8-7 0,0 0-17 16,-6 0 20-1,-6 13-2-15,-10 15 9 0,-12 19-9 16,-25 9-28-16,6 16-56 15,13-7-138-15,12-12-222 16</inkml:trace>
  <inkml:trace contextRef="#ctx0" brushRef="#br0" timeOffset="68325.64">8294 14394 774 0,'0'0'82'0,"0"0"34"0,0 0 20 0,0 0-106 16,0 0-3-16,0 0-23 15,53 0 43-15,-6-13-30 16,-7 1 9-16,-6 12-16 16,0 0-9-16,-9 0-1 15,-3 17-3-15,-16 27 3 16,-6 23 1-16,0 13-1 16,0 13-8-16,-34-1 8 15,0 5-4-15,-1-5 4 0,23-12 0 16,-7 0-3-16,4-16-2 15,15-20-33-15,0-16 7 16,0-15-18-16,22 2-2 16,-10-10-23-16,0-2-33 15,-12-3-16-15,0 0-12 16,0 0-35-16</inkml:trace>
  <inkml:trace contextRef="#ctx0" brushRef="#br0" timeOffset="68557.89">8301 14959 795 0,'0'0'179'0,"0"0"-115"16,0 0 44-16,0 0-27 15,0 0-55-15,0 0-4 16,381-80-22-16,-310 60-11 16,-3-5-43-16,-33 6-97 15,-23 11-211-15</inkml:trace>
  <inkml:trace contextRef="#ctx0" brushRef="#br0" timeOffset="69707.88">6115 14967 923 0,'0'0'185'0,"0"0"-80"0,0 0-1 0,0 0-58 16,0 0-16-16,0 0-17 16,0 0-13-16,0-8-17 15,0 0-42-15,0-9-8 16,0 1-109-16,0 1-467 16</inkml:trace>
  <inkml:trace contextRef="#ctx0" brushRef="#br0" timeOffset="72611.42">955 5165 592 0,'0'0'36'0,"0"0"-30"0,0 0 83 0,0 0-26 16,0 0-39-1,0 0 60-15,-15-12-48 0,15 12 2 16,0 0 11-16,0 0 60 16,0 0-67-16,0 0 0 15,0 0-14-15,0 0 7 16,0 0-10-16,-7 0-23 16,7 0-4-16,-6 0 2 15,6 12-1-15,0 32 1 16,0 12 13-16,0 16-7 15,-6-7 0-15,6 3 5 16,0-8-11-16,0-8 7 16,0 4 2-16,0-3-18 0,0-6 21 15,0 6-19-15,0-9 8 16,0 0-2-16,0 0 0 16,0-13 1-16,0-1-3 15,0-7 3-15,0-10-8 16,0 6 16-16,0-2-17 15,6-1 23-15,16-1-22 16,-4 6 8-16,23 2-1 16,11-2 1-16,10 2 0 15,4-3-2-15,14-4 2 16,-12-3-9-16,19-6 18 16,0-2-13-16,25-5 10 0,30 0-6 15,-8 0 8-15,-7 0-4 16,-28 0-4-16,-6 0 7 15,-6 0-5-15,15 0 2 16,-9 0-4-16,-6 0 5 16,0 0-9-16,6 0 4 15,0 0 0-15,6 0 0 16,3 0 3-16,-2 0-11 16,8 0 20-16,-9 0-19 15,-6 0 21-15,0 0-27 16,-6 0 15-16,0 0-4 15,-6 0 0-15,-7 0-7 16,-21 0 4-16,-1 0 5 16,-2 0 1-16,-13-8 3 15,4 0-1-15,-1-1 1 16,6-2-8-16,4-1 5 16,-3-4-1-16,-7 0 0 0,6 4 7 15,-15 4-16-15,3-5 18 16,-6 10-16-16,-9-6 19 15,9 9-22-15,6 0 12 16,-9 0-4-16,9 0 1 16,-6-8-11-16,-10 8 7 15,-2-3-13-15,3 3 12 16,-7 0 12-16,-12 0-17 16,0 0 15-16,15-5-9 15,-15 2 10-15,0-5-5 0,0-1 10 16,0-7-8-1,0-8 5-15,0-4 0 0,0-4-9 16,-15 0 13-16,3-4-22 16,-7-4 8-16,3 4-1 15,4-4 3-15,12 0 2 16,-6 4-6-16,0-8 11 16,-4 3-13-16,-2 2 3 15,12-6 0-15,-12 9-15 16,-4-4 12-16,-3 8-6 15,-9-4 6-15,10-5 7 16,-4 9-1-16,10 1-6 0,6 6 3 16,-1 1-5-1,-5 4 9-15,3 0-2 0,-10 0-16 16,13 16 14-16,-10-4-2 16,10-1 0-16,0 6 3 15,0 3 6-15,0-8 6 16,-10 8-9-16,4 0 7 15,-1-4-2-15,1 4-8 16,-4-8 3-16,10 8-9 16,0-8 8-16,-6-4 1 15,-10 12-1-15,-3-4 9 16,-9 4 4-16,-13 0-3 16,1-8 4-16,-16 4-8 15,-3-1-6-15,-3 2 1 0,9-5 0 16,-10 0 3-16,17 4 3 15,-1-4 1-15,7 3 0 16,-4 5 2-16,-21 0-3 16,-4 0 9-16,-24-3-7 15,-16 3 0-15,22-8 1 16,-22 8-8-16,4 0 10 16,15-5-8-16,-4 5 10 15,1-3-9-15,12-5 24 16,-9 4-26-16,-3-4 4 15,-13 0-6-15,-15 0 2 16,13-1-5-16,-35 1 8 0,15 8-15 16,17 0 20-1,8 0-23-15,63 0 8 16,5 0 1-16,1 0-26 16,0 0 5-16,15-3-1 0,9-2-8 15,16 2-6-15,0-2-98 16,0-15-350-16</inkml:trace>
  <inkml:trace contextRef="#ctx0" brushRef="#br0" timeOffset="111088.63">15277 6704 276 0,'0'0'170'0,"0"0"-162"0,0 0 65 0,0 0 20 15,0 0-17-15,0 0-19 16,0 0-12-16,0 157 34 15,0-137-22-15,0-4-9 16,0-4-41-16,0 4 7 16,0-3-9-16,0 10 15 0,0 5 18 15,0 1 2 1,0 3-16-16,0 4-22 0,0-4 4 16,0 13-1-16,0 7-6 15,0 12 8-15,28 16-7 16,0 8 3-16,-10 12 3 15,10 0 12-15,-9-3-8 16,3-9 9-16,-4 8-16 16,-2-3 2-16,2-1-2 15,-5-1 1-15,-7 6-4 16,3 3 0-16,4 1 0 16,-7 3 0-16,0 5 0 15,0-1 11-15,4 4-25 16,-10-4 28-16,0 0-22 15,0 1 13-15,0 7-7 0,0 1 2 16,0 7 0-16,0 4 0 16,0 0 4-16,0 9-10 15,-10-17 15-15,10 1-16 16,0-18 16-16,0 5-14 16,0 13 5-16,0-1 0 15,0 5-1-15,0-1 3 16,0 5-4-16,0-6 4 15,0 6-6-15,0-4 14 16,0 3-11-16,0-4 5 16,0 1-3-16,0-9-1 15,0-8 3-15,0 5-6 16,0-13 12-16,0 4-16 0,0 8 20 16,-12 4-17-16,6 1 11 15,0-5-4-15,-10 0 11 16,10-3-11-16,0-5 1 15,-1 0-2-15,-5 1-4 16,12-1 14-16,-6 0-22 16,-4 4 24-16,4 0-24 15,6-3 15-15,0 0-6 16,0 3 2-16,0 0-1 16,0 12 0-16,0 9 0 15,0 2-1-15,16 10 6 16,-10 0-6-16,19 3 6 0,-3-8-5 15,2-7 1 1,4-9-1-16,-9-20 0 0,15-7-1 16,-6-10-1-1,-10-2-18-15,4 7 13 0,-16 9-46 16,-6 11 0-16,0 8-144 16,-6 8-366-16</inkml:trace>
  <inkml:trace contextRef="#ctx0" brushRef="#br0" timeOffset="112487.61">16322 5971 667 0,'0'0'87'0,"0"0"11"0,0 0 38 0,0 0-64 15,0 0-15-15,0 0 15 16,-22-17-37-16,22 17 9 16,0 0-33-16,0 0 31 0,0 0-36 15,0 21 9-15,0 11-13 16,0 25 6-16,0 2 2 15,0 18-9-15,-6 3 25 16,6 4-25-16,0 1 22 16,0-10-15-16,0-11-10 15,0-7 3-15,0-5-2 16,0-15-33-16,0-10-5 16,0-18-4-16,0-9-44 0,0-21-48 15,0-35-220 1,0-16-163-16</inkml:trace>
  <inkml:trace contextRef="#ctx0" brushRef="#br0" timeOffset="113103.25">16093 6028 736 0,'0'0'108'0,"0"0"-4"0,0 0 3 0,0 0-91 15,0 0 33-15,0 0-21 16,409-141-8-16,-356 133-19 16,-1 8 9-16,-11 0-15 15,-7 12 15-15,-13 28-20 16,-8 4 24-16,-13 9-29 15,0 14 23-15,0-3-8 0,-22 1 8 16,-15-9 1-16,3-12-5 16,12-16 1-16,16-16-10 15,6-8 3-15,0-4-4 16,0 0-35-16,6 0 13 16,28 0-4-16,-12 4 22 15,-10 9 9-15,-6 6-3 16,-6 18 4-16,0 7 1 15,-18 8 61-15,-63 12-32 16,-40 12 24-16,-12 0-39 0,-16-7 8 16,10-10-23-1,24-18 4-15,37-13-8 0,23-12 4 16,36-16-3 0,19 0-55-16,0 0-48 0,25-13-35 15,55-26-800-15</inkml:trace>
  <inkml:trace contextRef="#ctx0" brushRef="#br0" timeOffset="113935.83">17063 5406 777 0,'0'0'108'0,"0"0"2"16,0 0-13-16,0 0-76 15,0 0 1-15,0 0 33 0,288 144-44 16,-207-100 30 0,-10 8-29-16,-9 9 12 0,-21 14-18 15,-35 22 8-15,-6 19 2 16,-13 12-4-16,-76-4-4 15,23-11-3-15,-2-32-7 16,16-21 2-16,11-29-15 16,16-14-45-16,-24-17 20 15,-10 0-109-15,0 0-409 16</inkml:trace>
  <inkml:trace contextRef="#ctx0" brushRef="#br0" timeOffset="132388.94">18967 6084 355 0,'0'0'221'0,"0"0"-158"0,0 0 20 0,0 0-19 16,0 0-1-16,0 0 1 16,0 0 5-16,-25 0-40 15,25 0 23-15,0 0-6 16,0 0-13-16,-6 0-6 0,6 0-6 15,-16 0 9-15,16 0-15 16,-6 0 18-16,6 0-29 16,-6 0 26-16,6 0-21 15,0 0 5-15,-6 0-1 16,0 0-9-16,-1 0-4 16,-14 0 9-16,21 0-25 15,-7 0 30-15,-5 0-28 16,-10 0 12-16,10 0-1 15,-10 24-5-15,16 12 3 16,6 0-3-16,0 0-15 16,0-5 21-16,0-6-5 0,16-5-6 15,15-4 9 1,3-13 4-16,6-3-9 0,6 0 9 16,1 0 0-16,21 0 0 15,-9-31-2-15,-6-10 14 16,3-3-3-16,-10-7-8 15,-12-9 14-15,-15-9-13 16,-13 8-4-16,-6-2 1 16,0 15-14-16,0 7 9 15,-12 13-10-15,-29 12 13 16,-11 9-13-16,-4 7 9 16,-3 0-8-16,6 15 8 0,7 18 8 15,12 3-1-15,12 4 0 16,22-8-9-16,0-8-3 15,0-1-41-15,9-14 38 16,44 15 1-16,-7-8 14 16,1 1 4-16,-7 14 36 15,-6 2-23-15,-9-2 7 16,3-2-17-16,0-9 6 16,3-4-26-16,-3-4 8 15,6-9-2-15,-9-3-56 16,3 0-70-16,-7 0-151 15,-21 0-199-15</inkml:trace>
  <inkml:trace contextRef="#ctx0" brushRef="#br0" timeOffset="133220.7">19782 5153 676 0,'0'0'119'0,"0"0"21"0,0 0-9 0,0 0-86 0,0 0-27 16,0 0-12-16,62-52 4 16,-9 28-7-16,6-1 12 15,3 10-14-15,-9 2-1 0,-1 10 0 16,-11 3-11-16,-20 0 11 15,-8 0-15-15,-7 20 9 16,-6 12 7-16,0-1-1 16,0 6 8-16,0-10 13 15,0-6-17-15,0-9 1 16,0-4-10-16,0-8-25 16,0 0 17-16,0 12-3 15,28-4 12-15,12-3 8 16,-15 10-10-16,9-3 13 15,-18 0-7-15,-16 0 7 16,0 1 0-16,0 14 32 16,-75-2-18-16,-18 6 17 0,-9 2-34 15,15-13-1-15,6-1-3 16,10-2-7-16,15-6-41 16,10-3 47-16,21-3-224 15,19-1-135-15</inkml:trace>
  <inkml:trace contextRef="#ctx0" brushRef="#br0" timeOffset="133802.65">19531 5735 441 0,'0'0'177'0,"0"0"-96"0,0 0 22 0,0 0-72 16,0 0-28-16,0 0 9 16,-9 31-10-16,9-18-2 15,0 3 6-15,0 12 32 16,0 8 16-16,0 4 21 16,0-8-41-16,0 12 1 15,0-4-16-15,15 4-4 0,-2-3-6 16,15-2-3-1,-3 6 11-15,15-5-15 0,13 0 3 16,9-8 4-16,-4 0-18 16,17-8-21-16,-10-8-60 15,-25 1-116-15,-6-14-72 16</inkml:trace>
  <inkml:trace contextRef="#ctx0" brushRef="#br0" timeOffset="134502.57">20480 6051 492 0,'0'0'283'0,"0"0"-204"0,0 0 46 15,0 0 5-15,0 0-63 16,0 0-40-16,220 33 15 16,-139-33-25-16,-10 0-1 15,10 0-16-15,-13 0-14 0,-9 0-24 16,-6 0-55-16,-26 0-110 15,-14 0-283-15</inkml:trace>
  <inkml:trace contextRef="#ctx0" brushRef="#br0" timeOffset="135302.76">21984 5016 397 0,'0'0'372'0,"0"0"-263"0,0 0 11 0,0 0-40 0,0 0-57 16,0 0 4-16,-16 5-18 16,16 34 12-16,0 14 5 15,16 2 6-15,9 6-4 16,3 8-18-16,-1 3 18 16,-2 0-20-16,-3 0 4 15,-3 0 5-15,-7-8-20 16,-3 1 6-16,10-6-6 15,-19-6 2-15,6-13 1 0,10 4-3 16,-16-12 14 0,0-4-22-16,0-12 22 0,0 0-22 15,0-12 22-15,0-4-20 16,0 0 10-16,0 0-1 16,0 0 0-16,6 0 1 15,6-20-4-15,16-4-2 16,12 0-10-16,-2-4 30 15,2 16-26-15,16 0 21 16,-4 4-13-16,1 8 3 16,0 0-1-16,-7 0-7 15,4 0 5-15,-19 12 0 16,-9 8-5-16,-16 12 2 16,-6 9-2-16,0 3 8 15,-75 20 1-15,-18 0 31 0,-6-9-7 16,-9-6-18-16,21-17 10 15,22-13-9-15,18-19-13 16,26 0 5 0,8 0-19-16,13-7-58 0,0-37-4 15,0-5-176-15,34-6-277 16</inkml:trace>
  <inkml:trace contextRef="#ctx0" brushRef="#br0" timeOffset="136035.19">22830 5068 721 0,'0'0'115'0,"0"0"-27"0,0 0-33 0,0 0-53 16,0 0 33-16,0 0-27 0,155-23 7 15,-108 23-14-15,-1 0 7 16,-12 0-8-16,1 12 0 16,-29 16-2-16,6-4 1 15,-6-8 0-15,-6 0-25 16,16-4 25-16,-10 0-30 15,6 0 31-15,1 0-7 16,-4 0 6-16,-3-4 1 16,13 17 0-16,-13-6 11 15,4 13 3-15,-10 0 26 16,0 12-28-16,-35 4 65 16,-45-7-53-16,12-10 21 15,2-6-19-15,4-9-2 0,16-8-24 16,21-4 8-16,-3-4-17 15,10 0-27-15,-4 0-36 16,10 0-189-16,-10-12-382 16</inkml:trace>
  <inkml:trace contextRef="#ctx0" brushRef="#br0" timeOffset="137099.7">23968 4988 405 0,'0'0'145'0,"0"0"8"0,0 0-54 15,0 0-62-15,0 0-5 16,0 0-17-16,-12 0 33 16,12 0-29-16,6 8 11 15,6 17 4-15,-12 6 36 0,13 18-5 16,-13 3-26-16,0 12 4 15,0 4-33-15,0-3 8 16,0 7-10-16,0-8-11 16,15 0 3-16,4-4 0 15,9 1 0-15,-3-5 0 16,3-1-2-16,6-2 9 16,6-9 0-16,7 0-6 15,11-13 7-15,17 10 0 16,18-8-7-16,22 3 0 15,30-8 3-15,10-5 3 16,13-2 0-16,30-5-13 0,4-1 14 16,18-7-12-16,0 1 19 15,10-9-12-15,24 0-1 16,-3 0 16-16,12-4-4 16,10-20 1-16,0-4 2 15,3 8-16-15,9 7 15 16,10 10-11-16,-7 3 5 15,-21 0-4-15,-41 0-5 16,-43 16-1-16,-25 4-6 16,-15-1-3-16,-10 1-8 15,-12-7 13-15,-9-5-18 16,-4-4 17-16,-14-4-64 16,-14 0 13-16,-27 0-66 15,-25-4-323-15</inkml:trace>
  <inkml:trace contextRef="#ctx0" brushRef="#br0" timeOffset="154967.76">25063 7099 304 0,'0'0'56'0,"0"0"52"0,0 0 0 0,0 0 54 15,0 0-52-15,0 0-7 0,0 0-32 16,0 0-23-16,-13-5 7 15,13 5-20-15,0-4 15 16,0 4-24-16,0 0 11 16,0 0-16-16,0 0 12 15,0 0-22-15,-6 0-1 16,6 0 1-16,0 0-4 16,0 0 11-16,-12 0-17 15,12 0 14-15,-22 0-10 16,-12 0 2-16,15 9-3 15,-21 19 1-15,6 3-5 0,9 5 0 16,3 8 0 0,4-11-7-16,12 14 2 0,6-2 0 15,0-5 4-15,0 4-15 16,12 1 13 0,35-6-6-16,5-3-4 0,1-11 0 15,3-9-8-15,-10-13 19 16,1-3-2-16,-7 0-5 15,13-8 18-15,0-36-2 16,-7-12-3-16,-12-8 9 16,6 0-12-16,-18-4 5 15,-9-1-6-15,-7 5-3 0,-6 8-3 16,0 20 8-16,0 8-8 16,0 8 6-16,-34 16-6 15,0 4-7-15,-4 0 12 16,-17 0-2-16,14 24-5 15,-11 12 7-15,5 12 2 16,1 8-11-16,24 1 21 16,3 7-24-16,7-8 9 15,12-12-3-15,0-8-1 16,0-4-1-16,18 0 5 16,17-8 4-16,5 4-6 15,-6 0 12-15,6 13 8 16,-9-5-12-16,3 3 15 15,-6-3-8-15,6-8 1 16,4-3-10-16,-4-9-1 0,-6-12-12 16,-10-4-13-1,4 0 25-15,3 0-59 0,-10 0 30 16,10 0-18-16,-9 0-35 16,-4 0-29-16,-12 0-150 15,0 0-419-15</inkml:trace>
  <inkml:trace contextRef="#ctx0" brushRef="#br0" timeOffset="156001.21">25680 6653 666 0,'0'0'101'0,"0"0"-85"0,0 0 62 0,0 0-30 0,0 0-47 15,0 0 26-15,0 0 17 16,0 0-3-16,0 0 19 16,0 0 5-16,0 0-36 0,0 0-4 15,18-13-18-15,17-6 2 16,5-6-6-16,19 6 9 16,-13-1-9-16,4 0-2 15,-25 20-1-15,3 0 2 16,-10 0-4-16,-12 0-6 15,4 0 7-15,-10 0-25 16,0 12 26-16,0 20 9 16,0 12-5-16,0 4 2 15,-10-4-1-15,-14-4-10 16,-4-4 10-16,21-12-14 0,-5-4 20 16,12-4-18-16,0-4 12 15,0-4-7-15,0 0 2 16,0 0-1-16,0-3-4 15,0-2-11-15,19-3 11 16,9 0 1-16,-4 0 4 16,11 0 4-16,-1 0 14 15,-6 0-16-15,12-8 5 16,-9-3-7-16,3-2-8 16,0 6 0-16,6-6-24 15,-21 10 1-15,9-5-75 16,-16 8-25-16,4 0-115 15,-16 0-172-15</inkml:trace>
  <inkml:trace contextRef="#ctx0" brushRef="#br0" timeOffset="159699.63">18954 7768 29 0,'0'0'527'0,"0"0"-480"0,0 0 13 15,0 0 18-15,0 0-35 16,0 0-14-16,0 0 27 16,-12 15-11-16,6-10 0 0,-10 7-23 15,16-4 22-15,-6-8-32 16,0 12 5-16,-6 0-2 16,-4 8 28-16,4 0-14 15,-1 4-17-15,7-4 17 16,-3 4-26-16,3 1 9 15,6-5-7-15,0-4-6 16,0 4 4-16,0-4-6 16,6-1 2-16,22 1-13 15,12-8 13-15,-6-8-9 16,-9 0 2-16,9 0 16 16,12 0-7-16,-5-31 2 0,-1-10 7 15,0-3-4 1,-5 0 3-16,-17 13-8 0,-2-5 4 15,-16-5-6-15,0-11 6 16,0 4-10-16,0-1-7 16,0 10 3-16,-28 2-23 15,-6 18 18-15,-1 6 5 16,4 13-2-16,-9 0 6 16,0 0 5-16,6 0 10 15,0 21-3-15,9 10-12 16,-3 5 13-16,9 5-9 15,-9 10 2-15,16 6-1 16,3 4 0-16,9-6 4 0,0 1-9 16,0-12 13-1,0-3-16-15,0-10 17 0,0-11-16 16,15-7 7-16,19-5-2 16,-3-4 2-16,25-4-4 15,3 0 2-15,0 0 4 16,15 0 4-16,-5-25-2 15,-10 5-2-15,-7 1 3 16,-18 11-1-16,-12 4-4 16,-10 4 0-16,-5 0-1 0,5 0-9 15,-3 0 3 1,16 15 7-16,-3 10 2 0,-10 3 5 16,22-1-6-1,-15-6 2-15,3-1-3 0,-4-4 0 16,-11-9 1-16,-1 6-3 15,9-1 8-15,-9-4-14 16,13-3 8-16,9-5-15 16,6 0-113-16,13-29-49 15,-1-19-21-15,-12-4-393 16</inkml:trace>
  <inkml:trace contextRef="#ctx0" brushRef="#br0" timeOffset="160763.73">19665 7086 351 0,'0'0'154'0,"0"0"-56"0,0 0 24 0,0 0-32 16,0 0-26-16,0 0 46 16,0 0-27-16,0 0-19 15,0-8-30-15,0 4-13 16,0-4-5-16,0 8-13 16,0 0 10-16,0 0-10 15,0 0-6-15,31 0 13 16,9 0-11-16,6-5 1 15,-12 2 0-15,13 3-8 0,-19 0-6 16,-10 0 1 0,-8 0-26-16,-10 16 33 0,0 9 6 15,0 6 24-15,0-3-13 16,-28-12 7-16,6 0-13 16,22-12-2-16,0 4-3 15,0-3-12-15,0-5 4 16,0 8-18-16,0-1 26 15,0-2-27-15,22 6 25 16,-4-3 2-16,-8-8 5 16,-4 12-5-16,-6 1 0 15,0-5 16-15,0 20-6 16,0-8 28-16,0-1-26 16,-6 2 1-16,-28-9-13 0,-13-4-3 15,1 4-32-15,-10-8-11 16,25-4-28-16,-9 4-60 15,24-4-121-15</inkml:trace>
  <inkml:trace contextRef="#ctx0" brushRef="#br0" timeOffset="162128.6">17832 7885 173 0,'0'0'197'0,"0"0"-100"0,0 0 6 0,0 0-55 0,0 0 9 16,0 0 2 0,-19 0 14-16,19 0-5 0,0 0 5 15,0 0-3-15,0 0-29 16,0 0 4-16,0 0-33 15,0 0 10-15,0 0-22 16,0 0 18-16,0 0-5 16,0 0 7-16,0 0-2 15,0 0-5-15,0 0 9 16,0 0-18-16,0 0 13 0,0 0-12 16,0 0 6-1,0 0-9-15,0 0 8 0,0 0-3 16,0 0-3-16,0 0 6 15,0 0-7-15,0 0-1 16,0 0 9-16,0 0-22 16,0 0 4-16,7 0-1 15,24 0 8-15,3 0 3 16,6-8 2-16,-6 3 0 16,13-3 8-16,5 4-11 15,17-4 14-15,-17-4-12 16,23 0 0-16,-16-8 2 15,21 8-12-15,-5-9 5 16,-10 10 1-16,-3-1 2 0,-28 7 5 16,3 2-9-16,-21 3 8 15,8-8-8-15,-8 8 8 16,-4-5-12-16,1 5-8 16,-7-7-9-16,16 7-8 15,-10 0-4-15,10-4 3 16,-16 4-43-16,-6 0-64 15,0 0-290-15</inkml:trace>
  <inkml:trace contextRef="#ctx0" brushRef="#br0" timeOffset="169739.57">20765 7788 385 0,'0'0'275'0,"0"0"-247"0,0 0 36 0,0 0-8 15,0 0-5-15,0 0-20 16,0 0 12-16,0 0-23 15,0 0 30-15,0 0-11 16,0 0 19-16,0 0-23 16,0 0-12-16,0 0-3 15,0 0-17-15,0 0 10 16,0 0-13-16,0 0 19 0,0 0-12 16,0 0 11-16,0 0-12 15,0 0 2-15,16 0-8 16,-4 0 2-16,22 0-11 15,-9 0 18-15,31 0-3 16,-10 0-5-16,7-5 9 16,-6-3-3-16,-7 8-7 15,0-7 5-15,-6 3-4 0,-9-4-2 16,3 8-11-16,-28 0 7 16,0 0-39-16,12 0-11 15,-12 0-70-15,0 0-90 16,0 12-160-16</inkml:trace>
  <inkml:trace contextRef="#ctx0" brushRef="#br0" timeOffset="171386.87">21655 7808 188 0,'0'0'185'0,"0"0"-61"0,0 0 21 0,0 0-54 15,0 0-27-15,0 0-44 16,-40 20 7-16,40-16-10 16,-6 4 10-16,-1 1 32 15,1-6-28-15,-3 9 10 16,-3 9-29-16,-1-10 14 15,-9 9-11-15,22 4 9 16,-6-7-19-16,0 2-4 0,6-7-2 16,0 1 2-16,0 2-7 15,0 1 12-15,0 1-14 16,0-1 17-16,0-5-15 16,6 1 6-16,16 1-3 15,3-5-17-15,-4 0-2 16,4-8 5-16,-9 0-8 15,2 0 22-15,-11 0 6 16,14 0-1-16,-2 0-1 16,-4-21 17-16,4-7-12 15,3 0 0-15,2-4-4 16,4-4 3-16,-9-8-9 16,3-12 15-16,3 4-13 15,-4 7 7-15,-15-6-9 0,-6 15 11 16,0-1-7-16,0 1 0 15,0 0-5-15,0 4 2 16,0 8-16-16,0 4 15 16,0 9 3-16,0-2-5 15,0 9 12-15,0 0-4 16,0 4 3-16,0 0 24 16,0 0-14-16,0 0-12 15,0 0-6-15,0 0-9 16,0 0 11-16,-12 4-12 15,-10 16 12-15,4 0-11 0,-4 0 12 16,10 4 2 0,-10 0-1-16,9 4 20 0,1 5-16 15,6 3 22 1,0 4-19-16,6-4 4 0,0 8-9 16,0-4 0-16,0-8 0 15,0 4-4-15,0 5 1 16,0-2 0-16,0 2-1 15,0-5 7-15,0-5-5 16,6-6 9-16,0-9-20 16,6-13-3-16,1-3 6 15,2 0-33-15,-2 0 10 0,-1 0 30 16,16 0 1 0,0 0 9-16,3-8-7 0,-3-3 4 15,-6 3-3 1,-10-1-3-16,7-2 0 0,-4 3 0 15,-2-1 2-15,-7 9 1 16,-6 0-4-16,12 0 6 16,-3 0-12-16,-2 0 4 15,-1 0-2-15,12 0 8 16,-18 0-8-16,22 0 4 16,-22 0-16-16,13 0 2 15,-7 0-11-15,-6 0 9 16,6 0-36-16,3 0-43 0,10 0-56 15,-13-3-216 1</inkml:trace>
  <inkml:trace contextRef="#ctx0" brushRef="#br0" timeOffset="172387.27">22210 6989 283 0,'0'0'216'0,"0"0"-121"0,0 0-34 16,0 0-22-16,0 0-14 16,0 0-2-16,0 0 15 15,0 0-26-15,0 0 19 16,0 0-30-16,6 0 17 15,7 0-16-15,-4 0-4 16,-3 0 2-16,0 13 0 0,1 10 9 16,-7 6 11-16,0-1 10 15,0 0-15-15,0-8 13 16,0 8-19-16,0-12 34 16,0-8-17-16,0 4 4 15,0-4-17-15,0-3-6 16,0-5-7-16,0 0-10 15,6 0 4-15,16 0 6 16,-4 0 7-16,16 0 15 16,-15 0 2-16,15 0-5 15,-12 0-13-15,-4 0-2 16,10 0-2-16,-15 0-2 16,-7 0 7-16,0 0-14 15,3 0 2-15,4 0 1 0,-7 0-25 16,-6 0-24-16,6 0-17 15,-6 0-96-15,0 0-110 16</inkml:trace>
  <inkml:trace contextRef="#ctx0" brushRef="#br0" timeOffset="173568.93">22650 7106 484 0,'0'0'53'0,"0"0"-33"0,0 0 44 0,0 0-10 15,0 0-35-15,0 0 17 16,-34 4 34-16,28 13-27 15,-6-2 46-15,6 1-32 16,-7 8-7-16,4 1-35 16,3 6 20-16,-1 2-12 15,7 6-3-15,0 2-3 16,0-5-7-16,0 4 1 0,0 4-7 16,0-4-2-1,0 5 10-15,0-6-19 0,0 2 15 16,0 3-7-16,0 0 4 15,0-12 4-15,0 8 3 16,0-16-11-16,0 5 4 16,0-14 1-16,0-7-9 15,0 5 11-15,0-6-10 16,0-3 4-16,0 4-2 16,0-4 3-16,0 4-2 15,0 0 3-15,0-4 8 16,0-4-23-16,0 0 23 15,0 0-20-15,0 0 11 0,0 0-3 16,0 0 0 0,0 0-12-16,0-12 6 0,0-12 6 15,7-8-3-15,14-8 11 16,4 8-16-16,9-12 5 16,0 3-6-16,19 5-29 15,-13 8 9-15,-5 12 11 16,-1 8-4-16,-16 8 19 15,16 0-5-15,0 0 2 16,7 0 12-16,-16 0-15 16,9 0 9-16,-16 0 0 15,-2 5-5-15,-10 3 0 0,-6 8-1 16,0-4 12-16,0 7 12 16,0 6-6-16,0-1 19 15,-22 4-23-15,-15-5 19 16,-25 10-6-16,3-1 10 15,-9 0-6-15,-7-8-14 16,10 4 11-16,19-12-20 16,-1 1-4-16,7-9 0 15,6-8-20-15,0 7-78 16,9-7-101-16,3 0-469 16</inkml:trace>
  <inkml:trace contextRef="#ctx0" brushRef="#br0" timeOffset="175168.14">19996 7832 168 0,'0'0'0'0,"0"0"0"0,0 0 22 0,0 0-20 16,0 0 18-16,0 0 74 15,0 0 16-15,0 0 22 16,0 0-64-16,0 0 16 16,0 0-6-16,0 0-14 15,0 0-6-15,0 0-19 0,0 0-8 16,0 0-8 0,0 0 21-16,0 0-12 0,0 0 13 15,0 0-15-15,0 0 4 16,0 0-19-16,0 0 4 15,0 0-1-15,0 0-11 16,0 0 9-16,0 0-14 16,0 0 10-16,0 0-4 15,0 0-16-15,0 0 6 16,0 0 0-16,34 0 2 16,7 0 7-16,-1 0 1 15,13 0-7-15,-7 0 6 16,10 0-4-16,-25 0-6 15,19 0-13-15,-26 0-3 16,4 0-18-16,-21 0-6 0,-7 0-34 16,0-12-80-16,0 8-221 15</inkml:trace>
  <inkml:trace contextRef="#ctx0" brushRef="#br0" timeOffset="176051.51">20908 7194 501 0,'0'0'68'0,"0"0"22"0,0 0-12 16,0 0-25-16,0 0-30 16,0 0-6-16,-96 64 12 15,77-43 5-15,-9 7 63 16,-3 0 5-16,-3 4-29 15,0 0-41-15,15 4-1 16,4 0-21-16,-4 8 2 0,13 0 4 16,6 5-3-1,0 2-1-15,0 14-6 0,0-6-6 16,0-2 7-16,0-1-10 16,0-3 9-16,6-1-12 15,13-1 6-15,-4 1 0 16,-8 1-2-16,-7-1-1 15,6 0 2-15,0-4-17 16,6 4 3-16,10-16-35 16,18-8 1-16,13-20-94 15,0-8-152-15,0 0-282 16</inkml:trace>
  <inkml:trace contextRef="#ctx0" brushRef="#br0" timeOffset="176933.64">23199 7058 214 0,'0'0'268'0,"0"0"-238"0,0 0 97 0,0 0-25 16,0 0-26-16,0 0-25 15,100 52-4-15,-73-32-39 16,-14 0 12-16,9 1-14 16,-10 2 23-16,-6 10-12 0,-6 11-4 15,6 3 10 1,4 10 3-16,-10-5 15 0,18 4-28 16,-18 0 14-1,0 0-24-15,0 16 20 0,0 5-20 16,-34-1 4-16,-12-11-7 15,12-1 4-15,-7-12-13 16,16-16 5-16,10-8 1 16,-4-12-47-16,13-9-35 15,-16-7-141-15,4 0-260 16</inkml:trace>
  <inkml:trace contextRef="#ctx0" brushRef="#br0" timeOffset="178281.13">18254 8630 309 0,'0'0'25'0,"0"0"-24"0,0 0 77 0,0 0-1 0,0 0-5 16,0 0 32-16,-115 8-8 15,96-4-39-15,4 0 13 16,9-4 2-16,-1 0-4 16,1 0-9-16,-6 0-21 15,3 0-9-15,2 0-21 16,1 0 18-16,6 0-24 15,0 0 18-15,0 0-12 16,0 0 7-16,0 0-7 0,0 0-7 16,0 0-2-16,0 4 2 15,22 9-5-15,55 2 8 16,4 1-5-16,34-3 7 16,-10 2 2-16,10-7-4 15,12 0-1-15,6-3 10 16,7-2-10-16,9-3 14 15,-10 0-11-15,22 8-4 16,-9-4 6-16,-3 4-12 16,-9-3 8-16,-1-5-4 15,16 0 0-15,-9 0-11 16,15 0 4-16,-27 0 14 16,8 0-12-16,-24 0 16 0,9 0-22 15,-6 0 8-15,0 0 2 16,-6 3-5-16,-4 2 6 15,-18-2-1-15,16-3 3 16,-4 0-4-16,-2 0 13 16,8 0-18-16,4 0 19 15,-22 5-20-15,16-2 9 16,-16 6-2-16,0-1-1 16,0 3 2-16,9-6-4 15,-9 3 12-15,0-4-12 16,6-4 15-16,-6 3-17 15,3-3 10-15,-3 0-4 0,-12 5 0 16,0-2 2 0,-16-3-5-16,-13 5 6 15,4-5-7-15,-9 3 14 0,-16-3-20 16,-10 5 20-16,-2-5-17 16,-10 0 7-16,-2 4 0 15,-7-4 0-15,0 0 3 16,0 0-6-16,0 0-3 15,0 0 1-15,0 0-40 16,0 0-32-16,-28-25-229 16</inkml:trace>
  <inkml:trace contextRef="#ctx0" brushRef="#br0" timeOffset="179646.79">18120 8381 204 0,'0'0'141'0,"0"0"-122"0,0 0 49 0,0 0-24 0,0 0-15 0,0 0-9 16,-6 0 38-16,6 0-6 16,0 0 28-16,0 5-9 15,0-5-33-15,0 0-2 16,0 0-21-16,0 0 17 15,0 0-31-15,0 0 23 16,31 0-13-16,3 0 18 16,19-21-7-16,3-2 3 15,9-10 6-15,16 2-21 16,-1-10 25-16,1 1-23 16,6-8 14-16,-1 0-21 0,7-13 9 15,0 1-10-15,7-12-4 16,8 4 2-16,-15-4-1 15,22 7-2-15,-22 13 8 16,-6 4-12-16,-7 1 14 16,13-2-12-16,-6 1 6 15,0-8-6-15,-6 7 0 16,-13 5 3-16,-15 13-2 16,-13 10 4-16,-21 9-6 15,-13 4 1-15,9 8-3 16,-9 0 5-16,-6 0-15 15,0 0-73-15,0 0-22 16,0 0-29-16,0 0-77 16</inkml:trace>
  <inkml:trace contextRef="#ctx0" brushRef="#br0" timeOffset="181078.99">18393 6734 231 0,'0'0'265'0,"0"0"-210"0,0 0-30 0,0 0 11 16,0 0-29-16,0 0 21 16,0 0 16-16,0 0 12 15,0 0 8-15,0 0-10 16,0 0 4-16,0 0-58 15,6-25 13-15,35-3-9 16,5-13 0-16,7 2-3 16,3-5 3-16,-4 0 3 15,1-4 11-15,0-9 11 16,21 5-19-16,1-8 21 0,-1-5-19 16,-3-2 14-16,10 3-23 15,0 3 11-15,12-3-4 16,0 0 6-1,3-4-3-15,-9 7-9 0,-16 6 6 16,3 2-7-16,-5-3 2 16,-4 4 0-16,-3-4-9 15,-3 7 4-15,-13 13-1 16,-12 0-3-16,13 17 8 16,-19-1-12-16,-3-5 16 15,-4 14-14-15,-15-5 17 16,19 3-10-16,-3-7-1 15,-10 8 0-15,29-7 0 0,-7 2 1 16,0-2-1 0,-3-2 4-16,3 1-13 0,-6-12 18 15,-10 20-11-15,-2 0 5 16,-16 4-1-16,0 8 4 16,0 0 10-16,0 0 2 15,0 0-13-15,0 0-5 16,0 0 8-16,0 0 0 15,0 0-4-15,0 0 3 16,0 0-2-16,0 0 14 16,0 0-13-16,0 0 3 15,0 0-9-15,0 0 3 0,0 0-10 16,0 0 8 0,0 0-10-16,0 0 18 0,0 0-5 15,0 0 0-15,0 0 0 16,0 0-1-16,0 0-2 15,0 0 3-15,0 0 10 16,0 0-28-16,0 0 15 16,0 0-6-16,0 0-7 15,0 0-28-15,0 0-59 16,0 0-141-16,-16 0-428 16</inkml:trace>
  <inkml:trace contextRef="#ctx0" brushRef="#br0" timeOffset="184459.58">20164 9938 355 0,'0'0'154'0,"0"0"-139"0,0 0 6 0,0 0 23 16,0 0-15-16,0 0 28 16,0 0 2-16,-31 48-2 15,21-32 40-15,10-1-28 0,-12 1-18 16,12 1-29 0,0-6 11-16,0 6-19 15,0-5-11-15,0 4-3 16,0-8 0-16,0 8-3 0,12-4 6 15,16 0-12-15,0-12 19 16,3 0-19-16,-3 0 9 16,12 0-2-16,1 0-3 15,-7-24 5-15,12-16 3 16,-5-17 12-16,-10 2 21 16,-3-1-23-16,-7-5 13 15,-8 1-26-15,-1-4 0 16,4 8-4-16,-4 4 1 15,-12 8-3-15,0 11-5 16,0 13 11-16,0 12-3 0,0 8 1 16,-22 0 4-1,-30 0 5-15,11 13-3 0,-5 23-8 16,-7 3 4-16,7 14 0 16,5 7-4-16,1 8 10 15,12-3 4-15,9-9-5 16,19-1 19-16,0-10-23 15,0-9 9-15,0-4-6 16,0-8-3-16,25 0 7 16,3 0-7-16,12-4-1 0,1-8 7 15,-1 4-4 1,7-3 3-16,-13-2-6 0,-3 6 0 16,9-6 0-16,-6 14 0 15,6-5 6-15,-12 7-3 16,-3 6-2-16,3 3 3 15,-9 0-1-15,2-5-5 16,-8-10 2-16,2-5 0 16,-2-8-19-16,11-4-18 15,4-4 20-15,19 0-20 16,-1-12-37-16,-5-33-159 16,5-14-477-16</inkml:trace>
  <inkml:trace contextRef="#ctx0" brushRef="#br0" timeOffset="185459.54">20759 9275 301 0,'0'0'286'0,"0"0"-252"0,0 0 53 15,0 0-42-15,0 0-37 0,0 0 29 16,0 0 34-16,-19 8 40 15,19-8-31-15,0 0 10 16,0 0-51-16,0 0-13 16,0 0-26-16,0 0-4 15,0 0-10-15,0 0 14 16,19 0-5-16,9 0 14 16,6 0-10-16,-3 0 4 15,9 0 5-15,-6 0-8 16,-6 0-1-16,-9 0-5 15,-13 25-10-15,-6 11 11 16,0 8 10-16,0 4-2 0,0 1 4 16,0 6-14-16,-25-7 10 15,-3 1-5-15,10-10 2 16,-4-3-2-16,10-6 1 16,12-11 1-16,0-2-8 15,0-14 11-15,0-3-7 16,0 0 8-16,34 0-4 15,12 0 5-15,1 0-2 16,-1-12 2-16,1 0-2 16,-1-3-2-16,-18 6 9 15,3-3-20-15,-15 3-3 16,-10 1-21-16,6 8-76 16,-12 0-85-16,0 0-112 0</inkml:trace>
  <inkml:trace contextRef="#ctx0" brushRef="#br0" timeOffset="186341.49">21522 9119 348 0,'0'0'299'0,"0"0"-194"0,0 0 2 0,0 0 28 15,0 0-86-15,0 0 7 16,0 177-29-16,0-129-7 16,0 8 3-16,0-4-2 15,0 4 8-15,0 9-13 16,12-6 10-16,-6-2-20 16,16-1 16-16,-3 5-21 15,-13-9 9-15,9-13-10 16,-8 2 2-16,-7-5-2 15,0-16 5-15,0-12-11 16,0 4 12-16,6-12-17 0,-6 0 6 16,0 0 3-16,0 0-12 15,12-12 10-15,-2-12-9 16,-4-1 13-16,6-3 6 16,1 0-2-16,21 4-2 15,-13 1 7-15,20-2-18 16,-10 6 11-16,9 2-7 15,7 9-2-15,-20-4 3 16,20 12 1-16,-13 0-1 16,6 0-3-16,-6 0 11 15,-9 0-12-15,3 20 16 0,-3 0-12 16,3 4 5 0,-6-4-1-16,-10 0 0 0,-12 1 0 15,0-1 1-15,0 11-1 16,-12 10 31-16,-63 6-20 15,-12 2 8 1,1-1-1-16,-1-7 9 0,25-13-17 16,15-12 3-16,7-5 1 15,27-11-14-15,7 0-3 16,6 0-37-16,0 0 10 16,0-4-73-16,0-19-246 15</inkml:trace>
  <inkml:trace contextRef="#ctx0" brushRef="#br0" timeOffset="194292.53">22731 9953 556 0,'0'0'227'0,"0"0"-158"0,0 0 46 0,0 0-47 15,0 0-36-15,0 0 24 16,0 0-25-16,-12 5-1 16,12-2 21-16,0-3-13 15,0 0 27-15,0 0-50 16,0 0 12-16,0 0-25 16,46 0 11-16,19 0-1 0,16 0 0 15,21 0-7 1,-3 0 4-16,1 0-18 0,-4 0-1 15,-19-3 6 1,-2-5-27-16,-29-4-6 16,-24 12-28-16,-22 0-33 0,0 0-260 15</inkml:trace>
  <inkml:trace contextRef="#ctx0" brushRef="#br0" timeOffset="195517.72">23854 9103 284 0,'0'0'424'0,"0"0"-348"0,0 0 8 0,0 0 18 0,0 0-71 15,0 0 16-15,-13 25-1 16,13-9 0-16,0 7-20 16,0 2-5-16,0 2 3 15,0 6-12-15,0 11 11 16,0 0-13-16,19-4 17 16,9 12-25-16,-7-8 11 15,4 9-6-15,-3-9-3 16,-10-8 0-16,-6 0 2 15,16 0-6-15,-22 0 6 16,6 0-6-16,-6 0 3 16,0 4 2-16,0 0 1 15,0 0-9-15,0-11 3 0,0-6 0 16,0 2-2 0,7-9 6-16,-7-4-7 0,0-9 10 15,0-3-14-15,0 0 5 16,0 0-1-16,6 0 2 15,-6 0-6-15,6 0 6 16,0 0-11-16,28-15 7 16,7-9 10-16,11-1-2 15,4 5 0-15,-3 1-6 16,-13 2-10-16,0 17 11 16,7 0-6-16,-13 0-4 15,13 0 4-15,-16 0 3 0,-4 0 2 16,14 17-1-1,-13 2 1-15,-22 1 6 16,13 1-3-16,-19 7 1 0,0-5 7 16,0 18 9-16,-41-1 12 15,-18 8-13-15,-15-12-3 16,-1-4 17-16,-11-11-28 16,21-10 8-16,-4-3-10 15,-2-8 0-15,-3 0-27 16,12 0-26-16,9 0 3 15,19 0-68-15,28 0-341 16</inkml:trace>
  <inkml:trace contextRef="#ctx0" brushRef="#br0" timeOffset="196587.9">24396 8943 555 0,'0'0'252'0,"0"0"-233"16,0 0 11-16,0 0 21 16,0 0-15-16,0 0-12 0,254-8 8 15,-195 8-23-15,-6 0 5 16,-3 0-10-16,-19 0 1 15,-16 0-4-15,-9 8 2 16,1 16 8-16,-7 4 21 16,0 0 7-16,0 0-33 15,0-8-6-15,0-8-8 16,0-3-31-16,0-6-19 16,12-3-44-16,16 0 34 0,0 5 43 15,3 3 17 1,-3-1-7-16,-16 1 15 15,4 0-3-15,-16 0 3 0,0 4 43 16,0 9 73-16,-50 7-34 16,-15 3-16-16,-22 10-19 15,0-2-11-15,7-6-6 16,21-9-30-16,18-12 0 16,13-12-87-16,28 0-241 15</inkml:trace>
  <inkml:trace contextRef="#ctx0" brushRef="#br0" timeOffset="210570.86">26641 7118 189 0,'0'0'5'0,"0"0"19"0,0 0 41 0,0 0-26 0,0 0-9 15,0 0 55-15,0 0 6 16,0 0 19-16,0 0 18 15,0 0-15-15,0 0-8 16,0 0-46-16,0 0 14 16,0 0-53-16,0 0 5 15,0 0-18-15,0 0 11 16,0 0-9-16,0 0 7 16,0 0 8-16,0 0-6 15,0 0 17-15,0 0-14 16,0 0 2-16,0 0-19 15,0 0 17-15,0 0-20 0,0 0 2 16,0 0-3-16,0 0-9 16,0 9 5-16,0-6-13 15,0 17 13-15,0 12 3 16,0 1-2-16,0 18 6 16,0-2 10-16,0 3-10 15,0 4-1-15,0-8-2 16,0 4 0-16,0-8-2 15,0-8-10-15,0-11 12 16,0-2-30-16,0-7 5 16,0-3-30-16,0-5-15 15,0-4-73-15,0-4-72 16,0 0-96-16</inkml:trace>
  <inkml:trace contextRef="#ctx0" brushRef="#br0" timeOffset="211037.87">26340 7443 677 0,'0'0'131'0,"0"0"-63"0,0 0 23 15,0 0-32-15,0 0 14 0,0 0-34 16,168-4-5 0,-116 0-26-16,4 0 6 0,-9 0-11 15,-1 0 1-15,-5-1-4 16,-1-2-5-16,-9-5-12 15,18 3-24-15,-17-2-46 16,-5-1-48-16,1-1-147 16</inkml:trace>
  <inkml:trace contextRef="#ctx0" brushRef="#br0" timeOffset="-214462.21">27739 7492 579 0,'0'0'60'0,"0"0"16"0,0 0-14 0,0 0-23 16,0 0 11-16,0 0 13 15,-121 0-51-15,115 0 23 16,-10 3-4-16,-3 13 26 0,1 8-8 15,-4 5-7 1,10-6-24-16,-4 1-3 0,16-7-10 16,0-1 0-16,0-1-5 15,0 6 9-15,0-9-18 16,0 7 4-16,34-10 5 16,7-5 0-16,5-4 0 15,1 0-5-15,21 0 8 16,-15 0-8-16,9-21 10 15,-10-7-8-15,-11-8 17 16,-7 0-13-16,-3-3 0 16,-10-10-2-16,-14 1-4 15,-1-4-3-15,-6 0-9 16,0 4 3-16,0 12 3 0,-28 8-30 16,-3 15 37-16,9 13 8 15,-12 0 6-15,-6 0 0 16,-7 13-6-16,-5 18 5 15,5 14-5-15,7-9 11 16,6 0-13-16,34 0 9 16,0 8 1-16,0 0-14 15,0-3 8-15,0-10-8 16,0 2 2-16,40-14 0 16,-6-7-2-16,19-4 6 15,-7-3-10-15,10-5 14 16,-9 0-13-16,5 0 6 15,-11-21-2-15,5-2-6 16,-12 10 7-16,0 13 0 16,-9 0-9-16,-12 0 4 0,8 5-13 15,-8 22 9-15,8 6 18 16,-8-2 5-16,15 2-13 16,-16-2 0-16,16-6-1 15,-3-5 1-15,3-8-2 16,-10-4 8-16,4-8-18 15,3 0 6-15,9 0-13 16,6-20-82-16,7-32-9 16,5-13-129-16,-2-2-424 15</inkml:trace>
  <inkml:trace contextRef="#ctx0" brushRef="#br0" timeOffset="-213461.48">28446 6778 407 0,'0'0'189'0,"0"0"-35"0,0 0-25 0,0 0-55 15,0 0-17-15,0 0-27 16,-13 3 2-16,13 25-15 0,0 13 34 15,0 6-23 1,13 6-5-16,2-1 9 16,-2 4-20-16,5-8 8 0,4-4-19 15,3-4 7-15,-4-3 3 16,-2 7-19-16,-4-5 14 16,-2-3-6-16,-13 0 0 15,6-7 3-15,-6-13-8 16,0-8 9-16,0 0-9 15,0-8 10-15,0 0-8 16,0 0 3-16,6 0-1 16,0 0-9-16,4 0-9 15,8 0 5-15,10 0-5 0,25-16 18 16,15 0 2-16,-9 0 6 16,-6 3 3-16,0 6-20 15,-7 3 10-15,10 0-1 16,-3 0-1-16,-13 4-8 15,13 0-2-15,-13 0-5 16,-12 0 14-16,-10 0 3 16,-11 16 0-16,-7 8 2 15,0 12 26-15,0 4-9 16,-7-4 14-16,-39 0-1 16,-7-4-7-16,-21-7 11 15,-7-10-28-15,-6 1 23 16,-6-4-27-16,13-4-3 0,-1 0-1 15,22 0-6 1,0 9-31-16,-3 7-47 0,3 7-36 16,-3-3-334-16</inkml:trace>
  <inkml:trace contextRef="#ctx0" brushRef="#br0" timeOffset="-206952.78">20058 11569 626 0,'0'0'38'0,"0"0"8"0,0 0 36 0,0 0-31 16,0 0-50-16,0 0 9 0,0 0-7 15,-12 33 1 1,12-25 6-16,-9 0 12 0,9 4 19 16,0 0-22-16,0 0 15 15,0 0-15-15,0 4 1 16,-7 0-13-16,7 4 1 16,0 0 10-16,0 4-15 15,0 1 9-15,0 6-10 16,0-6 16-16,16-1-14 15,-4-4 11-15,13-4-10 16,3-4-5-16,12-4 4 16,-6-5-1-16,19-3 4 0,-6 0-5 15,5 0 7-15,4-28-8 16,-3-11 8-16,-7-5-4 16,1-9-3-1,-13 1 0-15,6 0 3 0,-21 8-1 16,9-9-2-16,-10 6-4 15,-11-6-10-15,-7 6 7 16,0 6-34-16,0 18 18 16,0 10-16-16,-31 13 25 15,-16 0 12-15,-15 16 0 16,-3 28 0-16,-3 12 0 16,3 8-2-16,15-12 9 15,19 9-12-15,3-17 12 16,28 0-7-16,0 0 2 15,0-8 4-15,0-8 8 0,19-3-1 16,21-17-8-16,22-8 1 16,3 0-12-16,3 0 8 15,1 0-9-15,-17 0 14 16,1 0-6-16,0 0 7 16,-13 3 7-16,-6 17-3 15,-15 5-12-15,9-1 1 16,-16 7 4-16,-12 2-8 15,16 15 5-15,-16-4-4 16,6-3-28-16,-6-10-37 16,12-18-63-16,10-13-165 15</inkml:trace>
  <inkml:trace contextRef="#ctx0" brushRef="#br0" timeOffset="-206168.77">20852 10957 387 0,'0'0'154'0,"0"0"-82"0,0 0 12 0,0 0-27 0,0 0-8 16,0 0 28-16,40-5-25 16,-12-3-26-16,6 8-24 15,-15 0 20-15,3 0-18 16,-4 0 8-16,-11 0-3 15,8 0 0-15,-9 8 1 0,0 20-1 16,-6 13 9-16,0 11-18 16,0-1-2-16,0 14-30 15,0-1-6-15,0-8 7 16,-6-12 27-16,6-8 4 16,0-20 0-16,0-7 8 15,0-9-6-15,41 0 8 16,5 0-6-16,7-25 2 15,-1-6-1-15,-5 10-5 16,-7 9 2-16,-6 1 14 0,-6 6-3 16,-22 5-8-1,1-8-5-15,5 8-2 0,-12-8-27 16,0 4-151-16,0-7-137 16</inkml:trace>
  <inkml:trace contextRef="#ctx0" brushRef="#br0" timeOffset="-205304.2">21528 10876 244 0,'0'0'418'0,"0"0"-365"0,0 0-7 0,0 0 39 0,0 0-31 16,0 0 7-16,68 48-31 15,-49-4 7-15,-19 9-10 16,22 7-6-16,-22 4 23 15,0-5-21-15,0-2 13 16,0-1-20-16,0 5 18 16,0-6-17-16,0 1-3 15,0-3-9-15,6 2-4 16,0-2-2-16,-6-5 5 16,0 0-10-16,0-7 16 15,0-10-18-15,0-3 16 16,0-7-4-16,0-9-4 15,0-4 7-15,0-5-1 0,0-3-5 16,0 0-1-16,0 0 11 16,0 0-12-16,0-11 7 15,0-17-12-15,0-5 10 16,0 2-4-16,0 6 0 16,12 1 0-16,16 4-2 15,-3 0 6-15,15 4-14 16,7 0 20-16,9 4-14 15,-4 4 5-15,1 4-1 16,-6 4 1-16,-13 0-1 16,-6 0 0-16,-10 0-8 15,-12 0 3-15,10 0 10 0,-10 12-10 16,-6 8 10-16,0 4-10 16,0 16 10-16,0 9-4 15,-40-1 8-15,-7-1-1 16,1-3 21-16,-10-8-21 15,3-8 19-15,-6-7-24 16,-9-13-6-16,3-8-37 16,-3 0-1-16,28 0-17 15,5 0-49-15,17 0-159 16,-16 0-344-16</inkml:trace>
  <inkml:trace contextRef="#ctx0" brushRef="#br0" timeOffset="-204255.69">19023 11610 6 0,'0'0'492'0,"0"0"-442"16,0 0 13-16,0 0 33 15,0 0-41-15,0 0-29 16,-22 0 10-16,22 0 2 0,0 0 47 16,0 0-15-16,-6 0 28 15,6 0-62-15,0 0-5 16,0 0-25-16,0 0-3 16,0 4 2-16,46-4 10 15,1 0 19-15,21 0-25 16,-9 0 9-16,22 0-11 15,5 0 0-15,1 0-3 16,-6 0 2-16,-22 0-6 16,-3 0 5-16,-25 0-10 0,-10 0 17 15,-15 0-21-15,1 0 9 16,-7 0-2-16,0 0-34 16,0 0 2-16,0 0-44 15,0 0-60-15,0 0-165 16</inkml:trace>
  <inkml:trace contextRef="#ctx0" brushRef="#br0" timeOffset="-196360.31">23227 11787 322 0,'0'0'103'0,"0"0"40"0,0 0-7 0,0 0-52 0,0 0-55 16,0 0 34-1,0 0-20-15,0 0 0 0,0 0-26 16,0 0 28-16,0 0-13 16,0 0 32-16,0 0-26 15,0 0-16-15,0 0 1 16,0 0-5-16,0 0 8 16,0 0-12-16,0 0 8 15,0 0-22-15,6 0 16 16,7 0-6-16,21 0 5 15,6 0-6-15,13 0-5 16,6 0 5-16,9 0-8 16,13 0 12-16,-7-8-9 15,-3 3 1-15,-9 2-1 0,-15-6-2 16,-22 5-1-16,3 0-1 16,-22 4-2-16,-6-3-26 15,0 3 3 1,0-5-30-16,0 5-5 0,0 0-80 15,0 0-266-15</inkml:trace>
  <inkml:trace contextRef="#ctx0" brushRef="#br0" timeOffset="-190650.01">24824 11594 411 0,'0'0'94'0,"0"0"-54"0,0 0 75 0,0 0-23 16,0 0-29-16,0 0 6 0,-121 48 7 15,103-40-6-15,-10 0-16 16,6 5 13-16,-3-2-35 15,-3 5-2-15,10 8-14 16,-4 5-1-16,3-1-5 16,13 3-6-16,6-6-1 15,0-1 3-15,0-1-7 16,0-2 11-16,0-1-15 16,31 0 11-16,3-9-6 15,34 2 0-15,-15-9-2 16,0-4 2-16,9 0-8 0,-22 0 1 15,7-20 7 1,-13-24-4-16,-3-12 5 0,-3-8-3 16,0-1-2-16,-4 9-2 15,-11-5-24-15,-13 14 3 16,0 11 12-16,0 8-20 16,0 15 32-16,-31 10 6 15,-10 3 0-15,-11 0 4 16,-4 0 13-16,3 19-15 15,7 14 3-15,12-2-8 16,0 10 4-16,27-8-8 16,7 6 7-16,0-6-11 0,0-5 13 15,0-1-8-15,7-7 3 16,33-8-3-16,6-8-3 16,10-4-4-16,9 0-3 15,3 0-9-15,4 0 15 16,-10 0 12-16,-3 0-19 15,-25 0 14-15,12 4-13 16,-18 29 11-16,6-6 2 16,-15 1 2-16,9 5 0 15,-10-9 8-15,10-9-8 16,-9-10-2-16,3-5-11 16,-10 0-43-16,16 0-145 15,-3-13-28-15,-19-18-391 16</inkml:trace>
  <inkml:trace contextRef="#ctx0" brushRef="#br0" timeOffset="-189649.96">25627 10892 219 0,'0'0'17'0,"0"0"13"0,0 0 136 0,0 0 14 16,0 0 0-16,0 0 0 16,-22 16-73-16,22 0-30 0,0 9-42 15,0-2 3 1,0 17-30-16,0 5 17 0,0 7-17 16,0 7 12-16,22 2 1 15,-9 3-10-15,-1 1 6 16,0-1-11-16,-12 0-3 15,22-4-1-15,-16-4-2 16,0-4 5-16,-6-8-5 16,0-4-1-16,7-16 1 15,-7 1-1-15,0-18 8 16,0-7-13-16,0 0 10 16,0 0-8-16,0 0-3 15,0 0 6-15,0 0 1 16,9 0-12-16,-9 0 10 15,19 0 1-15,-7-12-8 0,28-8 18 16,-6-4-13-16,19 8 4 16,-6-8-1-16,15 12 0 15,-16 0 1-15,13 9-9 16,-3 3-3-16,-10 0 4 16,-15 0-6-16,-3 0 12 15,-15 0-2-15,-13 0 4 16,0 19 4-16,0 13 9 15,0 4 4-15,-41 4 5 16,-5 5 0-16,-13-1-22 16,-28 0 24-16,13-8-21 15,15-8 0-15,-3-4-3 0,15-8-3 16,29-16-16-16,-4 0-28 16,16 0-26-16,6-28-84 15,0-8-306-15</inkml:trace>
  <inkml:trace contextRef="#ctx0" brushRef="#br0" timeOffset="-188851.14">26300 10780 137 0,'0'0'276'0,"0"0"-188"0,0 0 37 0,0 0-9 0,0 0-50 16,0 0-17-16,174 0 16 15,-153 0-20-15,-8 0-16 16,8 3-12-16,-14 6 6 16,-7 3-7-16,0 3-2 15,0 18-12-15,0 11 1 16,0 9-3-16,-16 2-9 15,-9 1 6-15,4-15 3 16,8-10 9-16,13-15-9 0,0-3 0 16,0-13 0-1,0 0-2-15,41 0-29 0,-1-4 28 16,25-29-2-16,-3 5 5 16,-16-8-1-16,13-3-12 15,3 11 2-15,-21 3-32 16,-16 14-16-16,-19 11-43 15,-6 0-50-15,0 0-155 16</inkml:trace>
  <inkml:trace contextRef="#ctx0" brushRef="#br0" timeOffset="-185271.73">22210 11890 528 0,'0'0'217'0,"0"0"-180"0,0 0 31 0,0 0-3 0,0 0-50 15,0 0 6-15,0 0 4 16,0 0 17-16,0 0 13 16,0 0 31-16,0 0-42 15,0 0-7-15,0 0-18 16,0 0-7-16,6 0 7 15,28 0-12-15,7 0 14 0,5 0-18 16,-5 0 11-16,11 0-9 16,-11 0-10-16,-7 0 4 15,-9 0-19-15,-10-8-13 16,-3 0-25-16,1 1-38 16,-4 7-147-16,-9 0-189 15</inkml:trace>
  <inkml:trace contextRef="#ctx0" brushRef="#br0" timeOffset="-184704.2">23193 12147 43 0,'0'0'561'0,"0"0"-552"0,0 0 50 0,0 0 61 16,0 0-70-16,0 0 38 16,-220-112 17-16,180 67-10 0,12-14-53 15,9-10-7-15,19-19-8 16,0-12-25-16,0 4-4 15,25-1-15-15,37 13 7 16,3 12-13-16,-3 20-38 16,-15 4-91-16,-23 20-227 15</inkml:trace>
  <inkml:trace contextRef="#ctx0" brushRef="#br0" timeOffset="-183839.45">27270 10847 300 0,'0'0'232'0,"0"0"-137"0,0 0 53 0,0 0-23 15,0 0-38-15,0 0-21 16,295 213-2-16,-276-149-37 16,-13 21 7-16,-6 7 11 15,0 12 13-15,-59 21-22 0,-34 7-16 16,0 8-9-1,-3-11-8-15,9-17-3 0,16-16-31 16,9-27-33 0,3-30-127-16,-3-19-391 0</inkml:trace>
  <inkml:trace contextRef="#ctx0" brushRef="#br0" timeOffset="-182735.5">20471 10318 591 0,'0'0'91'0,"0"0"-82"0,0 0 61 15,0 0-45-15,0 0-25 16,0 0 2-16,-47 28-7 15,47-28-9-15,0 8 14 16,-6-3 45-16,-6 10 57 16,-10-7-34-16,9 0-30 15,1 1 22-15,6-1-29 0,0-8-8 16,-4 8-23-16,4-8 1 16,6 3 12-16,-6 2-3 15,6-5 15-15,0 0-3 16,0 0 6-16,0 0-21 15,0 0 6-15,0 0-9 16,0 0-7-16,59-41 3 16,37-15 0-16,31-19 1 15,31-22 0-15,25-15 10 16,9-5-8-16,22-2 22 16,-6-6-19-16,-6 12 4 15,-38 13-10-15,-15 20-9 16,-56 24-35-16,-25 24-25 15,-56 28-36-15,-12 4-109 16,-6 20-18-16</inkml:trace>
  <inkml:trace contextRef="#ctx0" brushRef="#br0" timeOffset="-181835.67">19782 12476 345 0,'0'0'232'0,"0"0"-148"0,0 0 16 0,0 0-31 15,0 0-47-15,0 0 40 0,87-19 5 16,0-26-31-16,15-12 33 16,25-10-6-1,19-18-11-15,22-10-26 0,18-18 19 16,15 8-18-16,-27 2 1 16,-1 6-18-16,-30 12-8 15,-31 10-4-15,-4 6-9 16,-21 9-1-16,-22 17-30 15,-12 2-1-15,-19 17-8 16,-19 20-4-16,-15 4-32 16,0 0-91-16,0 25-67 0</inkml:trace>
  <inkml:trace contextRef="#ctx0" brushRef="#br0" timeOffset="-180773.71">19531 12945 325 0,'0'0'609'0,"0"0"-585"0,0 0-6 0,0 0 22 0,0 0 4 16,0 0-42-1,65-12 33-15,-31 9-23 0,32 3 9 16,8 0 18-16,25 0 4 16,22 0 6-16,28 0-32 15,31 0 18-15,40 0-10 16,34-29-2-16,25-14-17 15,25-6-6-15,15 5 1 16,-24 8-6-16,-16 0 5 16,-18 24-2-16,-26 4-4 0,-8 3-20 15,14 5 23 1,14 0-4-16,-10 0-2 0,18 0-12 16,4 0 20-16,27 0-7 15,20-3-13-15,5-22-12 16,16 2 33-16,-13-1-13 15,-27-1 26-15,-35 9-15 16,-21-7 5-16,-3 10-6 16,-22 1 4-16,0-4-1 15,0 16 0-15,-22 0 1 16,-6 0 10-16,3 0-5 16,3 8 8-16,22 8-8 15,22-7-9-15,3-1 8 16,-16-8 15-16,-31 0-20 15,-37 8-12-15,-37-5 10 0,-31 9-4 16,-13 4 4-16,-27 9 0 16,-13 6-8-16,-13 2-2 15,-2-1 6-15,-7 0-26 16,-5-8 11-16,-7-4 9 16,0-4-53-16,0-13-166 15,-47-3-588-15</inkml:trace>
  <inkml:trace contextRef="#ctx0" brushRef="#br0" timeOffset="-177678.04">22458 14048 419 0,'0'0'102'0,"0"0"3"0,0 0 29 16,0 0-55-16,0 0-11 15,0 0-34-15,0 0 1 16,-15 0-25-16,15 0 23 16,0 0 12-16,0 0 10 15,0 0-16-15,0 0-14 16,0 0 8-16,0 0-22 16,0 0 21-16,-13 4-15 0,13-4 12 15,-6 5-17-15,6-2 8 16,-12 2-13-16,12-2-6 15,0 2-1-15,0 10 3 16,0-2-11-16,0 10 8 16,0-2-8-16,0-1 16 15,0-1-14-15,18-2 8 16,23-17-4-16,5 8 2 16,1-8 0-16,-1 0-5 15,-6 0 8-15,1-8-15 16,-1-25 7-16,13-15 4 15,-13-12 2-15,-12-7 5 16,-9-2-6-16,-19 5-11 16,0 8 5-16,0 16-4 0,0 0 3 15,-31 7 4-15,-25 14-5 16,3 11-10-16,0 8 17 16,7 0-13-1,-16 27 13-15,9 37-2 0,7 0 3 16,5 0-7-16,23-7 14 15,18-21-17-15,0-8 23 16,0-11-26-16,40-9 18 16,19-8-7-16,15 0 2 15,-9 0 0-15,16-21-3 0,-6 9 8 16,-10 4-12 0,-3 8 15-16,-16 0-15 15,-12 20 16-15,-3 24-12 0,-15 16 12 16,-4 4-9-16,-6 0 3 15,10-3 0-15,-10-17-3 16,34-20 3-16,-15-4-9 16,3-15-23-16,6-5-17 15,-9 0-94-15,9-33-40 16,6-23-89-16</inkml:trace>
  <inkml:trace contextRef="#ctx0" brushRef="#br0" timeOffset="-176828.24">23280 13359 319 0,'0'0'35'0,"0"0"48"0,0 0 17 0,0 0 33 0,0 0-48 16,0 0 16 0,0 51-12-16,0-27-51 0,0 21 22 15,6-5-26 1,28 5 29-16,-15 18-50 0,3 1 25 16,2 9-25-16,-2-1 10 15,-10 0-6-15,16-12-5 16,-9-4-10-16,3-20 6 15,-10-8-13-15,0-12 14 16,-5-11-12-16,2-5 9 16,-9 0-12-16,6 0 0 15,0-8 0-15,22-25 6 16,3-6 1-16,25-6-1 0,9 5 9 16,-3 12-22-1,-3 3 15-15,-6 10-5 0,0-1-7 16,-26 16 9-16,14 0-8 15,-13 0 1 1,-10 0 4-16,4 0 4 0,-3 20-9 16,2 4 19-16,-2 16-20 15,-13 4 22-15,-6 8-12 16,0 9 4-16,0-9 6 16,-65-4 7-16,-3-9-10 15,-13-14 14-15,-12-6-14 16,13-19 5-16,5 0-9 15,22 0-6-15,7 0-30 16,18 0 1-16,16 0-51 0,-16 0-170 16,21 0-365-16</inkml:trace>
  <inkml:trace contextRef="#ctx0" brushRef="#br0" timeOffset="-175971.64">24235 13054 363 0,'0'0'178'0,"0"0"-140"0,0 0 38 0,0 0-54 0,0 0 6 0,0 0 12 16,0 0 20-16,0 0-22 15,0 0 29-15,0-8-8 16,28 0-26-16,-3-5 2 16,3 2-35-16,-1 11 13 15,14 0-13-15,-10 0-2 16,-10 0-4-16,-8 0-1 16,-7 24 4-16,-6 16 3 15,0 23 5-15,-19 18-2 16,-33-9-6-16,11 1 14 15,1-17-20-15,18-12 13 16,16-13-5-16,6-10 1 16,0-9 0-16,0-9-2 0,6-3 6 15,47 0 2-15,9 0-5 16,3 0 22-16,-3-19-21 16,-9 2 35-16,-6 2-23 15,-13 7 2-15,-16 4-16 16,-2 4 1-16,-10 0-4 15,-6 0-41-15,12 0-16 16,-12 0-108-16,0 0-38 16</inkml:trace>
  <inkml:trace contextRef="#ctx0" brushRef="#br0" timeOffset="-169232.99">25044 14008 141 0,'0'0'338'0,"0"0"-212"16,0 0 30-16,0 0-42 0,0 0-8 15,0 0-33-15,0 0 3 16,-18 0-64-16,18 0 31 16,0 0-24-16,0 0 27 15,0 0-19-15,-10 0-13 16,10 0 13-16,0 0-27 15,0 0 23-15,0 0-19 16,0 0 4-16,10 0-2 16,27 0-3-16,25 0 9 15,3 0-5-15,9 0 4 0,7 0-6 16,0 0-5 0,-7 0 4-16,-3-15-11 0,-9 2 7 15,-15-3-9-15,-1-4-31 16,-5 8 7-16,-23 1-15 15,10-2-37-15,-28 1-139 16,0-4-518-16</inkml:trace>
  <inkml:trace contextRef="#ctx0" brushRef="#br0" timeOffset="-168152.46">26102 13238 366 0,'0'0'132'0,"0"0"-132"0,0 0 32 16,0 0 6-16,0 0 15 15,0 0 24-15,0-20-29 16,0 20 4-16,0 0-1 15,0 0 34-15,0 0-45 16,0 0-23-16,0 0-15 0,0 0 10 16,18 12 29-1,4 12 5-15,-4 4-18 0,17 8-6 16,11 13 9-16,-6-1-29 16,7 8 13-16,-7-4-8 15,-6 8-10-15,13 4 13 16,-22 0-8-16,-10 5 1 15,4 3 4-15,-19 0-4 16,0 0-2-16,12-8 8 16,-12-4-4-16,0-12 5 15,0-15-10-15,0-14 6 16,0-14-6-16,0-5 0 0,0 0 0 16,0 0 1-16,0 0 0 15,0 0 6-15,0 0 2 16,0 0-4-16,0 0-5 15,0-24-13-15,16-9 8 16,18 2 5-16,12 6 0 16,7 6-2-16,12-1 4 15,9 7-7-15,1 5 1 16,-10 4 2-16,3 0-5 16,-21 4-8-16,-19 0 0 15,-4 0-1-15,-17 0 11 16,-7 24 5-16,0 12 1 15,-7 8 5-15,-64 9 23 16,-16 3-26-16,-21-8 27 16,9 0-26-16,-10-12 15 0,28-11-10 15,10-6-9-15,15-2-1 16,16-9-22-16,21-8 2 16,13 0-85-16,6 0-186 15,0-5-425-15</inkml:trace>
  <inkml:trace contextRef="#ctx0" brushRef="#br0" timeOffset="-167235.9">27177 13194 579 0,'0'0'178'0,"0"0"-127"0,0 0 1 0,0 0-52 0,0 0 16 15,0 0 26-15,221-53 5 0,-169 45-31 16,-5 8 27 0,-13 0-2-16,-6 0 5 0,-10 0-24 15,-11 8-8-15,-7 13 4 16,0-1-12-16,0 16 16 16,0-8-20-16,0-3 11 15,0-2-6-15,-7-7-14 16,7 0 7-16,0-8-12 15,0-4-6-15,0 1 0 16,0 6 12-16,19 2 12 16,9 2-8-16,0-2 7 15,-16-1 4-15,-6-1-7 16,-6 2 26-16,0 3-19 0,0 4 12 16,-40 8 6-16,-25 0-19 15,-16 4 2 1,7-8-10-16,9-8-2 0,15-11-42 15,25-5-55-15,13 0-234 16</inkml:trace>
  <inkml:trace contextRef="#ctx0" brushRef="#br0" timeOffset="-156343.9">29869 7238 217 0,'0'0'173'0,"0"0"-74"0,0 0 21 16,0 0-28-16,0 0-36 15,0 0-23-15,0 0 11 16,0-23 37-16,0 23-17 15,0 0 21-15,0 0-15 16,0 0-24-16,0 0-32 0,0 0 14 16,0 0-17-16,0 0-1 15,0-8 2-15,0 8 1 16,0 0 15-16,0 0-17 16,0 0 22-16,0 0-21 15,0 0 5-15,0 0-14 16,0 0 0-16,0 0-3 15,0 0-4-15,0 0-4 16,0 0-20-16,0 8 13 16,0 15 7-16,0 10-1 15,0 11 14-15,0-5-10 16,0 10 5-16,0 2 0 0,0-2-1 16,-6 4 1-16,-7-14-8 15,1 2-27 1,12-18-12-16,0-2-46 0,0-9-9 15,0-12 1-15,0 0-47 16,0 0-47-16,0-17-278 16</inkml:trace>
  <inkml:trace contextRef="#ctx0" brushRef="#br0" timeOffset="-155978.12">29763 7454 445 0,'0'0'288'0,"0"0"-237"0,0 0 87 0,0 0-46 16,0 0-51-16,0 0-11 15,53-3 55-15,9-1-40 16,3-4-7-16,3 4-32 16,-15 0-4-16,-6 0-2 0,5 4-26 15,-5-4 10-15,9-1-43 16,-10 2-59-16,-21-5-138 15,-9-9-405-15</inkml:trace>
  <inkml:trace contextRef="#ctx0" brushRef="#br0" timeOffset="-153148.64">32024 6408 228 0,'0'0'93'0,"0"0"-7"0,0 0-8 16,0 0-36-16,0 0-40 16,0 0 16-16,0 0-17 15,0 0 19-15,0 0 15 16,0 0 21-16,0 0 6 15,0 0-18-15,0 0 2 16,0 0-6-16,0 0 5 16,0 0-35-16,0 0 23 15,0 0-22-15,0 0 7 16,0 0-3-16,0 0 6 0,0 0-1 16,0 0-18-16,0 0 11 15,0 0-8-15,0 0-7 16,0 0 11-16,0 0-1 15,0 0-2-15,0 0 14 16,0 0-3-16,0 0-7 16,0 0 7-16,0 0-17 15,0 0 20-15,0 0-15 16,0 0-8-16,0 0 3 16,0 0-11-16,0 0 1 15,0 0 10-15,0 0-1 16,0 0 1-16,0 0 20 15,0 0-20-15,0 0 4 0,0 0-1 16,0 0-6 0,0 0-2-16,0 0 5 0,0 0 0 15,0 0-1-15,0 0-2 16,0 0-50-16,0 0-50 16,0 0-173-16,0 0-132 15</inkml:trace>
  <inkml:trace contextRef="#ctx0" brushRef="#br0" timeOffset="-140275.64">31060 6704 313 0,'0'0'143'0,"0"0"-56"0,0 0-16 0,0 0-18 16,0 0-42-16,0 0 14 15,0 0-13-15,0 25 50 16,0-20 33-16,0-2 13 16,0 2-52-16,0 6-23 15,0 6 15-15,0 6-35 16,0 9 20-16,0 4-18 16,0 12 10-16,0 4-19 15,0 9 22-15,0 3-13 0,0 0-12 16,0 8 6-16,0-4-4 15,0 9-10-15,0-5 16 16,0-8-18-16,0-3 15 16,0-17-16-16,0-16 15 15,0-13-18-15,0-7 15 16,0-8-4-16,0 0 0 16,0 0 5-16,0 0-11 15,0 0 15-15,0 0-10 16,0 0 7-16,0-15-12 0,0-14 1 15,0-3 2-15,27 0 1 16,14 1 0 0,-1-2-9-16,19 5 19 0,-6 8-26 15,9-1 19-15,-10 10-7 16,1 11-8-16,-19 0 4 16,-6 0-12-16,-15 8 22 15,-13 24-3-15,0 4 7 16,0 4 6-16,0 1-10 15,-22 3 27-15,-31 4-25 16,-28 4 15-16,-5-4-11 16,-7 4 0-16,0-8-6 15,18-11 4-15,16-2-8 0,19-3-2 16,12-15 0 0,28-13-61-16,0 0-97 0,0-17-345 15</inkml:trace>
  <inkml:trace contextRef="#ctx0" brushRef="#br0" timeOffset="-139127.02">31742 6625 250 0,'0'0'12'0,"0"0"-12"0,0 0 27 16,0 0-9-16,0 0 86 16,0 0 42-16,-19 0-37 15,19 0-39-15,0 0 33 0,0 0-17 16,0 0-20 0,0 0-41-16,0 0 9 0,0 0-18 15,0 0 10-15,0 0-2 16,0 0 1-16,0 0 6 15,0-4-23-15,0-4 12 16,0-4-15-16,25-1-5 16,3-7 3-16,-3 9-2 15,2 3 3-15,1-4-4 16,3 12 0-16,-3-5 2 16,-6 5-8-16,-10 0 2 15,1 0 2-15,-13 0-15 16,0 0 17-16,0 5 1 15,0 26 7-15,0-3-5 16,0 1-1-16,-6 11-4 0,-22-1 12 16,-3 2-13-16,-10-1 12 15,7-3 1-15,6-9-9 16,10-8 9-16,2-4-3 16,16-13-5-16,0-3-2 15,0 0-5-15,0 0 4 16,0 0-4-16,0 0 2 15,0 0-3-15,0 0-3 16,10 0 8-16,21 0 1 16,-4 0-1-16,-5 0 1 15,-16 0-4-15,-6 0 8 16,0 0-9-16,0 0-3 0,13 0-5 16,-1 0-28-16,4 0-31 15,2 0-54-15,4 0-110 16,-16 0-250-16</inkml:trace>
  <inkml:trace contextRef="#ctx0" brushRef="#br0" timeOffset="-134978.89">22176 15496 361 0,'0'0'203'0,"0"0"-180"0,0 0 44 16,0 0-20-16,0 0 2 15,0 0 20-15,0 0 45 16,-34 44-61-16,28-32-11 16,0 4 12-16,-7-4-16 15,7 12-3-15,-10 1-22 16,16-9 17-16,0 4-27 0,0-1 2 16,0 6-2-16,0-9-2 15,0 4-1-15,0-9 4 16,0 6-8-16,0-1 14 15,41-8-21-15,-7 4 21 16,6-8-18-16,0-4 9 16,7 0-2-16,-7 0 1 15,7-8 0-15,-7-28 15 16,-6-16-13-16,0-9 23 16,-15-2-22-16,-13-6 11 15,-6 5-12-15,0 4-1 16,0 7 4-16,0 14-8 15,-6 11 3-15,-22 8-11 16,-12 15 8-16,-1 5-26 0,-5 0 14 16,6 20-26-16,-7 37 38 15,-6 11-20-15,7 16 15 16,12 0 8-16,15-12 1 16,13-11 12-16,6-17-13 15,0-20 2-15,0-12 1 16,0-9-6-16,25 2 6 15,15-5 8-15,22 0 13 16,3 0 12-16,3 0-6 16,-9 8-13-16,3 0 15 15,-9 0-31-15,-6 8 10 16,-7-8-5-16,-22 11-1 16,10-2-5-16,-3 4-5 0,-3-2 3 15,-16 5-10-15,16 0 2 16,-16 4-36-16,0-7-24 15,0-6-84-15,-6-15-79 16,0 0-233-16</inkml:trace>
  <inkml:trace contextRef="#ctx0" brushRef="#br0" timeOffset="-134162.91">23153 14815 602 0,'0'0'94'0,"0"0"-74"0,0 0 94 0,0 0-45 16,0 0-48-16,0 0-13 16,-34 88 15-16,34-52 18 15,0 4-2-15,0 7 52 16,0 10-58-16,6 7 6 16,9 5-30-16,-2 3 21 15,-1 3-29-15,-6-2 6 16,22-5-6-16,-15-4 5 15,8-3-8-15,-21-6 9 16,19-6-14-16,-19-13 14 0,0-12-7 16,0-8 3-16,0-12-5 15,0-4 3-15,0 0-2 16,0 0 1-16,0 0 0 16,6 0-11-16,10 0 23 15,-4-24-14-15,10 0 7 16,3-1 5-16,3 5-9 15,18 1-1-15,1 2 0 16,-7 1 0-16,13 13-3 16,-13-2 13-16,0 5-25 15,-12 0 17-15,12 0-6 0,-15 8 8 16,-12 21-10-16,15 7 10 16,-22 4-4-16,-6 0 8 15,0 8 2-15,0-4 5 16,-59 4-10-16,-22 1 8 15,-18-5-13-15,3-8 13 16,3-5-2-16,12-6-11 16,22-9 4-16,13 0-4 15,12-9-6-15,15-7-28 16,19 0-2-16,0-15-76 16,0-34-226-16,12-6-356 15</inkml:trace>
  <inkml:trace contextRef="#ctx0" brushRef="#br0" timeOffset="-133315.61">24049 14787 282 0,'0'0'247'0,"0"0"-156"0,0 0 16 0,0 0-40 15,0 0-29-15,0 0 2 16,-6 0 5-16,6 0 9 16,0 0-7-16,0 0 12 15,0-13-39-15,0 5-2 16,18-7-11-16,23 2 15 16,5 1-3-16,1 8-13 0,-13 4-6 15,0 0 2-15,-9 0-6 16,-4 12 10-16,-14 20-18 15,-7 12 15-15,0 8-13 16,0 12 12-16,-28 0-5 16,-3 1 3-16,3-9-10 15,9-8 5-15,10-16 9 16,9-15-13-16,0-14 9 16,0-3-5-16,9 0-11 15,28 0 16-15,19-16 4 0,3-12 6 16,3-3-7-1,9 6 1-15,-2 9-8 0,-10 0-23 16,3 0-13 0,-31 4-64-16,-4 4-173 0</inkml:trace>
  <inkml:trace contextRef="#ctx0" brushRef="#br0" timeOffset="-132399.14">21193 15645 284 0,'0'0'295'0,"0"0"-191"0,0 0 31 0,0 0-23 16,0 0-49-16,0 0-15 16,-12 0 44-16,12 0-58 15,0 0 10-15,0 0-1 16,0 0-21-16,0 0 7 16,0-5-25-16,0 5 13 15,0 0-13-15,34 0 24 16,12 0-11-16,19 0 7 15,4 0-16-15,-1 0-2 16,-9 0-6-16,0 0 12 16,-13 0-24-16,-5 0 1 15,5 0-1-15,-18 0-39 16,-6 0 11-16,-22 0 1 0,0 0-37 16,0 5-186-1,-16 15-646-15</inkml:trace>
  <inkml:trace contextRef="#ctx0" brushRef="#br0" timeOffset="-124888.12">25150 15756 189 0,'0'0'276'0,"0"0"-220"0,0 0 42 0,0 0-9 16,0 0-36-16,0 0 3 15,0 0 23-15,0 0 5 16,0 0-27-16,9 0 31 15,-3 0-55-15,-6 0 4 0,0 0-36 16,0 0 22-16,0 0-20 16,0 0 6-16,13 0 12 15,-13 0-9-15,6 0 15 16,-6 0-26-16,21 0 8 16,-8 0-3-16,40 0 1 15,2 9 5-15,17-5 2 16,2 0-3-16,13-4-1 15,-6 8-3-15,5 0-3 16,-5-4-6-16,-10 0 14 16,-15-4-21-16,-16 0 9 15,-27 0-13-15,15 0-19 16,-28 0 17-16,0 0 10 0,0 0-22 16,0 0 10-16,0 0-87 15,-34 0-313-15</inkml:trace>
  <inkml:trace contextRef="#ctx0" brushRef="#br0" timeOffset="-121341.15">26381 15324 624 0,'0'0'121'0,"0"0"-66"0,0 0 44 0,0 0-63 16,0 0-22-16,0 0-6 16,-13-49 10-16,13 46 3 15,0 3 21-15,-6-5 35 16,6 5-44-16,0 0 5 16,-6-7-23-16,6 7 14 0,0 0-15 15,0-5 13-15,0 2-13 16,0-2 12-16,0-3-11 15,-16 0-2-15,16-4-7 16,0 4-1-16,0 5-1 16,0 3 4-16,0 0 11 15,0 0-17-15,0 0 17 16,0 0-16-16,0 0 9 16,0 0-9-16,0 0-2 15,0 23-2-15,0 6 2 16,0 11 5-16,0 4 3 15,0 8-2-15,16 4 1 0,-4 4-9 16,1 4 1-16,-7-3 0 16,0-5-1-1,3-4 7-15,-9-8-14 0,0-4 14 16,0 0-15-16,0-4 18 16,0 0-13-16,13-16 5 15,-13 5-1-15,6-17 0 16,0-8-10-16,0 0 9 15,-6 0-29-15,0 0 28 16,16 0-20-16,-4-21 20 16,1-11 4-16,21-4 3 15,-6 4-1-15,6-4-4 0,-9 12 0 16,21-5-18 0,1 1 12-16,-1 5-19 0,-6 10 21 15,1 2-29-15,-7 11 29 16,0 0-16-16,-9 0 5 15,15 0 10-15,-6 31 2 16,-6-2-3-16,-9-5 12 16,-19 3-12-16,0 9 13 15,0-3-2-15,0 8-2 16,-41 2 13-16,-24-3-10 16,-15 0-4-16,-13-3 4 15,12 3-5-15,-6-8-1 0,13 0-14 16,27-8 5-1,1-4-49-15,12-15-37 0,15-5-205 16,-3 0-496-16</inkml:trace>
  <inkml:trace contextRef="#ctx0" brushRef="#br0" timeOffset="-120560.03">27162 14887 307 0,'0'0'446'0,"0"0"-405"0,0 0-8 0,0 0 26 0,0 0 2 16,0 0-10-16,208-53-25 16,-156 53 12-16,-2 0-24 0,-19 0 32 15,-9 0-20-15,-10 25 4 16,-6 11-6-16,-6 3 18 15,0 6-29-15,0-1-11 16,0-12-2-16,0-4-15 16,-6-16 15-16,6-4-42 15,0-4 7-15,0 0-12 16,0-4 8-16,6 0 9 16,16 8 23-16,3-8 6 15,-19 12 0-15,3-7-8 16,-9 10 18-16,0-7 19 15,0 16 21-15,-28 9-7 0,-30-2-22 16,-23 5-12-16,13-8-8 16,3 1-17-16,18-14-10 15,13-10-101-15,28-5-205 16</inkml:trace>
  <inkml:trace contextRef="#ctx0" brushRef="#br0" timeOffset="-119575.85">24083 15886 227 0,'0'0'93'0,"0"0"12"0,0 0 17 16,0 0-55-16,0 0 24 15,0 0-6-15,0 0 14 16,0 0-28-16,0 0 17 16,0 0-22-16,0 0-15 15,0 0-22-15,0 0 6 16,0 0-7-16,0 0-24 15,0 0 26-15,0 0-22 16,0 0 18-16,0 0-24 16,12 0 0-16,-5 0-2 15,33 0 0-15,0 0 9 16,1-5-3-16,5 1 5 0,1-4-3 16,-7 0-10-16,0-3 2 15,7-2-5-15,-13 5-26 16,6-1 10-16,-15 9-17 15,3-7-3-15,-16 7-5 16,10 0-91-16,-22 0-112 16,0 0-286-16</inkml:trace>
  <inkml:trace contextRef="#ctx0" brushRef="#br0" timeOffset="-119010.09">24923 15260 365 0,'0'0'83'0,"0"0"-83"0,0 0-5 0,0 0 3 15,0 0-15-15,0 0 17 16,41-52 74-16,-41 52 41 16,0 0 72-16,0 0-11 15,0 0-79-15,0 0-44 16,0 3-20-16,0 10-14 16,0 10-5-16,-13 2 13 15,-9 6-9-15,4 10 22 16,5 3-28-16,-8 20 20 15,15 13-22-15,6-2 13 0,0 5-23 16,0 5 1-16,12-4-1 16,22-1 0-16,0 0-8 15,6-13 15-15,-5-3-16 16,2-3-15-16,3-13 5 16,22-8-35-16,-9-12-24 15,21-23-101-15,-21-5-150 16</inkml:trace>
  <inkml:trace contextRef="#ctx0" brushRef="#br0" timeOffset="-118227.68">28151 14677 656 0,'0'0'120'0,"0"0"38"15,0 0-46-15,0 0-26 16,0 0-64-16,0 0 6 15,81 121-28-15,-47-85 20 0,6 9-6 16,7-1 14-16,-7 16 4 16,0 8-21-16,-21 17-9 15,-19 10 12-15,0 10-5 16,0 11-1-16,-31 0-10 16,-31 0 7-1,3-3-10-15,-9-5 4 0,9-16-8 16,-3-7-15-16,-10-13-34 15,4-8-10-15,-12-16-186 16,-7-24-527-16</inkml:trace>
  <inkml:trace contextRef="#ctx0" brushRef="#br0" timeOffset="-117009.95">21488 16760 226 0,'0'0'374'0,"0"0"-357"0,0 0 48 15,0 0-36-15,0 0-29 16,0 0-6-16,-6-37 6 16,12 30 0-16,6 7 17 15,10 0 43-15,12 0 42 16,12 0-27-16,7 0-27 15,22 0 9-15,-4 0-19 16,25 0 12-16,-3 0-36 16,28 0 5-16,6 0-4 15,13-8-4-15,21 8 10 16,12 0-2-16,20 0-14 16,-4 0 11-16,-3 0-13 0,-12 0 6 15,-7 0-11 1,-15 0 4-16,-3 0 0 0,3 0-2 15,-10 3 0-15,4-3 2 16,3 5 7-16,3-5-10 16,3 0 10-16,-3 0-11 15,3 0 4-15,-9 0-2 16,2 0 6-16,-20 0-2 16,-11 0-1-16,4 0 0 0,0 0 4 15,-12 0 0 1,-4 0 5-16,-6 0-11 0,10 0 11 15,-4 0-10 1,-2 0 4-16,2 0 4 0,4 0-9 16,-10 0 5-16,9 0 0 15,-21 0 9-15,-9 0-14 16,8 0 6-16,-11 3 1 16,-1-3-11-16,1 0 6 15,-4 0-3-15,10 0 8 16,5 0-1-16,7 0 2 15,10 0-1-15,-4 0 1 16,-12 0-3-16,0 4 6 16,-19 0-12-16,-9 0 0 15,-19 1-1-15,0-5 3 0,-21 0-6 16,3 3-12 0,-16-3 15-16,-6 0-30 0,0 0 11 15,0 0-44-15,-34 0-2 16,-59 0-102-16</inkml:trace>
  <inkml:trace contextRef="#ctx0" brushRef="#br0" timeOffset="-116079.11">21990 16515 552 0,'0'0'74'0,"0"0"-10"0,0 0 8 0,0 0-12 15,0 0-41-15,0 0 63 16,-6 11-22-16,6-11-4 16,0 0-8-16,0 0-3 15,0 0-25-15,25 0-13 16,9-36 25-16,18-3-17 0,23-17 25 16,18-16-35-16,0-8 7 15,28-9-7 1,0-7 5-16,0-9 2 0,0 2-4 15,-4 1-3-15,-8 14 6 16,-22 4-14-16,6 1 14 16,-6-2-22-16,-7 9 12 15,13-1-9-15,-12 13-7 16,-13 9 11-16,10 2 3 16,2 1-16-16,-5 4 6 15,-7 4-23-15,-9 3 14 16,-13 10-33-16,-12 2-5 15,-6-2-46-15,-15-2-73 16,-7 10 43-16,0-2 45 16,-6 9 67-16,0 16-36 0,0 0-193 15</inkml:trace>
  <inkml:trace contextRef="#ctx0" brushRef="#br0" timeOffset="-115146.77">22117 14774 407 0,'0'0'109'0,"0"0"-41"0,0 0 12 0,0 0-67 0,0 0 9 15,0 0 28-15,34-36 38 16,-15 5-7-16,34-14-6 16,-7-12-39-16,22-7-11 15,7-8 4-15,24-20 5 0,6-12 11 16,10-9-23 0,-6 1 13-16,8 8-30 0,-8 20 9 15,-22 12-10-15,6 15-5 16,-25 6 1-16,-3-2 0 15,10 5-4-15,-1-8 5 16,-3 0-12-16,4-1 7 16,-1 6-2-16,-21 2 4 15,-13 21-4-15,-6 8-1 16,-15 12-7-16,3 8-3 16,-22 0 1-16,6 0 12 15,-6 0 8-15,12 0-7 0,-12 0 12 16,0 0-11-1,0 0 9-15,0 0 1 16,0 0 0-16,0 0 2 16,0 8 23-16,0-4-17 0,0-4-4 15,0 0-3-15,0 0-10 16,0 0 6-16,0 0 1 16,0 0 1-16,0 0-5 15,0 5 0-15,0-5-1 16,0 0 22-16,0 0-22 15,0 0 9-15,0 0 0 16,0 0-20-16,0 0 19 16,0 0-9-16,0 0 0 15,0 0 3-15,0 0-6 16,0 0-2-16,0 0 2 16,0 0-48-16,0 0-34 0,0 0-163 15,0 0-673-15</inkml:trace>
  <inkml:trace contextRef="#ctx0" brushRef="#br0" timeOffset="-107671.15">25785 16097 660 0,'0'0'82'0,"0"0"-81"0,0 0 61 0,0 0-41 0,0 0-20 16,0 0 3 0,0 0 24-16,-121 41 7 0,97-29 30 15,-4 0 5-15,9 3-3 16,-15-2-44-16,6 3-20 15,16-4 0-15,-1 8 2 16,-9-8-2-16,4 4 2 16,-10 0-3-16,3 4-2 15,-9 1 19-15,-6 2-12 16,-7 1-1-16,19-7 6 16,4 6 2-16,-4-7 15 15,0-3-28-15,9-6 22 16,4 6-18-16,2-5 8 15,7-5-13-15,0 2 12 0,6-5-10 16,0 0 1 0,0 0-3-16,0 0-8 0,0 0 1 15,18-24 6-15,57-24 1 16,33-21 7-16,32-15 3 16,27-25 3-16,19-22-9 15,50-26 2-15,9-20-4 16,25-15 6-16,9-1-3 15,-37 21 2-15,-50 36 6 16,-43 43-26-16,-72 37-8 16,-43 24-11-16,-6 20-16 15,-28 12-21-15,0 0-25 16,-6 0-27-16,-68 36-263 0</inkml:trace>
  <inkml:trace contextRef="#ctx0" brushRef="#br0" timeOffset="-107103.33">25271 15183 33 0,'0'0'449'0,"0"0"-416"0,0 0 43 15,0 0 5-15,0 0-54 16,0 0 9-16,0-24-14 16,0-4 31-16,15-8-1 15,25-16 20-15,19-24-27 16,22-12-9-16,31-29 4 16,36-40 3-16,26-34 2 15,28-22-41-15,18-4 5 16,-13 21-9-16,-27 35-12 0,-40 32-82 15,-19 49 18-15,-62 36-195 16,-31 37-164 0</inkml:trace>
  <inkml:trace contextRef="#ctx0" brushRef="#br0" timeOffset="-106087.64">25832 17890 510 0,'0'0'100'0,"0"0"-27"0,0 0 27 16,0 0-29-16,0 0-5 16,0 0-36-16,0 16 8 15,0-4-15-15,0 1 10 16,34-2-24-16,6 1 23 16,7-4-9-16,15-3-8 15,-3-2 5-15,-7-3-16 16,1 0 11-16,-13 0-9 15,7-11 19-15,15-25-12 16,-16-17 24-16,1-15-23 16,-7-16-3-16,-12-12-6 15,-15-9-5-15,-13 10-9 0,0 10-12 16,0 13 19-16,-53 19-12 16,-22 17 10-16,1 20-18 15,-7 16 3-15,22 0-22 16,1 41 29-16,11 47 1 15,-3 24 22-15,-2 17-22 16,33-5 5-16,4-29-67 16,2-26-270-16</inkml:trace>
  <inkml:trace contextRef="#ctx0" brushRef="#br0" timeOffset="-96612.14">8313 3601 435 0,'0'0'108'0,"0"0"-11"0,0 0-24 0,0 0-43 15,0 0-22-15,0 0 39 16,0 0-14-16,0-20 29 15,0 20 5-15,0 0 15 0,0 0-1 16,0-8-42-16,6 0-10 16,10-8-14-16,-4-4-5 15,22-4-4-15,-9 4-8 16,3-5 12-16,-22 6-16 16,22 2 13-16,-3 1-7 15,-4 0 0-15,14-4 3 16,-23 4-6-16,28-8 9 15,-6 0-12-15,-9 4 16 16,22 1-20-16,-7-11 14 0,0 11-10 16,7-6 6-1,-13-3 0-15,12-3 0 16,-5-2 0-16,-1 2-3 0,13-2 6 16,-7 1-4-16,-18 17 8 15,6-6-10-15,-9 6 3 16,-3-10 0-16,12 9 1 15,6-4 2-15,-9-8 2 16,25-4 3-16,9-8-12 16,3 0 13-16,4-5-10 15,2 1 6-15,1 8-10 16,-23 16 8-16,1-4-3 16,-13 8 0-16,-6 4 1 15,13-4-10-15,-7 0 19 16,0-8-13-16,13 0 11 0,3-1-16 15,3 2 14-15,9-5-9 16,3-1 3-16,16-2 0 16,0-2 3-1,-12 2 3-15,18 2-11 0,-7-3 15 16,1 0-19-16,-6 4 15 16,6-3-9-16,-19 10 3 15,-3 5 0-15,-12 0-4 16,9 8 10-16,-10-5-8 15,10 2 5-15,4-9-4 16,8 0 10-16,7-1-15 16,12-10 7-16,-13 14-1 0,13-7 0 15,0 9 1-15,-18-1-2 16,-10 3 6-16,-3 9-14 16,-10-4 19-16,7-3-8 15,22-6 2-15,6-7-3 16,28 8 1-16,5 1-2 15,-8-10 3-15,9 5 4 16,-6-4-14-16,-16 8 17 16,-18 8-20-16,-13-1 21 15,-3 1-20-15,-3 8 18 16,9-7-7-16,4-9-2 16,24-8 1-16,9-12-5 15,20 3 14-15,11 2-25 16,-6 14 23-16,-12 9-17 0,0 0 16 15,-28 8-14 1,0 0 7-16,0 0 0 0,-6 0 3 16,0-8 7-16,9 0-18 15,-3 1 19-15,13-1-14 16,-4-5 9-16,-3 1-12 16,-12 9 6-16,-6-2 0 15,-10 5 0-15,-3 0 0 16,13 0-12-16,-7 0 24 15,4 0-15-15,18 0 11 16,3-12-7-16,0-4 1 16,10 5-2-16,-16-2 0 15,0 5 0-15,-13-1-3 0,1 9 10 16,-7 0-1-16,-2 0-4 16,8-7 4-16,1 7 5 15,12-8-18-15,9 0 14 16,-3 0-9-16,16 0 4 15,3-8-1-15,3 8 8 16,-19 8 0-16,4 0-14 16,-13 0 13-16,0-4-11 15,3-1 9-15,-3 2-3 16,-12 3 0-16,-4 0-2 16,4 0-2-16,-1 0 6 15,7 0-9-15,0 0 12 16,-13 0-16-16,19 0 11 0,-18 0-10 15,-1 0 5 1,13 0 2-16,-10 0 0 0,13 0 4 16,10 0-9-16,-7 0 11 15,-13 0-7-15,7 0 10 16,-22 0-15-16,3 0 14 16,7 12-10-16,-4-4 8 15,-3 8-1-15,-9 0-4 16,3-8-1-16,3 0 2 15,-9 4 2-15,-3 0-2 16,0-4 2-16,15 4 4 16,-3-4-7-16,-3 0 7 0,3 5-5 15,-12-10 6-15,-4 5 0 16,-11-4-8-16,11 4 7 16,-12 5-2-16,4-5-4 15,-1-1 2-15,-18 1 7 16,12-8-10-16,-16 8 5 15,-11-8-1-15,14 8-4 16,-14-8 2-16,5 8-2 16,-6-8-2-16,10 0 5 15,-4 8-7-15,-6-8 6 16,1 0-6-16,-1 9-10 16,-6-9-13-16,9 0-17 15,-3 0-11-15,-6 0 29 16,0 0-43-16,0 0-17 0,0-17-136 15,0-22-385 1</inkml:trace>
  <inkml:trace contextRef="#ctx0" brushRef="#br0" timeOffset="-95963.06">21162 1171 545 0,'0'0'158'0,"0"0"-48"0,0 0-30 0,0 0-33 16,0 0-34-16,0 0 44 15,0 0-19-15,0 0 12 16,0 20 0-16,-28-1-5 16,0 1-2-16,-6 9-34 15,3-1 11-15,-9 0-16 16,6 3-3-16,0-6 1 0,21-5-2 15,1-8 4 1,-4-3-4-16,16-1 1 0,-6-1-1 16,6 1 0-16,0-8 3 15,0 0-12-15,0 4 8 16,0-4-1-16,0 0-5 16,0 0-3-16,22 0 5 15,18 0 5-15,-9 0 7 16,10 0-6-16,-1 0-2 15,6 0 9-15,-12-12-13 16,-12 0 10-16,-16 9-10 16,-6-6 9-16,0-7-4 0,0 0 9 15,0-16 18-15,0 8 0 16,0 0-17-16,0 7 28 16,0 14-29-16,-15-2 27 15,9-2-23-15,-1-1 16 16,7 0-29-16,0 0-11 15,0-12-29-15,0-1-69 16,13-18-45-16,27-2-217 16</inkml:trace>
  <inkml:trace contextRef="#ctx0" brushRef="#br0" timeOffset="-91433.48">21695 2249 100 0,'0'0'843'0,"0"0"-784"0,0 0 46 0,0 0-38 15,0 0-32 1,0 0-35-16,0 0 27 0,0 0-13 16,53-7-13-16,-47 7 29 15,4 0-7-15,-4 0 26 16,0-5-44 0,6 2 5-16,16-5-3 0,6-1-14 15,-2-2 7-15,-5-6-4 16,8 1-10-16,-1 0-23 15,-3 4 10-15,-10-1-31 16,4 10-12-16,-9 0-76 16,-10 3-8-16,-6 0-1 15,0 0-76-15,0 0-149 16</inkml:trace>
  <inkml:trace contextRef="#ctx0" brushRef="#br0" timeOffset="-91016.88">21683 1924 572 0,'0'0'82'0,"0"0"-13"0,0 0 25 0,0 0 9 0,0 0-24 0,0 0 29 16,192-55-75-16,-139 46 25 16,9-2-30-16,3 6 5 15,-9 2-28-15,-16-5-3 16,1 3-2-16,-10-7-23 16,-10 12 5-16,-2 0-52 0,-4 0-58 15,-15 0-91-15,0 0-199 16</inkml:trace>
  <inkml:trace contextRef="#ctx0" brushRef="#br0" timeOffset="-90069.08">22985 1856 469 0,'0'0'68'0,"0"0"-6"0,0 0 29 16,0 0-26-16,0 0 10 15,0 0-29-15,-46 32 1 16,40-27-24-16,-1 7 6 16,7 4 9-16,-15 4-6 15,15 4 22-15,0 4-25 16,0 0 8-16,0-8-33 15,0 4 10-15,0 0-11 16,0 0 8-16,34 0-5 0,6 1-5 16,19-10-1-16,9-3-3 15,7-3-2-15,12-6 10 16,-7-3-8-16,-2 0 10 16,-16-8-7-16,3-28 1 15,-9-8 5-15,-4-9-6 16,1-11 0-16,-19-3 8 15,-15 7 0-15,-19-9 1 16,0 17-7-16,0 7-2 16,-40 9 10-16,-7 5-20 15,1 7 19-15,-7 20-9 16,6 4 0-16,-27 4 2 0,-7 43-6 16,4 10 6-1,-13 3-4-15,37-12 4 0,13-8-2 16,15-11 2-16,25-9 1 15,0-4-2-15,0-4 0 16,19-4-1-16,33-8-16 16,10 8 15-16,-9 0 2 15,0-1 5-15,3 9 1 16,-19 9-6-16,-3-1 0 16,-6 8 20-16,-3 4 2 15,3 0-11-15,-1-4 4 16,-2-7-13-16,9-14-6 15,-12-3-37-15,18-4 12 16,-21-4-27-16,-7 0 8 0,10 0-56 16,-3 0-45-16,2-28-230 15</inkml:trace>
  <inkml:trace contextRef="#ctx0" brushRef="#br0" timeOffset="-89319.78">24074 1014 120 0,'0'0'232'0,"0"0"-181"0,0 0 71 0,0 0-12 16,0 0-47-16,0 0 15 15,-7 0-31-15,7 0-7 0,0 0 21 16,0 0-20 0,0 0-11-16,16 0-14 0,30-4 15 15,1 0-23 1,-7 4 1-16,-21 0-9 0,3 0-14 15,-22 16-12-15,0 32 26 16,0 9 32-16,-28 10-28 16,-25 2 34-16,6-1-36 15,1-16 26-15,12-12-25 16,28-15-5-16,6-17 2 16,0-8-6-16,0 0-19 15,31 0 4-15,37 0 21 16,13-8 7-16,-16-20-2 15,9 11-5-15,-27 9-15 16,-13 8-19-16,-22 0-6 0,-6 0-60 16,-6 20-2-16,0 8 64 15,-25 0-199-15</inkml:trace>
  <inkml:trace contextRef="#ctx0" brushRef="#br0" timeOffset="-88769.75">23801 1856 149 0,'0'0'190'0,"0"0"-37"0,0 0-41 0,0 0-45 0,0 0-18 16,0 0 12-16,-68 132-6 15,68-91 10-15,0 3 4 16,0 4-40-16,0-7 7 16,0 3-32-16,40-8 8 15,22-5-9-15,12-3-3 16,-9-12-8-16,10-7-5 16,-1-1 5-16,-15-8-148 0,-12 0-79 15,-19 0-358 1</inkml:trace>
  <inkml:trace contextRef="#ctx0" brushRef="#br0" timeOffset="-87771.7">25103 1587 469 0,'0'0'285'0,"0"0"-237"0,0 0 10 0,0 0 19 16,0 0-64-16,0 221 21 15,22-177 10-15,-16 9-1 16,0-1-19-16,-6 4 4 16,0-9-17-16,0 6-10 0,0-9-2 15,0-3-22-15,0-10-11 16,0-11-32-16,0-7-20 16,-12-5-38-16,-10-8 12 15,-3 0-85 1,-9 0-90-16</inkml:trace>
  <inkml:trace contextRef="#ctx0" brushRef="#br0" timeOffset="-87503.98">24623 2105 381 0,'0'0'266'16,"0"0"-220"-16,0 0 140 15,0 0-39-15,0 0-44 16,0 0-46-16,368 0-32 16,-302 0-17-16,2 0-8 15,-15 0-13-15,-13 0-47 16,6 0-71-16,-24-4-268 15</inkml:trace>
  <inkml:trace contextRef="#ctx0" brushRef="#br0" timeOffset="-86837.84">25987 2132 490 0,'0'0'134'0,"0"0"-69"16,0 0 38-16,0 0-77 15,0 0-7-15,0 0-11 16,0 89 24-16,40-89-5 16,-6 0-6-16,-9 0 21 15,31 0 3-15,-19-28 37 16,19-8-48-16,-10-16-8 15,-5-1-26-15,-23-3 0 16,-2 1-5-16,-16 14-28 0,0 5-5 16,-28 16 13-1,-34 12 1-15,-25 8 24 0,-6 0 21 16,-6 41-18-16,12 3 38 16,6 0-28-16,35-8 5 15,18-5-14-15,28 2-4 16,0-9-2-16,0-8-23 15,28-8 14-15,18-4-6 16,29 5 17-16,-16-3 18 16,15 3 24-16,1 3-15 15,-4 4 5-15,-9 8-14 16,-9 4-9-16,-13 4 2 0,0 1-8 16,-6-10 9-1,-3-6-8-15,-3 7-1 0,6-8-3 16,-21-1-2-16,15-2-6 15,-22-13-25-15,12 0-29 16,-8 0-63-16,2 0-105 16,-12 0-160-16</inkml:trace>
  <inkml:trace contextRef="#ctx0" brushRef="#br0" timeOffset="-86256.23">27150 1824 252 0,'0'0'103'0,"0"0"-47"0,0 0 77 16,0 0-32-16,0 0-11 16,0 0 0-16,0-16 12 15,0 16-52-15,0 0 9 16,-7 0-17-16,-14 8 4 0,8 25-36 15,-5 6 9 1,-10 5 7-16,22 4-12 0,-1 9 16 16,1-1-29-1,-9 0 4-15,15 4-4 0,0-4 3 16,0-12 0-16,0 5-8 16,0-18-10-16,0-11-26 15,34-12-31-15,6-8-6 16,-21 0-78-16,-4 0-97 15</inkml:trace>
  <inkml:trace contextRef="#ctx0" brushRef="#br0" timeOffset="-85739.45">26948 2486 319 0,'0'0'295'0,"0"0"-221"15,0 0-41-15,0 0 3 0,0 0 16 0,0 0 27 16,22-88-7-16,-16 40-5 15,-6-9 1-15,6-10 8 16,0-6-41-16,-6 1 11 16,16-4-28-16,-10 3-3 15,0-3-13-15,7-4-1 16,21-16-1-16,-22-5-17 16,4-7 11-16,-16 16-22 0,0 20-6 15,0 24-57 1,0 24 4-16,0 19-70 0,-28 5-44 15,9 0-60-15</inkml:trace>
  <inkml:trace contextRef="#ctx0" brushRef="#br0" timeOffset="-85273.15">27103 2213 624 0,'0'0'75'0,"0"0"-38"0,0 0 22 0,0 0-29 0,0 0-23 16,0 0 50-16,93 4 2 15,-31-4-48-15,-3 9 6 16,-6 2-14-16,-7-3 11 0,-24 4-9 16,3 1-10-1,-10 3 13-15,-15-1-8 0,0 10 4 16,0 7 27-16,-6-1 9 15,-62 14 12-15,-31-1-5 16,-10-3-22-16,4-5 21 16,-4-17-37-16,10-11 15 15,31-8-21-15,15 0-2 16,6 0-1-16,26 0-31 16,15-4-20-16,6-11-66 15,0-10-184-15,6 9-227 16</inkml:trace>
  <inkml:trace contextRef="#ctx0" brushRef="#br0" timeOffset="-84623.19">28232 1965 62 0,'0'0'437'0,"0"0"-295"0,0 0-6 0,0 0-1 15,0 0-43-15,0 0-48 16,0 48 31-16,0-12-43 15,0 8-2-15,0 4-30 16,0 9 15-16,0 2-8 16,-7 1 1-16,7-4-6 15,0-7-4-15,0-9 2 16,0-8-22-16,0-16 19 0,0-7-21 16,0-6-6-16,0-3-56 15,0 0-4-15,0 0-82 16,0 0-52-16,0-24-83 15</inkml:trace>
  <inkml:trace contextRef="#ctx0" brushRef="#br0" timeOffset="-84387.89">27866 2273 749 0,'0'0'57'0,"0"0"12"16,0 0 72-16,0 0-16 0,0 0-62 15,0 0 3-15,341 0-28 16,-260 0-11-16,-16 0-25 16,-6 0-4-16,-4 0-24 15,-8 0-29-15,-1 0-59 16,-5 0-271-16</inkml:trace>
  <inkml:trace contextRef="#ctx0" brushRef="#br0" timeOffset="-83591.17">29515 1194 512 0,'0'0'242'0,"0"0"-95"0,0 0-21 15,0 0-19-15,0 0-69 16,0 0 19-16,7 105-31 16,20-41 15-16,8 12-21 15,-17 13-11-15,4 11-3 16,-16 5-2-16,-6-2-3 0,0-7 13 16,0-7-24-16,0-5 23 15,0-8-24-15,-6-12 18 16,-10-11-11-16,16-25 4 15,-6 4-12-15,6-24 9 16,0-8 2-16,0 0-9 16,0 0 1-16,0 0 9 15,0 0-20-15,0 0 10 16,0-16 2-16,6-8 8 16,41-9 10-16,9-3-4 15,9 5-12-15,9 3 1 16,-6 11 1-16,-9 9-10 15,0 8 10-15,-3 0-12 0,-9 8 16 16,-1 17 0 0,-12 3 0-16,-3 3-5 15,-3 2 10-15,-9 3-6 16,-19-4 7-16,0 8-9 0,-6-4 7 16,-81 4 6-16,-12-8-9 15,-16-8 0-15,3-4 0 16,4-12 5-16,15-4-12 15,18-4-7-15,22 0-2 16,19 0-77-16,22 0-95 16,12-20-219-16</inkml:trace>
  <inkml:trace contextRef="#ctx0" brushRef="#br0" timeOffset="-82908.23">30846 1266 250 0,'0'0'207'0,"0"0"-137"0,0 0 15 0,0 0-70 0,0 0 5 16,0 0-19-16,155 137 61 15,-155-77-29-15,-53 0-16 16,-15 12-10-16,15-8 7 16,6-11 16-16,20-13 11 15,14-20 40-15,13-8-54 16,0-4 0-16,0 0-25 15,0-8-2-15,19 0-10 0,27 0 10 16,16 0 10 0,-3 0-9-16,16 0 3 0,-16-8 1 15,-13 0-10 1,-6 8-18-16,-18 0 8 0,-3 0-71 16,-13 0-10-16,-6 0-88 15</inkml:trace>
  <inkml:trace contextRef="#ctx0" brushRef="#br0" timeOffset="-76992.48">22806 3269 488 0,'0'0'255'0,"0"0"-229"0,0 0 66 15,0 0-10-15,0 0-38 16,0 0 2-16,0 0 20 0,0 3-19 16,0-3-22-1,0 0 16-15,0 0-22 0,0 0 11 16,0 0-19-16,0 0 6 16,0 0-14-16,34 0 0 15,31 0 14-15,9-3-1 16,-9-14 10-16,22 4-25 15,-6 6 13-15,-7-1-10 16,-6 4 1-16,-15 4-5 16,-19 0-11-16,-15 0 5 15,-13 12-10-15,-6 28 10 16,0 20 6-16,-25 13 8 0,-55 10-7 16,-1-3-2-1,-6 1-5-15,13-9 5 0,15-4 1 16,12-12 0-1,19-7-6-15,16-13 16 0,12-8-12 16,0-8 5-16,0-9-6 16,0-6 0-16,40-1 1 15,19 0 4-15,0-4 1 16,3 0 4-16,3 0-6 16,-9 0-1-16,-9 0 6 15,-1 0-14-15,-6-8-9 16,-15 0-17-16,15-8-59 15,-12-4-101-15,0 12-250 16</inkml:trace>
  <inkml:trace contextRef="#ctx0" brushRef="#br0" timeOffset="-76413.58">23801 3239 446 0,'0'0'143'0,"0"0"-85"0,0 0 32 15,0 0 13-15,0 0 19 16,0 0-64-16,173-39 13 0,-132 31-12 15,-29 8-20 1,10 0-22-16,-22 0-13 16,0 0 2-16,0 11 0 15,0 25 7-15,0 30-13 0,0 1 10 16,0 10 2-16,0 6-14 16,0-2 7-16,0-1-5 15,0-8 0-15,0-3-7 16,0-17-5-16,0 4-27 15,0-12 10-15,-6-5-6 16,6-9 11-16,0-3 7 16,0-10 14-16,0-10-31 15,0-7-23-15,0 0-74 16,0 0-11-16,0 0-34 0,0-12-235 16</inkml:trace>
  <inkml:trace contextRef="#ctx0" brushRef="#br0" timeOffset="-76179.76">23720 3894 590 0,'0'0'107'16,"0"0"64"-16,0 0-38 15,0 0-22-15,0 0-54 0,0 0-37 16,363-13-20 0,-317-3-1-16,-21 9-8 0,16-6-110 15,-20 5-132 1,-8 0-312-16</inkml:trace>
  <inkml:trace contextRef="#ctx0" brushRef="#br0" timeOffset="-75381.64">24461 2831 569 0,'0'0'147'0,"0"0"-39"0,0 0 25 0,0 0-84 15,0 0-25-15,0 0 2 16,0 0 4-16,0 0 19 15,34 0-28-15,0 0 10 16,13 0-15-16,0 0 4 16,-7 0-15-16,0 0-10 15,-6 4-2-15,-15 20 5 16,-4-1-3-16,-8 10-6 16,-7 0 7-16,0 14 4 15,0 6-8-15,-35-1 15 16,-5-4-13-16,12-8 12 15,16-16-12-15,6-12 6 16,6-8 0-16,0-4-2 0,0 0-16 16,40 0 14-16,6 0 3 15,1 0-1-15,21 0 4 16,-15 0-4-16,-7 0 3 16,-5 0-4-16,-23 0-11 15,-8 0-29-15,-10 0-42 16,0 0-176-16,0 0-320 15</inkml:trace>
  <inkml:trace contextRef="#ctx0" brushRef="#br0" timeOffset="-74828.46">25032 3468 415 0,'0'0'172'0,"0"0"-30"0,0 0 34 0,0 0-35 0,0 0-55 16,0 0-42-16,46 249-29 15,-46-185-3-15,0 0-10 16,0-7 1-16,0 3-3 15,0-12-15-15,0 0 6 16,-6-7-40-16,-16-13-63 16,4-9-173-16,-4-15-257 15</inkml:trace>
  <inkml:trace contextRef="#ctx0" brushRef="#br0" timeOffset="-74548.74">24818 3809 776 0,'0'0'72'0,"0"0"118"16,0 0-60-16,0 0-55 15,0 0-28-15,0 0-5 16,341 0-40-16,-282 0-2 16,-6 0-2-16,2 0-28 15,-2 0-31-15,-13-3-99 16,-9 3-265-16</inkml:trace>
  <inkml:trace contextRef="#ctx0" brushRef="#br0" timeOffset="-73567.08">25841 3493 556 0,'0'0'191'0,"0"0"-107"0,0 0 23 16,0 0-55-16,0 0-9 16,0 0-2-16,140-36 7 15,-75 28-17-15,9 3-3 16,-15 5 10-16,-19 0-22 16,1 0-2-16,-35 33-12 0,-6 6 0 15,0 13-2-15,-6 17-15 16,-59 11-13-16,-4-8 0 15,-2 1 8-15,-3-10-11 16,21-6 26-16,3-14-3 16,19-6 1-16,3-13 3 15,28-4 3-15,0-4-2 16,0-8-11-16,0-8-1 16,47 0 14-16,21 0 1 15,3 0 6-15,10 0 28 16,-7-3-12-16,13-2 3 15,-19 5-21-15,-9-4 5 16,-12 4-9-16,-13-4-2 16,-15 0-23-16,15-4-90 15,-22-3-144-15,4-6-345 0</inkml:trace>
  <inkml:trace contextRef="#ctx0" brushRef="#br0" timeOffset="-73082.58">26762 3424 521 0,'0'0'222'0,"0"0"-111"0,0 0 27 0,0 0-100 0,0 0-36 16,0 0 19-16,0 0 39 15,167 0-14-15,-120 0-33 16,6 0 22-16,-19 8-29 15,6 9 4-15,-21 2-7 0,-19 9-3 16,15 8 1 0,-15 0 2-16,0 13-6 0,0 11 10 15,0 0-7-15,-15 1 6 16,-16-1-12-16,3-4 5 16,9-8-1-16,-9 0-14 15,0-12-8-15,22 0 1 16,-6-8-18-16,12-3 11 15,-13-10-8-15,13-2-13 16,0-10-90-16,-9-3 24 16,3 0-57-16,-7 0-254 15</inkml:trace>
  <inkml:trace contextRef="#ctx0" brushRef="#br0" timeOffset="-72798.04">26790 3909 524 0,'0'0'330'16,"0"0"-230"-16,0 0 2 15,0 0-8-15,0 0-15 16,0 0-43-16,112-7 21 15,-91 7-37-15,4 0-4 16,3 0-16-16,-16 0-3 16,16 0-34-16,13-4-49 0,-17 4-39 15,4-4-209 1,-15-4-439-16</inkml:trace>
  <inkml:trace contextRef="#ctx0" brushRef="#br0" timeOffset="-72449.04">27317 3914 693 0,'0'0'408'0,"0"0"-300"0,0 0-34 15,0 0-43-15,0 0-31 0,0 0-25 16,6 3-38-16,-6-6-138 16,0-9-597-16</inkml:trace>
  <inkml:trace contextRef="#ctx0" brushRef="#br0" timeOffset="-71217.15">27838 3405 345 0,'0'0'202'0,"0"0"-125"0,0 0 30 0,0 0-21 15,0 0-38-15,0 0 34 16,-6 0-25-16,6 0-10 16,0 0 18-16,0 0-13 15,18 0-17-15,4 0-22 16,12 3 9-16,-3 2-21 16,3 3 15-16,0 3-14 0,0-2 18 15,-9 7-20-15,3-1 9 16,0 1-9-16,-9 5-2 15,2-1-2-15,-14 8 8 16,-7 11-9-16,0 2 4 16,0 11-11-16,-22 1 4 15,-25-2 5-15,1-7 5 16,6 0-2-16,-1-11 0 16,16-5 3-16,-2-8 0 15,20 0 1-15,1-13-1 16,6-2 5-16,0-5-16 15,0 4-2-15,0 0 10 16,0 0 0-16,13 0 2 0,21 0 3 16,6-4-2-16,0 0 9 15,1 0-12-15,-10 0 5 16,3 0-4 0,-6 0-2-16,3 0-2 0,-10 0 0 15,7 0-2-15,-3 0-12 16,-3 0 10-16,-10 0-26 15,16 0 0-15,-16 0-69 16,-5-4-37-16,-1 0-247 16</inkml:trace>
  <inkml:trace contextRef="#ctx0" brushRef="#br0" timeOffset="-70568.86">28867 3529 378 0,'0'0'106'0,"0"0"73"16,0 0-31-16,0 0-5 0,0 0-25 16,0 0-32-16,-192 20-46 15,158-1-6-15,6 14-2 16,-6 3-9-16,3 16 11 15,3 1-28-15,-6 3 5 16,15-1-5-16,4-6-12 16,15-1 6-16,0 4-7 15,0-8 6-15,0-4-6 16,0 4 1-16,15-3 12 16,19-5-14-16,-3-5 7 15,4-10-3-15,5-6-5 16,6-7 5-16,-18-8-5 0,19 0 2 15,-13 0 2-15,-15-27 5 16,2-6-5-16,-21 5 10 16,0 0-4-16,0 0 4 15,0 8-4-15,0 4-1 16,-21 8-2-16,-20 8-3 16,-5 0 10-16,-1 0-10 15,-12 33 13-15,3 6-13 16,-2-3 12-16,23-8-14 15,17-12-13-15,9-3-23 16,9-9-59-16,0-4-54 0,0 0-59 16,0 3-10-1,34 2-15-15</inkml:trace>
  <inkml:trace contextRef="#ctx0" brushRef="#br0" timeOffset="-69901.71">29683 3585 163 0,'0'0'552'0,"0"0"-501"0,0 0 11 0,0 0 18 16,0 0-56-16,0 0-5 15,0 0 13-15,0 0 2 0,0 16 41 16,0 15 9 0,0 5-5-16,-6 5-45 0,-16 3 5 15,3 4-33 1,7-4 16-16,-4-3-11 0,-2 3-7 15,5 0-4-15,4-4 3 16,3-4-9-16,0-4-3 16,6-8 5-16,-7-3-22 15,7-10 5-15,0-11-17 16,0 0-25-16,0 0-64 16,0 0-20-16,0-8-57 15,0-20-158-15</inkml:trace>
  <inkml:trace contextRef="#ctx0" brushRef="#br0" timeOffset="-69635.83">29394 3898 400 0,'0'0'147'0,"0"0"-46"15,0 0 66-15,0 0-15 16,0 0 11-16,0 0-76 16,41 36-17-16,-13-25-34 15,-16-11-13-15,28 5-12 16,1 3-9-16,-7-8-4 0,12 0-16 16,1 0-18-16,-13 0-42 15,6-8-120-15,-15 3-277 16</inkml:trace>
  <inkml:trace contextRef="#ctx0" brushRef="#br0" timeOffset="-68719.96">30337 3573 194 0,'0'0'358'0,"0"0"-231"0,0 0 31 0,0 0-29 0,0 0-53 15,0 0-31-15,0 0 2 16,0 0-26-16,0 0 14 16,0 0-6-16,0 0 1 15,0 0-11-15,0 0-5 16,6 0-5-16,16 0-6 15,12 0 5-15,6 0-2 16,1 8-4-16,5-4 8 16,-15 12-13-16,3 0 6 15,-18 12-2-15,-16 12-1 16,0 12-7-16,-22 4 5 0,-37 4-30 16,-9 1 13-16,9-13-46 15,-3 4-13-15,9-8 78 16,7-8 1-16,12-8 18 15,15-4-4-15,13-12-9 16,6-4-6-16,0-3-4 16,0-5-22-16,40 0 26 15,13 0 2-15,12 0 17 16,3 0-3-16,7 0 3 16,-10 0-6-16,-3 0-9 15,-9 0 11-15,-1 0-12 16,-18 0 9-16,0 0-12 15,-15 0-8-15,-7 0-62 16,-2 0-110-16,-10 0-283 0</inkml:trace>
  <inkml:trace contextRef="#ctx0" brushRef="#br0" timeOffset="-68005.5">31239 3613 349 0,'0'0'372'0,"0"0"-241"0,0 0 41 0,0 0-49 0,0 0-74 16,0 0-4-16,-158 49-8 16,102-18-27-16,10 5 5 15,-7 0-8-15,13 5 14 16,6-2-19-16,9 2 16 16,9 3-8-16,4 4 8 15,6-1-6-15,6 6-10 16,0-4-2-16,0-5 4 15,0-5-9-15,0-6 3 16,0-5-1-16,28-4-13 16,3-4 14-16,15-8-14 15,4-8 4-15,3-4 6 16,-7 0-15-16,-6 0 17 16,1-29-10-16,-10 1 7 0,-10-8-9 15,-8 8 14-15,-13 0-8 16,0 4-1-16,0 8 6 15,0 9 5-15,-34 7 0 16,-13 0 3-16,-12 0-8 16,-15 28 7-16,3 8-7 15,15-5 7-15,15-10-4 16,29-9-1-16,12-1-12 16,0-6-9-16,0-5-31 15,0 0-50-15,0 0-74 16,28-13-88-16</inkml:trace>
  <inkml:trace contextRef="#ctx0" brushRef="#br0" timeOffset="-67320.64">31689 3212 39 0,'0'0'597'0,"0"0"-505"0,0 0 13 0,0 0-24 0,0 0-39 15,0 0-8-15,0 0 14 16,208 0-32-16,-149 0 45 16,-13 0-21-16,-6 12-10 15,-12 3-13-15,-21 6-4 16,-7 7 5-16,0 8-17 15,-22 12-2-15,-31-4-8 16,-6 5-6-16,3-5-34 16,19-4 37-16,3-8 6 15,12-12 6-15,10-8-1 16,12-8 3-16,0-4-8 0,0 4 6 16,0-4-3-16,34 0 6 15,6 0-8-15,13 0 9 16,0 0-4-16,15 0 2 15,-3-8 0-15,-9-9-1 16,-10 6 1-16,-15-1-4 16,-9 7-88-16,-16 5-117 15,-6 0-324-15</inkml:trace>
  <inkml:trace contextRef="#ctx0" brushRef="#br0" timeOffset="-58795.53">25484 5417 733 0,'0'0'29'0,"0"0"103"0,0 0-1 0,0 0-83 0,0 0 11 0,0 0-18 15,261 0-4-15,-221 0-7 16,16 0-6-16,-19 0-13 15,4 0 0-15,-7 0-11 16,0 0-3-16,6 0-7 16,-12-8-19-16,-9 1-4 15,-7-6-93-15,-12 5-83 16,0 5-184-16</inkml:trace>
  <inkml:trace contextRef="#ctx0" brushRef="#br0" timeOffset="-58478.04">25553 5209 167 0,'0'0'693'15,"0"0"-616"-15,0 0 35 16,0 0-9-16,0 0-55 16,0 0 2-16,214-32-34 0,-168 32-2 15,-12-4-8-15,19-1-12 16,-19 2-15-16,-15 3-3 15,9-8-51-15,-22 8-95 16,-6-4-229-16</inkml:trace>
  <inkml:trace contextRef="#ctx0" brushRef="#br0" timeOffset="-57779.01">26681 4860 578 0,'0'0'106'16,"0"0"-5"-16,0 0 0 0,0 0-34 0,0 0-1 15,0 0-5-15,34 0 7 16,1 0-45-16,5-4-3 16,-9 4-4-16,25 0-13 15,-10 0-3-15,-12 0-6 16,-21 21-7-16,-7 18-11 0,-6 13 24 15,0 12-5-15,-47-3 5 16,-12 3 0-16,4-12 10 16,2 0 0-16,25-20-10 15,9-11 0-15,13-10 0 16,6-7-3-16,0 4 3 16,0-8-8-16,0 8-13 15,53-8 21-15,6 5-2 16,3 3 4-16,12-8-4 15,-15 3 5-15,16 6-8 16,-16-9 9-16,-13 8-6 16,7-5 4-16,-19 5 6 15,0 1-8-15,-6-1-3 0,-3-8-3 16,-4 0-98 0,-14 0-161-16,-1 0-307 0</inkml:trace>
  <inkml:trace contextRef="#ctx0" brushRef="#br0" timeOffset="-57344.89">27543 5361 396 0,'0'0'109'0,"0"0"7"0,0 0-22 0,0 0 6 16,0 0-16-16,0 0 5 15,174 45-33-15,-140-49 15 16,0-28-18-16,7-13-12 15,-7-15-13-15,3 1-28 16,-15-10 6-16,-22 9 2 16,0 7-16-16,0 17 7 15,-13 16-1-15,-43 20 2 16,-15 0-12-16,-31 17 12 0,-4 35 5 16,-2 4-2-16,15 4 3 15,40-7-10-15,31-25 4 16,22-1-35-16,10-23-76 15,67-4-19-15,13 0-95 16,3 0-138-16</inkml:trace>
  <inkml:trace contextRef="#ctx0" brushRef="#br0" timeOffset="-56831.29">28728 5249 477 0,'0'0'137'0,"0"0"-62"0,0 0 88 0,0 0-66 0,0 0-17 16,0 0 32-16,0 4-30 15,0-36-51-15,-16 0-3 16,10-12-9-16,6-16-4 16,0-9-2-16,0-3-6 15,0 5-14-15,0 22 5 16,6 13-4-16,-6 20 2 16,0 12 4-16,0 0 0 15,-18 0-25-15,-35 12 23 16,-9 20-22-16,3 8 18 15,6 4-13-15,19-8-2 16,6-3-31-16,28-5-18 16,0-17-92-16,0-6-171 0</inkml:trace>
  <inkml:trace contextRef="#ctx0" brushRef="#br0" timeOffset="-56363.84">29122 4796 474 0,'0'0'159'0,"0"0"-12"0,0 0 11 0,0 0-70 0,0 0-3 16,0 0-52-16,40-4-13 16,-6 4 2-16,6 0 12 15,1 4-4-15,-17 8-25 16,-2 4 1-16,-9 12 0 0,-7 0 0 15,-6 21-1 1,0 10-1-16,-19 10-4 0,-27-1 0 16,-4 5-2-1,13-18-9-15,9-2 8 0,28-9-2 16,0-13-22-16,0-10 16 16,0-6-6-16,0-10-49 15,0-5-41-15,0 0-48 16,0 0 22-16,12 0-22 15,-12-8-343-15</inkml:trace>
  <inkml:trace contextRef="#ctx0" brushRef="#br0" timeOffset="-56147.71">28954 5242 716 0,'0'0'401'0,"0"0"-352"16,0 0 11-16,0 0-35 16,0 0 10-16,0 0-13 15,313 0 16-15,-210 0-36 16,-17 0-2-16,-14-21-2 16,-10 17-69-16,-28-7-73 15,-34 11-519-15</inkml:trace>
  <inkml:trace contextRef="#ctx0" brushRef="#br0" timeOffset="-36896.99">22880 7375 143 0,'0'0'116'0,"0"0"-59"0,0 0-10 0,434 184 64 0,-307-148-55 0,-21 5-10 15,2-2-42 1,-9 6-2-16,-34 3-2 0,-24 12-31 16,-13-3-9-16,-22 10 1 15,-6-3 35-15,22 1 4 16,9-6-11-16,18 2 11 16,4-13-9-16,6-19-178 15</inkml:trace>
  <inkml:trace contextRef="#ctx0" brushRef="#br0" timeOffset="-30952.97">10077 14477 280 0,'0'0'0'0,"0"0"5"0,242-317-31 0,-195 178 26 16,11-14-26-16,-8-7-13 0,-3-29 14 16,-1-36-11-16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9-08T23:22:59.6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8930 8983 670 0,'0'0'96'0,"0"0"-63"0,0 0 118 0,0 0-91 15,0 0-4-15,0 0 6 16,0 0-25-16,0 0-16 16,-28 0 6-16,28 0 14 0,0 0-27 15,0 0 14-15,0-29-25 16,40-22 16-16,25-29-10 15,22-21 13-15,9-11-17 16,-3 4-2-16,-12 7-3 16,0 9-5-16,-16 8-5 15,-6 8-37-15,-10 15 7 16,-18 13-23-16,-15 16-2 16,-10 17-87-16,-6 10-89 15,0 5-74-15</inkml:trace>
  <inkml:trace contextRef="#ctx0" brushRef="#br0" timeOffset="266.85">9094 8093 162 0,'0'0'860'15,"0"0"-846"-15,0 0 94 16,96 265-43-16,-24-193-15 16,-4-5-48-16,-9 6 23 15,3-8-25-15,-16-6 0 16,1-7-7-16,-13-3-15 16,-15-6-25-16,9-7-54 15,-10-7-95-15,4-9-105 16</inkml:trace>
  <inkml:trace contextRef="#ctx0" brushRef="#br0" timeOffset="766.32">10071 9272 605 0,'0'0'30'0,"0"0"39"0,0 0 36 16,0 0-10-16,0 0-1 15,0 0-5-15,22-53-13 0,-10-10-59 16,-12-14 26-16,13-10-22 15,-13-2-4-15,0 4-15 16,0 5-2-16,0 16-7 16,0 16-7-16,0 19 6 15,0 14 4-15,0 15-11 16,0 0 9-16,0 15-17 16,-41 38 11-16,10 7 9 15,-9-4-41-15,6-7-88 16,12-10-65-16,3-6-40 15</inkml:trace>
  <inkml:trace contextRef="#ctx0" brushRef="#br0" timeOffset="1299.21">10852 8790 1003 0,'0'0'56'0,"0"0"-14"0,0 0 4 16,0 0-5-16,0 0-19 0,0 0 8 15,276-27-28-15,-217 18-2 16,-18 6-9-16,-7-5-5 15,-16 3-20-15,-8 2-83 16,-10-6-74-16,0-7-94 16</inkml:trace>
  <inkml:trace contextRef="#ctx0" brushRef="#br0" timeOffset="1497.56">10741 8417 478 0,'0'0'694'0,"0"0"-684"0,0 0 34 15,0 0 29-15,0 0-33 16,394 28-21-16,-289-40-19 16,-9-7-14-16,-31 6-70 15,-31 6-49-15,-34 7-424 16</inkml:trace>
  <inkml:trace contextRef="#ctx0" brushRef="#br0" timeOffset="2315.42">8555 10980 179 0,'0'0'792'0,"0"0"-757"0,0 0 30 16,0 0 2-16,0 0-36 15,0 0-30-15,18-84 56 16,38 43-39-16,3-10 15 16,16-9-8-16,11-9 3 15,1-11-11-15,-6 8-16 16,6-4-2-16,-16 11-11 15,-3 1 4-15,-9 17-41 16,-12-2 24-16,-7 9-32 16,-25 0-13-16,-2 12-69 0,-13 4-158 15</inkml:trace>
  <inkml:trace contextRef="#ctx0" brushRef="#br0" timeOffset="2597.21">8747 10178 538 0,'0'0'315'0,"0"0"-296"15,0 0 34 1,0 0 45-16,81 221-65 0,-41-153 5 15,0 0-23-15,1 12 5 16,-7-7-20-16,0-6-3 16,-3 2-15-16,3-5-58 15,-6-12-30-15,-3-7-61 16,-4-18-116-16</inkml:trace>
  <inkml:trace contextRef="#ctx0" brushRef="#br0" timeOffset="3180.21">9457 10876 425 0,'0'0'306'16,"0"0"-254"-16,0 0 80 0,0 0-46 0,0 0-61 16,0 0-13-16,19-8-2 15,15-5-5-15,-6 5 20 16,3 8 0-16,-3 0 3 16,0 0-28-16,-16 21 4 15,-6 23-4-15,-6 8 2 16,0 5-2-16,0 3 0 15,-6 4-1-15,-22-5 0 16,9-2-3-16,13-17 8 16,6-12-4-16,0-4 2 0,0-12-2 15,0 1-2-15,34-2 1 16,19-6 1 0,6-5 10-16,15 0 4 0,-15 0-14 15,9 0 4-15,-15 0-4 16,-13-13-17-16,-12 10-6 15,-3 3-55-15,3 0-25 16,-15 0-92-16,8 0 14 16,-21 0-198-16</inkml:trace>
  <inkml:trace contextRef="#ctx0" brushRef="#br0" timeOffset="3581.38">10598 11101 860 0,'0'0'14'0,"0"0"95"0,0 0-26 0,0 0-48 0,0 0 2 0,0 0-27 15,288 0-10-15,-260 0-2 16,-9 0-2-16,-3 0-42 16,-10 0-5-16,0 0-81 15,-6-25-17-15,0 1 14 16,0-16-248-16</inkml:trace>
  <inkml:trace contextRef="#ctx0" brushRef="#br0" timeOffset="3779.4">10499 10800 403 0,'0'0'767'0,"0"0"-757"16,0 0-3-16,0 0 49 16,0 0-33-16,0 0-17 15,282-36 0-15,-201 0-6 16,-16 8-35-16,-12 3-52 15,-32-3-102-15,-21 12-407 16</inkml:trace>
  <inkml:trace contextRef="#ctx0" brushRef="#br0" timeOffset="8177.45">12483 8157 668 0,'0'0'283'0,"0"0"-240"0,0 0 76 0,0 0-32 16,0 0-82-16,0 0 29 15,-6 0-28-15,6 0 5 16,28 0-8-16,19 0 26 15,5-4-14-15,29-4 0 16,-7 3-15-16,-15 5 4 16,-6 0-11-16,-19 0-6 0,-18 0 7 15,-16 33-17 1,0 11 22-16,0 4 1 0,-16 4 4 16,-9-8-4-16,-3-8 0 15,7-8 0-15,14-8 8 16,7-7-19-16,0-5-3 15,0 4 3-15,0-4-22 16,47 3 24-16,3 2 9 16,-4 7 2-16,-6-4 1 15,-21 12-1-15,-19 4 11 16,0 16-3-16,0 8 29 16,-19 5-29-16,-55 3 9 15,-13-4-14-15,-15-4-10 0,9 0 4 16,-6-12-18-16,-1-12-31 15,26-12-58-15,21-15 26 16,25-5-635-16</inkml:trace>
  <inkml:trace contextRef="#ctx0" brushRef="#br0" timeOffset="8841.6">13807 8101 54 0,'0'0'566'0,"0"0"-490"0,0 0 23 0,0 0 35 15,0 0-67-15,0 0 6 16,28 92 0-16,-15-36-33 0,-7 9-3 16,0 7-8-16,-6 3 19 15,0 10-40-15,0 4 18 16,0 2-26-16,0-2 11 16,0-5-11-16,0-8-7 15,0-12 4-15,0-8-31 16,0-20 22-16,0-11-21 15,0-17 1-15,0-5-24 16,0-3 21-16,-6 0-2 16,-13 0 16-16,-9-8-124 15,4-20-43-15,2 0 40 16,-3-4-139-16</inkml:trace>
  <inkml:trace contextRef="#ctx0" brushRef="#br0" timeOffset="9108.7">13466 8867 481 0,'0'0'116'0,"0"0"-23"16,0 0 26-16,0 0-66 15,0 0 32-15,0 0 5 16,56-21 34-16,-3 21-62 15,12-3 1-15,3-2-5 16,-9 2-40-16,22-6-1 16,-1 1-13-16,7 0-8 0,-6 0-5 15,-1 1-15 1,-15-1-53-16,-24 0-49 0,-13-5-326 16</inkml:trace>
  <inkml:trace contextRef="#ctx0" brushRef="#br0" timeOffset="11272.35">15017 9444 504 0,'0'0'113'0,"0"0"-87"0,0 0 44 0,0 0 5 0,0 0-52 16,0 0 27-16,102 24 26 16,-90-71-34-16,1-14-7 15,-13-16-9-15,0-18 13 16,0-18-16-16,0-11-7 0,0-9-12 16,0-3-1-1,0 8-1-15,-6 7-1 16,-1 13 4-16,7 16-5 15,0 16 26-15,0 20-19 0,0 15 27 16,0 18-12-16,34 7 19 16,13-1-27-16,18-2 6 15,37-1-13-15,19-5-4 16,13 1 10-16,11 12-7 16,-5 0-12-16,-13 5-19 15,-12-1-2-15,-16 8-48 16,-25 0-60-16,-33 0-150 15,-29 0-425-15</inkml:trace>
  <inkml:trace contextRef="#ctx0" brushRef="#br0" timeOffset="11956.5">15975 8433 648 0,'0'0'136'0,"0"0"-32"0,0 0 58 0,0 0-79 16,0 0-49-16,0 0-12 15,-56 41 9-15,25 7-18 0,-9 16 4 16,5 8-7-16,8 0 2 16,8 0 0-16,19-7-5 15,0-1-1-15,0-8 4 16,40-8-20-16,13-8 16 15,6-4-13-15,3-11 6 16,-3-10-12-16,-6-7 10 16,2-8-15-16,-2 0 13 15,-6 0 3-15,-7-15 0 16,-6-26 4-16,-9-3-4 0,-25-4-13 16,0 4 6-1,0 12-18-15,0 8-1 0,-59 16 16 16,-9 8-9-1,-4 0 17-15,-8 15 4 0,12 26 9 16,9-1-9-16,18-8 1 16,7-7-1-16,28-10-17 15,0-3-110-15,6-8-253 16</inkml:trace>
  <inkml:trace contextRef="#ctx0" brushRef="#br0" timeOffset="12587.57">14796 9079 468 0,'0'0'269'0,"0"0"-242"0,0 0 16 0,0 0 21 0,0 0-8 16,0 0 41-16,28 149-5 15,13-102-21-15,-7-6-31 16,-3-1-12-16,-3-8-16 16,0-12-9-16,-10 0-6 15,10-4-23-15,-9-8-13 16,-4 8-133-16,-15-8-287 16</inkml:trace>
  <inkml:trace contextRef="#ctx0" brushRef="#br0" timeOffset="15386.44">12049 10531 607 0,'0'0'243'0,"0"0"-198"0,0 0 48 0,0 0-49 16,0 0-28-16,0 0-16 16,0 0 10-16,121 0 15 15,-46 0-24-15,5 0 19 16,1 0-13-16,-16 20-5 15,-12 4-2-15,-19 9-18 16,-28 6 14-16,-6 14-3 16,0 11 3-16,-53 4 8 15,-6-4-7-15,-3-8 11 16,22-15 11-16,15-13-13 16,10-9-3-16,15-7-3 0,0-4-20 15,0 0 12 1,34 5-1-16,12-9 9 0,1 12 4 15,-13 0 10-15,-22 7-12 16,4 13 29-16,-16 17 18 16,-16 11-1-16,-55 8-3 15,-10 5-29-15,1-14 9 16,12-2-24-16,15-13 10 16,13-16-11-16,-1-12-15 15,41-15-35-15,0-5-45 16,0 0-193-16,41-5-280 15</inkml:trace>
  <inkml:trace contextRef="#ctx0" brushRef="#br0" timeOffset="15986.56">13026 11245 726 0,'0'0'128'0,"0"0"14"0,0 0-36 0,0 0-36 16,0 0-53-16,0 0 24 15,121 0 12-15,-22-8-33 16,10-17 22-16,8-2-25 16,-2-1 6-16,-6-5-23 15,-22 21-2-15,-1-4-46 16,-14 5-22-16,-17 11-45 16,-30 0-255-16</inkml:trace>
  <inkml:trace contextRef="#ctx0" brushRef="#br0" timeOffset="16585.25">14551 11350 219 0,'0'0'616'0,"0"0"-590"0,0 0 4 0,0 0 69 15,100 219-70-15,-66-178-6 16,6-9-19-16,-9-3 3 16,9-6-10-16,-5-7 4 15,-14-12-2-15,-2-4 0 0,-13 0-9 16,0-4 20-16,-6-44 0 15,0-24 10-15,0-13-16 16,-6-19-1-16,-34-19-3 16,-1-7 0-16,1-6-7 15,22 16 6-15,5 20 2 16,4 27 18-16,9 29 18 16,0 16 20-16,0 9-16 15,0 6-12-15,22-2 1 16,52 2-30-16,19-3 0 15,28 9 3-15,12-6-7 16,13-3-6-16,9 4-7 16,-3-12-55-16,-9-4-1 0,-19 4-97 15,-44 16-303 1</inkml:trace>
  <inkml:trace contextRef="#ctx0" brushRef="#br0" timeOffset="17268.34">15761 10888 100 0,'0'0'706'0,"0"0"-697"0,0 0 111 0,0 0 19 0,-183 208-64 0,177-143-20 16,-7 3-17-16,13 4-12 16,0 0-15-16,0-8 19 15,0-7-29-15,0-9-1 16,34-8-8-16,7-8 3 0,11-11 3 16,1-2-20-1,9-7 21-15,-3-12-16 16,-6 0 17-16,-7 0-24 0,-12-31-10 15,-21 6 34-15,-13-16 0 16,0 14 4-16,0-1 1 16,-47 8 3-16,1 12-6 15,-7 8 38-15,-6 0-13 16,-9 19-24-16,9 26 2 16,3-1-6-16,16-12 1 15,27-8-25-15,13-3-23 16,0-10-104-16,0-3-187 15</inkml:trace>
  <inkml:trace contextRef="#ctx0" brushRef="#br0" timeOffset="54220.44">7677 8818 596 0,'0'0'108'0,"0"0"-28"0,0 0 12 0,0 0-2 0,0 0-55 15,0 0 34-15,0 0-31 16,0 0 9-16,0 0 0 16,0 0-11-16,0 5 2 15,0-5-35-15,28 3 6 16,31-3-5-16,22 0 23 15,-1 0-24-15,7 0 7 16,-6 0-10-16,-13 0-2 16,3 0-11-16,-9 0-20 15,-21-11 3-15,-17-2-57 16,-24-2-44-16,0-1-234 16</inkml:trace>
  <inkml:trace contextRef="#ctx0" brushRef="#br0" timeOffset="54487.16">7758 8658 213 0,'0'0'641'0,"0"0"-599"16,0 0-23 0,0 0 46-16,0 0-21 0,0 0-18 15,220-44-26 1,-158 24-4-16,-3 0-60 0,-19 7-70 16,-6 10-48-16,-15-1-228 15</inkml:trace>
  <inkml:trace contextRef="#ctx0" brushRef="#br0" timeOffset="55270.41">6189 8871 664 0,'0'0'33'0,"0"0"32"0,0 0 34 0,0 0-1 15,0 0-53-15,0 0 18 16,-47 176-37-16,47-156-6 16,19 0-6-16,21-7 1 15,7-5 1-15,6-8-10 16,9 0 0-16,18 0-3 16,7-29 14-16,-6-15-17 0,-4-12 24 15,-15-8-13 1,-15-8-7-16,-23-8-4 0,-24-1 4 15,0 13-10-15,0 4 15 16,-31 20-23-16,-24 8 14 16,-4 16-6-16,-16 20-8 15,16 0 3-15,-27 20-5 16,17 40 6-16,-2 4 9 16,15-4-3-16,25 1 4 15,16-18 19-15,15-6-19 16,0-17-6-16,15-9 0 15,50-6 0-15,16-5 6 16,18 0-3-16,16 0 7 16,-7 4-5-16,-8 15 6 15,-7 17-10-15,-13 13 11 16,1 11-10-16,-22 8 4 0,-6 1 0 16,-26-13 0-16,-14-9-9 15,9-18-8-15,-10-22-77 16,10-7-41-16,18-3-161 15,-28-38-223-15</inkml:trace>
  <inkml:trace contextRef="#ctx0" brushRef="#br0" timeOffset="56067.69">6831 11109 874 0,'0'0'76'0,"0"0"-19"0,0 0-14 0,0 0 27 0,0 0-39 15,359-16 5-15,-225 4-35 16,-19-1 5-16,-41 5 3 15,-9 0-18-15,-12 4-9 16,-19-4-29-16,-6 0-100 16,-28-3-120-16,0 6-304 15</inkml:trace>
  <inkml:trace contextRef="#ctx0" brushRef="#br0" timeOffset="56285.24">6970 10728 814 0,'0'0'96'16,"0"0"-90"-16,0 0 76 16,0 0 31-16,341 0-96 15,-260 0 7-15,-16-9-18 16,-9 6-12-16,-10-10-45 15,-15 10-96-15,-21-5-151 16</inkml:trace>
  <inkml:trace contextRef="#ctx0" brushRef="#br0" timeOffset="57233.21">5581 10279 276 0,'0'0'522'0,"0"0"-519"0,0 0 45 16,0 0 19-16,0 0-7 16,0 0-58-16,-15 11 7 15,15 37 23-15,6 17 25 0,16 11 1 16,-4 4-30-16,-2 0 12 15,-4 17-35-15,1-5 16 16,2 4-18-16,-15-4 9 16,0-7-7-16,0-13-1 15,0-24-1 1,0-16 3-16,0-16-12 0,0-12 12 16,0-4-12-16,0 0 10 15,0 0-8-15,6-20-24 16,0-36 10-16,13-4 18 15,9-17 7-15,6 13-7 16,13 0-2-16,-7 20-5 0,19 11-30 16,3 18 32-16,-9 11-28 15,21 4 29-15,-21 0-7 16,-7 24 3-16,-12 8 3 16,-15-3 5-16,-19 7-5 15,0 19 10-15,0 6 37 16,-53 11-34-16,-21 4 30 15,-13-4-26-15,-18 8 24 16,8-20-4-16,26-7-10 16,3-34-22-16,28-2 0 15,27-17-1-15,13 0-42 16,0 0-17-16,0-28-143 16,40 0-123-16</inkml:trace>
  <inkml:trace contextRef="#ctx0" brushRef="#br0" timeOffset="62413.43">23587 7238 405 0,'0'0'164'0,"0"0"-146"0,0 0 65 0,0 0-37 0,0 0-1 15,0 0 8-15,0 0 37 16,0 8-39-16,0-8 10 16,0 0-7-16,0 5 0 15,0-5-25-15,0 0-23 16,0 0 33-16,0 0-21 16,0 0 24-16,12-29-30 15,10-30 28-15,-3-22-17 0,8-20 1 16,1-10-15-16,-3-6-6 15,3-4-3 1,-9 5-18-16,2 8 8 16,10 11-36-16,-15 25 43 0,-10 28-4 15,-6 29-7-15,0 15 7 16,0 0-7-16,-34 48-4 16,-71 35 18-16,-29 27-3 15,-15-7 14-15,38-14-26 16,15-13 0-16,37-16-47 15,25-12-75-15,27-16-127 16,7-11-291-16</inkml:trace>
  <inkml:trace contextRef="#ctx0" brushRef="#br0" timeOffset="62979.17">20123 8032 564 0,'0'0'397'0,"0"0"-348"0,0 0-24 0,0 0 17 0,348-19 45 16,-38-9-27-16,96-8 17 15,90-5-11-15,78 18 1 16,49 2-34-16,-9 21 23 15,0 0-47-15,-25 8-3 16,-34 36-6-16,-34 8-4 16,-47 9-10-16,-46 3-29 15,-46 4-12-15,-35-8-44 16,-34 0 26-16,-37-12-41 16,-50-12-128-16,-86-4-463 15</inkml:trace>
  <inkml:trace contextRef="#ctx0" brushRef="#br0" timeOffset="64029.87">21113 10050 555 0,'0'0'226'0,"0"0"-140"0,0 0 27 0,0 0-17 15,0 0-84-15,0 0 53 16,0-281-32-16,0 188 10 15,0-10-6-15,0 6-10 16,0 1-9-16,0-1-17 16,0 17 6-16,-7 0-3 15,-5 16-6-15,0 24 2 16,-10 28-6-16,22 12 0 0,-19 0-24 16,-9 49 9-1,-18 34 13-15,-22 30 6 0,-10 11-42 16,-3-15-18-16,26-13-120 15,17-28-195-15</inkml:trace>
  <inkml:trace contextRef="#ctx0" brushRef="#br0" timeOffset="64599.7">19711 10551 675 0,'0'0'109'0,"0"0"-47"0,0 0 78 0,0 0-49 15,0 0-35-15,0 0-42 16,133-20 27-16,47 0 24 15,62-4-9-15,19-1 26 0,11 2-46 16,1 7-17-16,3 16-8 16,-9 0-22-16,-13 0-5 15,-28 31-44-15,-18 10 17 16,-47-1-60-16,-40 12-59 16,-56-8-269-16</inkml:trace>
  <inkml:trace contextRef="#ctx0" brushRef="#br0" timeOffset="65577.32">19531 11365 132 0,'0'0'233'0,"0"0"-113"16,0 0 21-16,0 0-20 16,0 0-20-16,0 0-2 15,-56 0-21-15,56 0-15 16,0 0-2-16,0 0-9 15,0 0-28-15,0 0-16 0,0 0-4 16,0-7-4-16,22-9 1 16,25 11 5-16,-13 5-6 15,12 0-6-15,-5 0-4 16,11 0 10-16,-11 21-5 16,-1 18 4-16,-22-3-4 15,-2 9-28-15,-16 2 30 16,0 6-26-16,0-1 18 15,-28-8-15-15,6-11 6 16,16-5 12-16,0-12 7 16,6-5-5-16,0 6-19 15,0-2 23-15,0 6 4 0,6 2 0 16,0 18 4-16,-6-5 37 16,0 24-9-16,0 0-9 15,-59 8-2-15,-15 4-6 16,-19-8 5-16,0 1-17 15,-6-14 5-15,18-6-6 16,7-17-8-16,5-8-6 16,17-8 0-16,5 0-128 15,7-4-132-15,34-8-329 16</inkml:trace>
  <inkml:trace contextRef="#ctx0" brushRef="#br0" timeOffset="66010.2">20353 11522 456 0,'0'0'115'0,"0"0"-45"0,0 0 38 0,0 0-15 16,0 0-5-16,0 0-14 0,0-33 5 15,0 46-27-15,0 23-3 16,0 16-6-16,0 12 0 15,0 4-27-15,-16 12 12 16,10 8-27-16,0-3 1 16,6-5-2-16,-6-7-5 15,6-18 4-15,0 1-30 16,0-15 16-16,0-10-38 16,0-6 7-16,0-14-93 15,0-11-102-15,0 0-82 16,0 0-140-16</inkml:trace>
  <inkml:trace contextRef="#ctx0" brushRef="#br0" timeOffset="66227.28">19978 12119 992 0,'0'0'71'16,"0"0"-69"-16,0 0 21 15,0 0 15-15,0 0 9 16,0 0 4-16,359 0-34 16,-272 0-1-16,9 0-12 0,-18 0-8 15,-10 0-24 1,6 0-27-16,-15 0-87 0,-25 0-174 16</inkml:trace>
  <inkml:trace contextRef="#ctx0" brushRef="#br0" timeOffset="66642.75">21007 12180 825 0,'0'0'37'0,"0"0"29"16,0 0-23-16,0 0-32 0,0 0 0 15,0 0-9 1,146 216 18-16,-131-204-16 0,-15 1 3 16,13-13-2-16,-13 0 0 15,0 0 5-15,0-13 12 16,0-31 26-16,0-24-26 16,0-20-1-16,0-12-20 15,0-13-2-15,0 0 5 16,0 10-9-16,0 10 7 15,-13 9-2-15,7 12 9 16,6 3-7-16,0 13 25 16,0 9-23-16,0 26 17 0,0 9-16 15,6 4-9 1,47 5 4-16,6 3 0 16,15 0-5-16,19 0-1 0,0 0-3 15,10 0-45-15,-4 0-16 16,-6 0-98-16,-25 0-176 15</inkml:trace>
  <inkml:trace contextRef="#ctx0" brushRef="#br0" timeOffset="67176.91">21888 11626 582 0,'0'0'68'0,"0"0"10"0,0 0 25 0,0 0-10 16,-227 241-68-16,215-177-2 16,12 12 9-16,0-4-7 15,0-12 0-15,12-4-7 16,35-15 29-16,15-10-44 15,-3-10 11-15,0-13-9 16,3-8-5-16,-10 0 8 16,-11-8-3-16,-1-33 3 15,-28 2-7-15,-12-2 24 16,0 5-25-16,-12 5 0 16,-41 18 3-16,-15 9-3 15,9 4 0-15,-3 4 2 16,3 40 0-16,13 5 1 0,12-1-6 15,21-9-21 1,13-10-48-16,0-14-230 0,6-15-393 16</inkml:trace>
  <inkml:trace contextRef="#ctx0" brushRef="#br0" timeOffset="68209.09">23922 9930 583 0,'0'0'42'0,"0"0"72"0,0 0 18 0,0 0 2 15,0 0-37-15,0 0-8 16,-62 8-55-16,62 15-5 16,-6 10-5-16,-7 15-18 15,13 24 17-15,0 4-18 0,0 8 22 16,0-4-26-16,0 1 9 15,0 3-1-15,0-3-18 16,0 7 9-16,0-9-30 16,0 6 0-16,0-16-28 15,0-26-10-15,0-22-140 16,0-18-149-16</inkml:trace>
  <inkml:trace contextRef="#ctx0" brushRef="#br0" timeOffset="68460.92">23407 10543 583 0,'0'0'440'16,"0"0"-417"-16,0 0 69 15,0 0-60-15,0 0-22 16,0 0-2-16,112 4 15 15,-32 0 9-15,7 4-11 16,9-3 6-16,-3-5-24 16,0 0-3-16,0 0-23 15,0 0-11-15,-18 0-89 16,-16-13-238-16</inkml:trace>
  <inkml:trace contextRef="#ctx0" brushRef="#br0" timeOffset="69177.47">26461 10254 638 0,'0'0'151'0,"0"0"16"0,0 0-36 0,0 0-48 0,0 0-43 15,0 0-24-15,0-176 35 0,13 95-35 16,8-10 11-16,-8-6-22 16,15 0 1-16,6 14-6 15,-22 6-17-15,1 29 11 16,-13 16-14 0,0 20 19-16,0 12-10 0,0 0-9 15,-13 5 14-15,-27 26-1 16,6 22-5-16,-13 10-24 15,-12 14-68-15,-3 12-181 16,3 2-491-16</inkml:trace>
  <inkml:trace contextRef="#ctx0" brushRef="#br0" timeOffset="69655.97">25292 10728 24 0,'0'0'810'0,"0"0"-715"0,0 0-16 0,0 0-29 0,0 0-4 16,0 0 11-16,214-9 6 16,-68 6-16-16,43-10 5 0,44 2 12 15,33-1-3-15,35 7-44 16,15 2-17-16,10 3-4 16,-32 0 2-16,-21 0-15 15,-18 23-46 1,-26 21 4-16,-31 21-42 0,-49-1-78 15,-43 12-340-15</inkml:trace>
  <inkml:trace contextRef="#ctx0" brushRef="#br0" timeOffset="70622.17">25385 11662 627 0,'0'0'357'0,"0"0"-303"0,0 0 38 15,0 0-68-15,0 0-3 16,0 0 7-16,220-40-11 0,-133 23-17 16,-6 6 7-16,-13 7-15 15,-15 4 12-15,-13 0-12 16,-21 12 16-16,-7 28 5 15,-12 4-7-15,0 16 14 16,-12 9-20-16,-47-5 0 16,6 0-1-16,-3-12-11 15,38-12 8-15,-4-8-3 16,22-12-3-16,0-4-9 16,0-4-2-16,0-8-5 15,28 13 22-15,6-6-3 16,-28 6 7-16,0 2 4 15,-6 29 16-15,0 4 21 0,-52 17-25 16,-51 7 18-16,10 0-27 16,-6-12 25-16,12-8-16 15,19-23-16-15,22-9-17 16,21-12-34-16,19-12 7 16,6 0-70-16,0 0-208 15,0-20-387-15</inkml:trace>
  <inkml:trace contextRef="#ctx0" brushRef="#br0" timeOffset="70991.84">26080 12200 782 0,'0'0'202'0,"0"0"-172"0,0 0 47 0,0 0 1 16,0 0-15-16,0 0-36 0,428 0 3 16,-307-5-25-16,-35-7-5 15,7 9-13-15,-24-2-27 16,-38 2-21-16,3 3-141 16,-34 0-262-16</inkml:trace>
  <inkml:trace contextRef="#ctx0" brushRef="#br0" timeOffset="71671.05">27258 12131 814 0,'0'0'20'0,"0"0"0"0,0 0 44 0,87 241-50 16,-68-181 10-16,-1-4 1 16,-2-7 1-16,-4-5-22 15,0-8 10-15,-2-21-13 0,-4-2 10 16,6-10-11-16,1-3 1 16,2 0-6-16,4-39 11 15,3-26 12-15,-4-22-13 16,4-26 0-16,-4-23-5 15,-5-5-13-15,2-3-15 16,-8 8-22-16,-1 23 40 16,0 21 10-16,0 12 17 15,0 11 16-15,4 14 16 16,2 14-23-16,7 5 19 16,2 20-35-16,13 0 3 15,19 8-13-15,12 0 0 16,31 3-3-16,22 2-3 15,25-5 4-15,-4 0-91 16,-11 8-97-16,-14 0-352 0</inkml:trace>
  <inkml:trace contextRef="#ctx0" brushRef="#br0" timeOffset="72187.56">28126 11771 94 0,'0'0'472'0,"0"0"-418"0,0 0 20 16,-180 216 39-16,146-132 2 15,6 4-24-15,10-8-40 16,12-8-13-16,6-11-6 0,0-12-29 15,0-13 13-15,12-13-10 16,35-7-5-16,21-11 3 16,3-5-4-16,10 0 5 15,-7-13-3-15,-15-23-2 16,-12-4 7-16,-13 4-18 16,-34-4 8-16,0 12-8 15,-28 11 9-15,-65 14 2 16,12 3-5-16,-12 20 5 15,6 32 8-15,22 4-3 16,9 0 0-16,16-16-5 16,34-15-48-16,0-18-278 15</inkml:trace>
  <inkml:trace contextRef="#ctx0" brushRef="#br0" timeOffset="73237.31">20666 6175 432 0,'0'0'105'0,"0"0"-9"0,0 0 30 16,0 0-8-16,0 0-51 16,0 0-10-16,-53-3-44 15,19 11 22-15,-12 12 8 0,-23 8 5 16,-11 12-17-16,-13 3-2 16,-19 23 7-16,-9-2-26 15,0 19 23-15,-6 6-29 16,0 11 27-16,0 16-30 15,15 8 19-15,10 22-13 16,-3 26 13-16,8 20 2 16,11 20-15-16,8 9 0 15,22 4 2-15,25-13-13 16,10 9 12-16,21-1-10 16,0 21 6-16,0 16-4 15,0 8 0-15,0 4 3 16,0-9-6-16,0-11 3 0,0 0-11 15,28-5 15-15,-16-4-11 16,-6-10-19-16,-6-14 22 16,0-24-1-16,0-11 3 15,6-17 1-15,35-20-49 16,33-11 0-16,31-17-26 16,23-11 4-16,20-17-96 15,-20-24-312-15</inkml:trace>
  <inkml:trace contextRef="#ctx0" brushRef="#br0" timeOffset="74469.05">29174 6408 446 0,'0'0'132'0,"0"0"-35"0,0 0 0 16,0 0-39-16,0 0 30 16,0 0-15-16,0 0-10 15,-105-56-6-15,89 56 15 16,10 0-26-1,0 0 13-15,6 0-35 0,0 0-6 16,0 0-11-16,0 0-5 16,0 0-2-16,0 36 0 15,6 17 9-15,41 19-7 16,15 3 21-16,-3 14-21 16,15 7 7-16,0 4-9 15,-2 5 0-15,2 11 5 16,1-3-2-16,-10 18-6 15,3 2 15-15,-9 16-16 0,3-1 10 16,-16 12-12-16,-5 13 10 16,-23-4-8-16,-18 6-6 15,0 2-1-15,0-4 1 16,0 3 14-16,-34-3-16 16,-12-6 22-16,-1-2-19 15,-12 12 15-15,-15-13-9 16,-1 5 4-16,10-9-2 15,-3-4 1-15,-3-4-3 16,-4-6-6-16,-5 9 4 0,-13-6-11 16,-16-16-41-1,4-13 9-15,-4-24-65 0,10-7-168 16,12-9-330 0</inkml:trace>
  <inkml:trace contextRef="#ctx0" brushRef="#br0" timeOffset="75519.92">29370 5975 699 0,'0'0'96'0,"0"0"88"0,0 0-22 0,0 0-54 0,0 0-54 0,0 0-2 16,-7-4 3-16,73 17-13 15,14-10-6-15,7 5-25 16,0-8 2-16,6 0-13 16,-6 0-11-16,-7 0-64 15,-12 8-18-15,-15-8-59 16,-25 0-335-16</inkml:trace>
  <inkml:trace contextRef="#ctx0" brushRef="#br0" timeOffset="76051.88">30532 5599 461 0,'0'0'356'0,"0"0"-261"16,0 0 11-16,0 0-46 15,0 0-27-15,0 0 30 16,208-25-17-16,-183 25-10 16,-3 0-21-16,-10 0 16 15,-6 12-23-15,-6 32 13 16,0 25 3-16,0 14-10 15,-59 10-14-15,-21 7 2 16,-1 0-13-16,7-8 12 16,21-12-12-16,13-23 14 15,21-9-8-15,19-12 5 16,0-8 0-16,0-3-6 16,25-9 12-16,43-5-14 0,25-7 16 15,22-4-11-15,12 0 6 16,-6 0-6-16,-16 8-4 15,-18-3-3-15,-19 14-28 16,-27 1-30-16,-41 1-94 16,0 2-304-16</inkml:trace>
  <inkml:trace contextRef="#ctx0" brushRef="#br0" timeOffset="88391.65">955 10025 341 0,'0'0'147'0,"0"0"-136"0,0 0 29 0,0 0 26 16,0 0-33-16,0 0 12 16,0 0 30-16,0 0-3 0,-47-8 15 15,47 8-30 1,0 0 9-16,0 0-50 0,0 0 9 16,-6 0-24-16,-3 0 6 15,9 0-7-15,-6 0 0 16,-7 5 19-16,-8 31-16 15,2 12 15-15,-9 0 0 16,28 13 6-16,-6-2-22 16,0-2 17-16,6 2-18 15,0-2-1-15,0 7 4 16,0 0 0-16,0 0-8 16,-6 8 12-16,-1 0-6 15,1-3 3-15,-3-5-5 16,9-23 5-16,0-2-5 0,0-14 0 15,0-14 0-15,0-6 0 16,0-5 3 0,0 0-6-16,0 0 13 0,0 0-2 15,0 0-8-15,40 0 22 16,16 0-9-16,-3 0 3 16,6 0-10-16,-13 0-4 15,16 0-4-15,3 0 11 16,16 0-8-16,6 0 2 15,6 0-6-15,3-5 10 16,-3-6-9-16,28 11 4 16,12 0 0-16,0-5-2 15,13 5 4-15,-31-12-15 0,-10 4 14 16,10 0-6-16,-16-4 1 16,-18 4 1-16,6-3-11 15,-7-2 6-15,-5-7-4 16,-4 4 1-16,10-7 8 15,-7 6 2-15,-6 4-2 16,4 5 10-16,8 8-18 16,1-3 12-16,-1 3-5 15,-11-4 4-15,-10 0-1 16,-13 0-1-16,-6 4 0 16,-12 0-8-16,-9 0 19 15,0 0-22-15,2-8 13 16,-2 0-5-16,3-4-13 0,5-9-3 15,-8 13 11-15,-13-3 8 16,7-1 0-16,-4-1 10 16,-9-7-2-16,0-7-2 15,0-10 7-15,0-3-13 16,0 0 0-16,0-7 0 16,-22 6 0-16,16-3-6 15,-6 8 12-15,-10 0-12 16,3 3 17-16,-2-6-16 15,2-6 8-15,-3 6-6 16,4-10 1-16,-4 5-6 16,3 4-6-16,-8 0-3 15,2 15 11-15,-9 5 5 0,12 1-6 16,9 2 14-16,1 1-10 16,0 1 5-16,2-9-4 15,-2 7 1-15,0 1 1 16,-4 12 0-16,-3 0 1 15,13 4-5-15,0 0 8 16,-9 0 7-16,8 0-3 16,-11 0-16-16,2 0 8 15,-2 0 0-15,-16 0 1 16,-1 0 3-16,-23 0-8 16,-1 0 14-16,-16 0-13 15,-5 0 16-15,-20 0 5 16,14 0-7-16,-17 0 7 0,-18 0-15 15,-18 0 3-15,-22 4 7 16,2 8-13 0,-48 4 24-16,11 1-14 0,10 2 41 15,31-7-47-15,78 1 20 16,8-2-24-16,23-2-1 16,12-1-1-16,9 8-30 15,16-4-27-15,9-1-22 16,0-11-26-16,0 0-347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6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BF8233E-1CD7-454B-F2D0-FB5C1DF00F3E}"/>
                  </a:ext>
                </a:extLst>
              </p14:cNvPr>
              <p14:cNvContentPartPr/>
              <p14:nvPr/>
            </p14:nvContentPartPr>
            <p14:xfrm>
              <a:off x="5681792" y="2514681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BF8233E-1CD7-454B-F2D0-FB5C1DF00F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7472" y="2510361"/>
                <a:ext cx="9000" cy="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C301C91-11C0-DC90-1E25-684B0BD97DB6}"/>
                  </a:ext>
                </a:extLst>
              </p14:cNvPr>
              <p14:cNvContentPartPr/>
              <p14:nvPr/>
            </p14:nvContentPartPr>
            <p14:xfrm>
              <a:off x="873000" y="1276200"/>
              <a:ext cx="10941840" cy="46116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C301C91-11C0-DC90-1E25-684B0BD97D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640" y="1266840"/>
                <a:ext cx="10960560" cy="463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85FDA55-7C80-32DB-82EB-3665B414B16E}"/>
                  </a:ext>
                </a:extLst>
              </p14:cNvPr>
              <p14:cNvContentPartPr/>
              <p14:nvPr/>
            </p14:nvContentPartPr>
            <p14:xfrm>
              <a:off x="2715840" y="929520"/>
              <a:ext cx="9510840" cy="4484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85FDA55-7C80-32DB-82EB-3665B414B1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6480" y="920160"/>
                <a:ext cx="9529560" cy="450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67E891A-0AE2-C3D1-264D-A16DCC75D583}"/>
                  </a:ext>
                </a:extLst>
              </p14:cNvPr>
              <p14:cNvContentPartPr/>
              <p14:nvPr/>
            </p14:nvContentPartPr>
            <p14:xfrm>
              <a:off x="2138760" y="1473840"/>
              <a:ext cx="10260720" cy="5291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67E891A-0AE2-C3D1-264D-A16DCC75D5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9400" y="1464480"/>
                <a:ext cx="10279440" cy="531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E612E6E-3B39-2124-B581-4F02C5FCEF90}"/>
                  </a:ext>
                </a:extLst>
              </p14:cNvPr>
              <p14:cNvContentPartPr/>
              <p14:nvPr/>
            </p14:nvContentPartPr>
            <p14:xfrm>
              <a:off x="208800" y="243720"/>
              <a:ext cx="11907360" cy="47980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E612E6E-3B39-2124-B581-4F02C5FCEF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440" y="234360"/>
                <a:ext cx="11926080" cy="481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54B5D05-A58E-8739-7A04-A3505A033880}"/>
                  </a:ext>
                </a:extLst>
              </p14:cNvPr>
              <p14:cNvContentPartPr/>
              <p14:nvPr/>
            </p14:nvContentPartPr>
            <p14:xfrm>
              <a:off x="331560" y="362160"/>
              <a:ext cx="11280960" cy="61074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54B5D05-A58E-8739-7A04-A3505A0338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200" y="352800"/>
                <a:ext cx="11299680" cy="612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035D0DE-D746-846D-78EC-9861E84250D7}"/>
                  </a:ext>
                </a:extLst>
              </p14:cNvPr>
              <p14:cNvContentPartPr/>
              <p14:nvPr/>
            </p14:nvContentPartPr>
            <p14:xfrm>
              <a:off x="275760" y="2006640"/>
              <a:ext cx="10974240" cy="25632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035D0DE-D746-846D-78EC-9861E84250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6400" y="1997280"/>
                <a:ext cx="10992960" cy="258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</Words>
  <Application>Microsoft Office PowerPoint</Application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2026-09-08T02:00:17Z</dcterms:created>
  <dcterms:modified xsi:type="dcterms:W3CDTF">2026-09-08T23:25:29Z</dcterms:modified>
</cp:coreProperties>
</file>