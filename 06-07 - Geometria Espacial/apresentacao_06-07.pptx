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ink/ink8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9.xml" ContentType="application/inkml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2T22:11:08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7711 11314 634 0</inkml:trace>
  <inkml:trace contextRef="#ctx0" brushRef="#br0" timeOffset="148937.1">12238 16579 384 0,'0'0'335'0,"0"0"-295"0,0 0 24 0,0 0-7 0,0 0-27 15,0 0 21-15,0-4 34 0,0 4-19 16,0 0-7-16,0 0-38 16,0 0-16-16,0 0-5 15,0 0-108-15,0-8-258 16</inkml:trace>
  <inkml:trace contextRef="#ctx0" brushRef="#br0" timeOffset="-190735.2">4930 15488 383 0,'0'0'79'0,"0"0"-63"0,0 0 3 0,0 0 11 16,0 0 26-16,0 0-23 16,0 0 62-16,-65-4 4 0,65 4 40 15,-6 0-93 1,0 0-9-16,-4 0-29 0,4 0 0 15,-6 0-6-15,-1 0 0 16,-2 0 31-16,-4 0-19 16,-3 0 30-16,-9 0-34 15,-3 0 27-15,-12 0-33 16,6 0 11-16,5 0-11 16,7 0 3-16,10 0 0 15,12 0-5-15,6 0 3 16,0 0 0-16,0 0-3 15,0 0 9-15,0 0-10 16,0-8 2-16,-7 8 4 16,7 0-7-16,0 0-12 15,0 0 11-15,19 0-14 16,49 0 5-16,25-8 20 0,19-8-13 16,9 8 8-16,6-4-5 15,-12 4 1-15,6 4-1 16,12 4 0-16,-12 0 0 15,12 0-5-15,-6 0 15 16,-9 0-13-16,-3 0 9 16,-28 4-2-16,-7-1-4 15,-21 6-1-15,-25-5-2 16,0 0-6-16,-15-4-2 16,-3 4-23-16,8-4 20 15,-14 0-18-15,15 0 2 16,-4 0-18-16,-8 0 6 15,-13 0-201-15,0-24-308 16</inkml:trace>
  <inkml:trace contextRef="#ctx0" brushRef="#br0" timeOffset="-189985.77">6530 15119 86 0,'0'0'470'0,"0"0"-433"0,0 0-34 0,0 0 70 0,0 0 48 0,0 0-8 0,267 53-36 15,-162-50-63-15,4 5 18 16,-10 0-32-16,-19-4 13 15,-27 1-12-15,-19 3-2 16,-28-8-2-16,-6 0-4 16,0 0 6-16,0 8 2 0,0 0 35 15,-34 15-18 1,-3 13 11-16,-43 13-18 0,-17 7-16 16,4-4 10-16,0-16-10 15,28 4 4-15,9-16 1 16,10-12 8-16,27-7 1 15,-2 3 28-15,14-8-20 16,7 0-10-16,0 0-7 16,0 0-8-16,0 0-46 15,0 3-6-15,0-3 43 16,0 5 17-16,0-5 10 16,0 0 30-16,-6 0 44 15,6 0-60-15,0 0 5 0,0 0-29 16,0 0-50-1,28-21-205-15,-9-15-553 0</inkml:trace>
  <inkml:trace contextRef="#ctx0" brushRef="#br0" timeOffset="-183942.35">7538 14569 108 0,'0'0'381'0,"0"0"-349"0,0 0 1 0,0 0 3 0,0 0 12 0,0 0-16 0,0 0 31 0,-25 36-21 0,9-27-12 15,10-1-7 1,6-8 9-16,0 0-15 15,0 0-3-15,0 0-10 16,-6 0 21-16,0 0 43 0,0 0-13 16,-4 0 5-16,10 0-25 15,0 4-17-15,0 3-9 16,-6 10-4-16,-6-1-9 16,-7 8 13-16,-3 4-10 15,4 5 9-15,2 14-6 16,4 1-1-16,6 4-1 15,0 1 0-15,6 3 3 16,0-8-8-16,0 4 12 0,0-8-15 16,0 0 18-16,0 0-16 15,0 5 10-15,0-5-8 16,0 0 4-16,0-4 0 16,0-8-1-16,0-4 1 15,0 0-9-15,0-3 17 16,0 3-17-16,0-5 18 15,0 1-14-15,0 17 11 16,0-10-6-16,-10 2 0 16,4-9 1-16,6-1-5 15,0-10-5-15,0-9 9 16,0 4-25-16,0-8 25 16,0 0-4-16,0 0 4 15,0 0 3-15,0 8-2 0,0 0-1 16,0 8 5-1,0 0-8-15,0 0 11 0,0-8-14 16,0 0 17-16,28-8-20 16,-9 8 16-16,-10-4-7 15,16 4 5-15,-4 0-2 16,4 0 3-16,3 8 5 16,-9-4-16-16,9 0 18 15,6-4-20-15,0 0 8 16,12 0-2-16,-5-8-3 15,-1 0 4-15,19 8 0 16,0-4 6-16,3 4-8 0,3 0 5 16,-9 5 0-1,9 7 1-15,-13-4 0 0,4-4-3 16,-3-4-1-16,0-8 0 16,21 0 1-16,-15 0-6 15,22 0 13-15,-7-12-5 16,-9-1 0-16,3 13-6 15,-2 0 4-15,2 0-3 16,0 0 2-16,3 0 0 16,4 0-2-16,-7 0 7 15,-3-8-10-15,3-7 10 16,-9 2-7-16,-6 2 5 16,-13 2-6-16,7 9 1 15,-13 0 1-15,6 0 0 16,0 0 1-16,-5 0-3 15,17 0 10-15,-11 0-13 16,5 4 17-16,-6 1-16 0,-6-2 5 16,-9 2 0-16,9-2 0 15,-6-3 0-15,-3 0-4 16,9 0 9-16,0 0-10 16,0 0 11-16,13 0-9 15,-7 0 10-15,7 0-10 16,12 0 3-16,-13 0 0 15,1-3 0-15,8-5-4 0,-14-1-2 16,-16 1 12 0,15 0-17-16,-12 5 22 0,-3-5-19 15,3-1 10 1,12 1-4-16,-12 5 2 0,-3-2-3 16,2 2-1-16,-14 3-1 15,15 0-1-15,-16-5 4 16,1 1-4-16,-13 0 0 15,15 0-2-15,-3-7-3 16,1-6 3-16,-7-4 8 16,10-2 0-16,-10-1 13 15,-6 4-12-15,6 0 20 16,-6-1-16-16,0 6 0 16,6-9-3-16,0-1-4 15,10-6 0-15,-10-10-6 0,6-6 2 16,1-2-15-16,2 5 5 15,-8 8-17-15,-7 8 29 16,0 8 8-16,0 4 4 16,0-9-7-16,0-3 6 15,0-11-7-15,0-17-10 16,-7-1 8-16,1 1-10 16,-3-4 12-16,-4-1 0 15,-5 25-5-15,2-3 11 16,4 11-3-16,0 8 4 15,5-9-4-15,-2 6-3 16,3-5 7-16,0-8-16 16,6 3-4-16,0-8-8 0,0 10 11 15,0 7 5-15,0 12 5 16,0 7 0-16,0 5-2 16,0 0 5-16,0 0 3 15,0 0 2-15,-7 0-10 16,1 0 2-16,-15 0-5 15,-4 0-7-15,-3 0-15 16,-12 0 5-16,-13 0 14 16,13 0 3-16,-13 0 10 15,6 0 21-15,1-11-19 16,-10-1-8-16,9-9 7 16,-5 13-6-16,11-4 3 0,-5 1 17 15,-1 3 3 1,7 8-1-16,-13 0 14 15,-15 0-30-15,15 0 15 16,1 0-16-16,-4 0 11 0,9 0-14 16,1 0-2-16,-7 0 0 15,1 0-6-15,-11 0 1 16,-2 0 10-16,13 0-11 16,-17 0 14-16,1 0-9 15,16 0 1-15,-14 0-2 16,-2 0-18-16,-6 0-24 15,-7 0 1-15,-6-17 43 0,1 9 11 16,14 5-3 0,4-2 51-16,15-3-59 0,7 8 4 15,-16 0 1-15,9 0-10 16,7 0 2-16,-7 0 3 16,6 16-5-16,1 9 13 15,-1-6 0-15,26-2 0 16,-7-6-11-16,15 2 15 15,1-9-17-15,-16 15 5 16,-12-6 0-16,-13-5-2 16,-6-1 4-16,13-2 24 15,11-5-20-15,14 0 16 16,21 0-21-16,-6 0 7 16,6 0-7-16,0 0-2 15,0 0-24-15,0 0-50 0,-7 0 11 16,-11 0 36-16,2 0 23 15,4 3 10-15,-1-3-5 16,13 0 1-16,0 0-2 16,0 0-85-16,13-15-302 15</inkml:trace>
  <inkml:trace contextRef="#ctx0" brushRef="#br0" timeOffset="-41013.37">20678 15805 155 0,'0'0'78'0,"0"0"-39"0,0 0 25 0,0 0-7 16,0 0 12-16,0 0-28 0,0 0-3 0,0 0-35 0,0 0 14 0,0 0-3 0,0 0 13 15,0 0 7-15,0 4-3 16,0-4 27-16,0 0-23 15,0 0-13-15,0 0-19 16,0 0-6-16,0 0-5 16,0 0 8-16,0 0 15 15,0 0 46-15,0 0 5 16,0 0-27-16,7 0-13 16,8 0-20-16,4 0-3 15,2 0-2-15,4 0-1 16,9 0 0-16,0 0 4 0,1 0-4 15,-11 0 0 1,4 0 16-16,-15 0 1 0,15 0 7 16,-10 0-9-16,4 0 4 15,3 0-14-15,3 0 0 16,0 0-5-16,3 0 0 16,9 0 0-16,0 0 13 15,0 0-20-15,-5 0 14 16,-1 0 3-16,0 0-7 15,-3 0-1-15,-3 0-2 16,6 0 0-16,-9 4-2 16,3-4 7-16,-10 0-12 15,10 0 15-15,-16 0-16 16,10 0 13-16,3 0-10 0,-3 0 5 16,-4 0 0-1,4 0 3-15,-3 0-1 0,8 0-4 16,1 0 7-16,13 0-3 15,-10 0 6-15,9 0-13 16,0 0 8-16,-12 0-3 16,-3 0 0-16,3 0-1 15,-16 0-3-15,10 0 8 16,-10 0-9-16,10 0 11 16,-3 0-1-16,15 0-2 15,0 0-1-15,6 0-2 16,1 0 0-16,5 0-1 15,-6 0 6-15,-2 0-10 16,-4 0 12-16,-6 0-11 16,-4 0 12-16,4 0 0 15,-6 0-6-15,-3 0 12 0,2 0-8 16,4 0-4-16,3 0-2 16,6 0 7-16,-3 0-11 15,3 0 10-15,0 0-9 16,13 7 13-16,-7 2-13 15,1-5 7-15,-7 0-1 16,6-4-3-16,-9 0 5 16,9 0-11-16,1 0 15 0,11 0-10 15,-11 0 10-15,-7 0-9 16,0 0 3-16,0 0-3 16,-3 0 4-16,3 0 4 15,-6 0-1-15,0 0-4 16,3 0-1-16,3 0 5 15,0 0-12-15,6 0 14 16,-15 0-12-16,15 0 5 16,-5 0-2-1,-1 0 2-15,6 0-1 0,-6 0-1 16,13 0 8-16,-16 0-15 16,24 0 23-16,-8 0-25 15,-7 0 9-15,1 0 0 16,-17 0 0-16,4 0 1 15,-9 0-8-15,9 0 13 0,-16 0-14 16,28 0 16-16,-12 0-16 16,0 0 12-16,3 0-9 15,25 0 4-15,-3 0 1 16,6 0-1-16,3 0 6 16,-3 0-13-16,0 0 17 15,-4 0-18-15,-8 0 22 16,-1 0-23-16,1 0 11 15,-1 0-1-15,1 0 0 16,-1 0-4-16,-5 0-1 16,5 0 10-16,1 0-14 0,-1 0 18 15,1 0-11 1,-7 0 4-16,7 0 5 16,8 0-7-16,-14 0 0 15,5 0-1-15,7 0 1 0,0-8-4 16,-1-1 11-16,-2 9-17 15,-19 0 17-15,16 0-14 16,-13 0 10-16,12 0-4 16,-6 0 1-16,7 0 0 15,-7 0 0-15,7 0 8 16,-7 0-13-16,-6 0 11 16,6-7 2-16,-5 3-6 15,11 4-2-15,-12-4 0 16,7-4 0-16,-1 8 0 15,-3-4 2-15,-3 0-6 16,0-4 11-16,-15 0-7 0,15 8 5 16,-12 0-2-16,-4-4 0 15,16 4 2 1,-6-4-5-16,3-5 0 0,-3 9-3 16,6-8 8-16,0 5-9 15,-9-2 15-15,3-2-15 16,25 3 9-16,-7-5-4 15,16 9-1-15,-3-3 1 16,-12 3 1-16,12-8 3 0,3 8-9 16,-16 0 11-1,1-8-8-15,-7 4 9 0,0 0-10 16,1-5 7-16,-1 1-5 16,6 0 1-16,7-4 0 15,0 1 14-15,-7-2-12 16,-5 1 4-16,-1 9-1 15,-12-2-8-15,0-3 7 16,-10 8-7-16,-5 0 3 16,15 0-1-16,6 0 8 15,-9-3-7-15,30-5 3 16,-8-5 4-16,0 9-10 16,-7-4 11-16,0-3-14 15,-9 11 8-15,-9-5-4 16,6 5 1-16,-10 0 0 0,-5 0 5 15,8 0-2 1,-8-4 2-16,9-4-1 0,-4 8-7 16,10 0 13-16,-3 0-16 15,-3 0 6-15,2 0 0 16,-2-3-1-16,-3 3 5 16,2 0-12-16,4 0 18 15,3 0-13-15,19 0 11 16,-7 0-9-16,0 0 9 15,-6 0-8-15,-9 0 0 16,-3 0 1-16,-16 0-3 16,-6 0 6-16,6 0-4 15,-6 0 6-15,0 0-9 16,0 0 5-16,0 0-4 16,0 0-20-16,0 0-10 15,0 0-36-15,-34-13-51 0,-46-7-350 16</inkml:trace>
  <inkml:trace contextRef="#ctx0" brushRef="#br0" timeOffset="-12970.28">4542 16763 478 0,'0'0'58'0,"0"0"-55"0,0 0 15 0,0 0 15 0,0 0-5 0,0 0 52 0,0 0-6 16,-18 0 12-16,12 0-17 15,-1 0-5-15,7 0-26 0,-9 0-23 16,9 0-10 0,0 0-3-16,0 0 6 0,0 0-2 15,0 0-3-15,0 0 6 16,0 0 9-16,0 0 6 15,0 0 33-15,0 0-38 16,0 0 3-16,0 0-16 16,0 0 1-16,0 0-14 15,0 0 3-15,0 0 0 16,0 0 8-16,0 0 16 16,0 0-16-16,0 0 18 15,0 0-11-15,0 0-6 16,22 0-5-16,12 0 2 15,6 0 2-15,7 0 2 0,-1 0-10 16,1 0 9-16,-1 0 6 16,1 0-8-16,-7 0 2 15,0 0-2-15,1 0 1 16,-1 0-6-16,7 0 9 16,-1 0-11-16,7 0 16 15,9 0-12-15,-9 0 1 16,-1 0 0-16,-11 0 1 15,11 0 1-15,4 0-3 16,-9 0 0-16,5 0-2 16,-5 0 2-16,-1 0-1 15,1 0 2-15,-7 0-1 16,7 0 0-16,-1 0 0 0,1 0-2 16,-1 0 4-16,4 0-3 15,-19 0 8-15,9-3-11 16,-12-2 13-16,6 2-10 15,-9-2 2-15,3 2-2 16,-10-5 1-16,4 3 0 16,3 1 4-16,9 0-3 15,0 4 6-15,13-4-5 16,5 1 0-16,10-2 3 16,-9 2-6-16,-6-2 6 15,-1-3-8-15,-12 4 3 16,-21-4 0-16,8 5 0 0,-14 3 1 15,-1 0-5-15,-6 0 15 16,0 0-18-16,6 0 10 16,-6 0-4-16,22 0 1 15,-4 0 0-15,-5 0-2 16,8 0 4-16,-14 0-7 16,-7 0 10-16,0 0-10 15,0 0 5-15,0 0-2 16,0 0-11-16,0 0-3 15,0-5-19-15,0-3-17 16,0-4-72-16,0-4-335 16</inkml:trace>
  <inkml:trace contextRef="#ctx0" brushRef="#br0" timeOffset="-11116.48">6515 16426 352 0,'0'0'93'0,"0"0"-57"0,0 0 10 0,0 0-17 0,0 0-13 0,0 0-2 16,-25-3 17-16,25 3 37 16,0 0 57-16,-6 0 42 0,6 0-108 15,0 0-23 1,0 0-35-16,0 0-1 0,0 0 0 16,0 0 0-1,0 0-8-15,0 0 16 0,0 0 6 16,0 0 1-16,0 0 23 15,0 0-28-15,6 3 3 16,40 14 3-16,-12 2-4 16,25-6-11-16,0 2 7 15,-3-2-13-15,3 3 13 16,-6 4-14-16,-13-8 17 16,0 0-19-16,-6-8 8 15,-15-4-2-15,-10 0-7 16,-3 0-21-16,-6 0-2 0,0 0-3 15,0 0 35-15,0 0 1 16,0 3 30-16,0 6-13 16,0-5 6-16,0-4-6 15,0 4-13-15,0 4-5 16,0 3 1-16,0 2-5 16,0 7 3-16,0 4-8 15,0-7 17-15,-21 6-14 16,-13-3 10-16,3 4-4 15,3 4 7-15,-6 5-5 16,-1 6 2-16,4 2 5 16,4-5-16-16,-1-12 16 15,9-4-18-15,0-4 14 16,4-7-9-16,9-3 8 16,-7 3-4-16,-8-1 0 0,8 0 0 15,7 5 0-15,-16 2 3 16,16-2-4-16,-12-2 9 15,11-3-16-15,7-4 8 16,0-4 0-16,0 0-2 16,0 0 2-16,0 0-5 15,0 0 5-15,-9 0-6 16,-3 0 15-16,5 0-5 16,7 0 0-16,0 0-2 15,0 0-2-15,0 0-2 0,0 0 0 16,0 0 2-1,0 0-5-15,0 0 7 0,0-8-11 16,0-7 18-16,0-6-9 16,-6-3 0-16,-15-3 2 15,14-3-4-15,7-1 8 16,-18-2-13-16,12 10 14 16,-4 2-10-16,4 6 7 15,-6 7 2-15,5-8-6 16,1 3 13-16,-3-2-9 15,-3-6-4-15,-1 6 0 16,-9-6 5-16,16 1-12 16,0 4 15-16,6-7-17 0,-12 2 12 15,12 6-6 1,0 2 1-16,-7 1 2 0,-2 0 1 16,3-8 4-16,-7-4 6 15,7 3-11-15,0 6 0 16,6 11-13-16,0 4 8 15,0 0 3-15,0 0-3 16,0 0 5-16,0 0 0 16,0 0-1-16,0 0 5 15,0 0-10-15,0 0 2 16,0 0 2-16,0 0 2 16,0 0-1-16,0 0 2 15,0 0 13-15,0 0-8 16,0 0-3-16,0 0-3 0,0 0 5 15,0 0-12-15,0 0 7 16,0 0-5-16,0 0 9 16,0 0-5-16,0 0 2 15,0 0 3-15,-6 0 1 16,6 0-3-16,0 0-2 16,0 0 8-16,0 0-19 15,0 0 20-15,0 0-13 16,0 0 4-16,0 0-1 15,0 0-1-15,0 0 0 16,0 0-3-16,0 0 9 0,0 0-10 16,0 0 12-1,0 0-10-15,0 0 8 0,0 0-8 16,0 0-6-16,0 0-13 16,0 0 14-16,0 0 0 15,0 0 2-15,0 0 14 16,0 0-12-16,0 0 15 15,0 0-2-15,0 0-7 16,0 0 3-16,0 0-4 16,-9 4 0-16,9 0-4 15,0-4 7-15,0 0-11 16,-7 0 16-16,7 0-5 16,0 0 2-16,0 0 9 15,0 0-11-15,0 0-3 0,0 0 0 16,0 0-5-1,0 0 1-15,0 0 5 0,0 0-6 16,0 0 10-16,0 0 10 16,0 0 3-16,0 0 17 15,0 0-18-15,-6 0-10 16,6 0-7-16,0 0-9 16,0 0 5-16,0 0-24 15,0 0 6-15,-6 11-40 16,-16 6-64-16,-24 7-154 15,-7 4-298-15</inkml:trace>
  <inkml:trace contextRef="#ctx0" brushRef="#br0" timeOffset="-8372.14">24957 15720 80 0,'0'0'232'0,"0"0"-150"0,0 0 11 16,0 0-31-16,0 0-6 0,0 0-5 0,0 0 12 15,0 0 18-15,-99 69-15 16,84-65-5-16,2 8-2 15,-15-4-35-15,10 12-3 16,-4-8-14-16,10 4-6 16,-1 0-1-16,7 1 0 15,-9 6-1-15,8 5 3 16,-5 0-5-16,6 1 10 16,0 2-5-16,-4 2 0 15,-2 3 3-15,12 0-2 16,0 0-2-16,0-4-1 15,0-4 1-15,0 4-6 0,0 0 11 16,0-7-3-16,0 11-1 16,22-8-4-16,2 11 4 15,-2 5-9-15,3 5 12 16,-3-1-5-16,2 0 1 16,4 0 6-16,0-12-14 15,-9-4 14-15,2 0-12 16,-8-7 18-16,5-2-15 15,-2-2 8-15,3 2-6 16,8 5 0-16,-2 1 1 16,9 3 5-16,-6 8-6 0,-3 5 0 15,9-1 2 1,-6 0-7-16,-3-8 14 0,3-13-13 16,0-3 4-16,-3-7 0 15,9-5-2-15,0 4 4 16,6-1-4-16,0 2 8 15,7 7-12-15,6-9 14 16,-1 2-16-16,4-9 6 16,3-4 2-16,-6 0 0 15,-7 0-2-15,16-20 1 16,-9-5 1-16,-7-2 8 16,7 2-5-16,9 2 6 0,-9-2-5 15,-7 6-4-15,1-1 1 16,-1-9-1-16,1-3 0 15,9-12 0-15,-10-12 6 16,13-9-2-16,9 1 4 16,-15 0-6-16,0 9 2 15,-7-2 4-15,-12 5 14 16,1 0-19-16,-11-12-1 16,10-9 3-16,-21 1-2 15,15-8-1-15,-7 8 7 16,-8 8-8-16,-1 8 3 15,-5 23-3-15,-7 2 6 16,0 2 7-16,0-7-6 16,0-7-3-16,0-1-10 15,-25-9 12-15,-3 4-2 0,-6 10 1 16,-7-2-7-16,10 18 4 16,-9 10 18-16,-6 1-2 15,-16-7-10-15,3-6-9 16,-3-11-4-16,3 0 4 15,0 0-12-15,3 0 4 16,3 16 11-16,1 16-10 16,-1 4 5-16,-15 0 2 15,-7 12 0-15,-5 20-19 16,8-8 5-16,-2-4 14 16,-1-4 0-16,4-4 0 15,15 1-14-15,4 2 1 16,5 6-20-16,1 2-99 15,-16 10-252-15</inkml:trace>
  <inkml:trace contextRef="#ctx0" brushRef="#br0" timeOffset="-7259.02">23860 16908 189 0,'0'0'405'0,"0"0"-350"0,0 0-38 15,0 0-6-15,0 0-10 0,0 0 54 0,-6-4 36 0,6 4 23 0,0 0-40 0,-13 0-20 16,13 0 40-16,0 0-61 16,0 0-4-16,0 0-25 15,0-5 9-15,0 5-7 16,0 0 4-16,0 0 6 16,0-3-3-16,0 3 15 15,0 0-27-15,0-5 0 16,40 2 14-16,26-2-12 15,14-2 2-15,22 3 5 16,-2 0-6-16,5-1-3 16,4 5-1-16,-10 0 5 15,-6 0-10-15,-19 0 10 16,-12 0-5-16,-31 0 4 0,-9 0-7 16,-10 0 5-16,-5 0-2 15,-7 0 7-15,0 0-4 16,0 0 17-16,0 0-4 15,0 0 28-15,0 0-31 16,0 0 16-16,0 0-28 16,15 0 1-16,-15 0-2 15,6 0-4-15,1 0-17 0,-7 0-27 16,0 0 31 0,0 0-17-16,0 0-3 0,0 0-42 15,-7 5-100 1</inkml:trace>
  <inkml:trace contextRef="#ctx0" brushRef="#br0" timeOffset="667.46">7873 18087 41 0,'0'0'482'0,"0"0"-466"0,0 0-14 0,0 0 9 0,0 0 19 16,0 0-2-16,-69 140 5 16,69-136-1-16,0 4 29 15,0-8 29-15,0 0-11 16,0 5-19-16,10-5-45 15,-10 0 31-15,6 0-31 16,34-13 23-16,7-27-23 0,24-20 57 16,10-12-37-16,-1-8-25 15,-5-1-7-15,-10 1 3 16,-3 0-12-16,-9 11 5 16,-13 5-1-16,-12 20-7 15,-10 16 8-15,-18 12-17 16,0 12 5-16,0 4-1 15,0 0-8-15,0 0-21 16,0 0-64-16,0 0-222 16</inkml:trace>
  <inkml:trace contextRef="#ctx0" brushRef="#br0" timeOffset="1383.32">8366 17297 407 0,'0'0'164'0,"0"0"-95"0,0 0 25 0,0 0 71 0,0 0-61 0,0 0-75 0,-19 0 17 16,19-8-20-16,0-5 5 16,12-10 0-16,29-1 6 15,-1-9-21-15,22 5-10 16,-3 5-7-16,-19 7 11 15,-6 11-20-15,-21 1 14 16,-13 4-10-16,0 0-9 0,0 0 9 16,0 20 5-16,0 36 1 15,-6 17 7-15,-22 11-4 16,15-7 30-16,13-18-24 16,0-10-9-16,0-13 0 15,0-5-41-15,34-14-81 16,7-9-137-16,5-8-256 15</inkml:trace>
  <inkml:trace contextRef="#ctx0" brushRef="#br0" timeOffset="87712.32">9457 13775 271 0,'0'0'307'0,"0"0"-296"0,0 0-4 0,0 0 44 0,0 0-42 16,0 0 5-16,0 0-13 0,-127 0 6 15,121 0 29-15,-10 0 17 16,16 0 58-16,-6 0-44 16,0 0-25-16,0 0-38 15,-1 0 21-15,1 0-4 16,-3 0 15-16,-3 0-26 15,-1 0 8-15,1 0-16 16,-10 0 8-16,-6 0-20 16,3 0 6-16,-9 0-4 0,22 5 16 15,-4-5-4 1,10 0 6-16,6 0 8 16,0 0-12-16,0 0-3 15,0 0-6-15,0 0-25 0,0 0 26 16,0 11-7-16,6-11-2 15,22 5 18-15,6-5-12 16,7 8 8-16,-1-1-3 16,6 1 0-16,7-8 4 15,-6 13-2-15,-1-9 6 16,7 0-8-16,9-4 16 16,-3 0-19-16,-3 0 6 15,-4 0-3-15,1 0 8 16,-6 0-5-16,-1 0 18 0,-6 0-19 15,7 0-3 1,-13 0 13-16,0 0-21 0,0 0 19 16,-3 4-12-16,10-4 2 15,-14 0-2-15,26 0-2 16,-13 0 7-16,13 0-7 16,-6 0 8-16,-1 0-5 15,4 0 9-15,-4 0-15 16,1 0 10-16,-22-4-4 15,15 4 1-15,-12-8 0 16,0 3-4-16,18-3 12 16,1-7-17-16,5 7 18 15,1-8-14-15,-6 0 13 16,-1 4-15-16,-12-1 8 16,0 10-1-16,1-2 0 0,-11 5 2 15,-8-4-9-15,15 4 17 16,-3-3-17-16,6 3 18 15,-9-8-11-15,15 8 4 16,-12 0-5-16,18 0 2 16,-12 0 2-16,1 0-3 15,-4 0 6-15,9 0-9 16,-6 0 12-16,0 0-12 16,-6 0 13-16,-3 0-13 15,-3 0 6-15,-10 0 6 16,0 0 12-16,-5 0-15 15,14 0 3-15,-2 0-1 0,9 0-7 16,-10 0 12 0,4 0-21-16,-10 0 13 0,-12 0-10 15,7 0-12-15,-7 0-26 16,0 0-40-16,0 0-119 16,-25 8-423-16</inkml:trace>
  <inkml:trace contextRef="#ctx0" brushRef="#br0" timeOffset="129834.56">19069 9797 30 0,'0'0'0'0</inkml:trace>
  <inkml:trace contextRef="#ctx0" brushRef="#br0" timeOffset="150953.63">13147 13960 64 0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2T22:22:16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7104 1816 151 0,'0'0'37'16,"0"0"-19"-16,0 0 39 0,0 0-37 0,0 0-5 0,0 0 29 0,0 0-8 0,-34-8-17 16,34 8-16-16,-13 0 82 15,-9 0-12-15,4 0-34 16,-10-8-1-16,3 8 25 16,-9 0-53-16,0-8 21 15,15 8 67-15,-2-16-27 16,8 12-51-16,1-12-8 15,-10 4-18-15,3 1 17 16,-15-6-7-16,6 4 4 0,4 2-1 16,-10 3 5-16,-1 0 14 15,11 4-4-15,8 4-19 16,10 0 18-16,6 0-15 16,0 0-12-16,0 0 13 15,0 12-17-15,6-1 14 16,28 6-8-16,0-1 0 15,7-5 4-15,11-2-5 16,1-5 18-16,15 4-20 16,-3-4 17-16,28-4-11 15,4 0 10-15,54 0-9 16,-8 0 2-16,3-12 5 16,-19-7-7-16,-28-2 2 0,-6-3 11 15,3-5 4 1,10 6 37-16,-7 3-40 0,16-4 2 15,-16-4-11 1,22 3-6-16,6 6 1 0,-6 2-2 16,-6 9-2-16,-16 8 8 15,-12 0-13-15,-7 0 18 16,7 8-22-16,6 12 26 16,0-4-16-16,16-4 3 15,-10 1-1-15,0-10 1 16,3-3 0-16,19 0-8 15,-3 0 18-15,3 0-12 0,-6 0 9 16,-10 0-14 0,-2 0 10-16,-4 0-3 0,22 0 0 15,12 9 0-15,13-6-1 16,3 5 6-16,-10 5-13 16,-5-1 19-16,-1 4-19 15,-6-8 19-15,6 0-16 16,-12-8 5-16,13 0 0 15,-1 0-5-15,0 0 11 16,-6 0-11-16,41 0 18 16,-7 0-26-16,0 0 31 15,-9 8-30-15,-9-1 13 16,9 6-1-16,-3-9 0 0,-16-4-2 16,-12 0-2-1,-16 0 8-15,-18 0-13 0,-6 0 20 16,-7 19-20-1,7 14 17-15,-4-1-16 0,19 0 9 16,-9-16-1-16,19 0 0 16,2-12 7-16,-9-4-19 15,-18 0 26-15,-28 0-25 16,-19 0 22-16,-28 0-21 16,0 0 20-16,-6 0-12 15,0 0 2-15,6 0 0 16,1 0 3-16,8 0 4 0,4 0-3 15,9 0 0 1,12-12 9-16,6 12-10 0,1-8 0 16,-7 8-3-1,-15-8-8-15,-16 8-19 0,-9 0-170 16</inkml:trace>
  <inkml:trace contextRef="#ctx0" brushRef="#br0" timeOffset="16202.23">7652 7523 44 0,'0'0'186'0,"0"0"-122"0,0 0 52 0,0 0-19 0,0 0-53 0,0 0-24 16,-34 5 3-1,34-5-18-15,0 0 14 0,0 0-5 16,0 0 26-16,0 0 65 16,-6 0 16-16,0 0-50 15,-10 0-42-15,10 0 6 16,0 0-33-16,6 0-4 15,0 0-1-15,0 0-1 16,0 0-9-16,0-5 13 16,0 5-7-16,0 0 17 0,0 0-1 15,0 0-9 1,0 0 0-16,0 0 7 16,0 0-14-16,0 0 7 15,0 0 0-15,0 0-5 0,0 0 10 16,0 0 0-16,22 0 3 15,15 0 6-15,19 0-14 16,-10 0 13-16,19 0-8 16,10 0-9-16,-1 0 9 15,-15 0-5-15,3 0 0 16,-22 0 7-16,-9 0 2 16,4 0-8-16,-14 0 17 15,4 0-17-15,9 0 24 16,0 0-19-16,0 0 8 15,-3 0-14-15,4 0 0 16,-8 0-3-16,14 0 13 16,-16 0-15-16,2 0 18 0,-14 0-15 15,-7 0 5-15,22 0-3 16,-9 0 2-16,15 0 2 16,-6-3-7-16,-4 3 10 15,11-5-13-15,-8 1 14 16,-20 0-16-16,11 4 16 15,-18-4-14-15,10 4 12 16,-4 0-5-16,0 0-1 16,-6 0 1-16,6 0-7 15,7-4 16-15,-13 4-20 16,15-4 23-16,-15 4-20 16,6 0 14-16,0 0-7 15,1 0 0-15,8 0 1 16,-2 0-4-16,-1-3 8 15,0-6-12-15,4 5 17 0,-4-4-13 16,10 8 13-16,-10-4-15 16,1 4 12-16,8 0-5 15,4-4 3-15,16-5-4 16,-1 2 9-16,0-5-4 16,1 4-6-16,-7-1 10 15,-16 9-15-15,10-3 8 16,-9 3-4-16,2 0 1 15,-2-4 0-15,9 0 10 16,-9 0-10-16,8 0 12 16,-8-5-2-16,3 6-16 0,-10-2 17 15,-12 2-18-15,16 3 10 16,-16 0-3-16,0 0 0 16,6 0-3-16,-6 0 1 15,6 0-24-15,13 0 17 16,2 0-36-16,-8 0-61 15,-13 20-94-15,0-4-338 16</inkml:trace>
  <inkml:trace contextRef="#ctx0" brushRef="#br0" timeOffset="25677.04">9169 6377 384 0,'0'0'165'0,"0"0"-152"0,0 0 42 0,0 0-1 0,0 0 12 0,0 0 2 0,0 0-10 0,0-45 4 16,0 41-25-16,0 0 32 0,-6 4-40 15,-13-4 14 1,10 4-31-16,-4-9-7 0,-15 9-5 15,-3 0 0-15,-15 0 12 16,-10 0-9-16,-3 0 13 16,0 0-6-16,-15 30-12 15,6-7 11-15,2 1-9 16,-8 4 0-16,27 5-4 16,1-2 1-16,6 13 6 15,-1 9-13-15,13 2 25 16,-18 14-30-16,12-5 21 15,-3-7-16-15,-4-9 11 16,13-4-2-16,0 0-6 16,10 0 7-16,-4 4-6 15,4 1 13-15,-4-6-19 0,16-3 11 16,-7-15-7-16,13-5-18 16,0-9 16-16,0 9-8 15,0 1 18-15,6 2-2 16,29 6 5-16,5-1-6 15,13 0 15-15,9 0-20 16,-3-4 19-16,-1 0-17 16,4-4 10-16,-15 0-5 15,-1-3 1-15,1-2-5 16,6-3 2-16,9-3 5 16,3 2-13-16,9-3 2 15,7 0 8-15,-1 1-7 16,-8 7 8-16,-4-4-14 0,-3-4-26 15,-3 3 30-15,-9-11 10 16,0 0-11-16,2 0 6 16,10-16-9-16,-3-24 28 15,10 0-28-15,-4-8 12 16,-9 4-1-16,3-4 2 16,-16-1 2-16,-5 2-2 15,-1-9 3-15,0 7 1 16,-15 5 1-16,9 4-1 15,-6 16 3-15,-9 8-8 16,-7 4 2-16,4 4 0 16,-10-4-4-16,-6 0 13 0,0-12 2 15,0-16 5 1,0-5 10-16,0-10-20 0,0-1-11 16,0 3 11-16,0 13-6 15,0 4 0-15,0 16 0 16,0 0 29-16,0 7-20 15,0 2 15-15,-6-1-14 16,-41-9-13-16,-15 1 10 16,-25 1-11-16,-12 2 8 15,-9 1-4-15,2 4 5 16,4 1-5-16,3 11 21 16,6 0-20-16,6 0-2 0,6 0-27 15,22 0-106 1,3 0-277-16</inkml:trace>
  <inkml:trace contextRef="#ctx0" brushRef="#br0" timeOffset="56126.03">10406 7575 74 0,'0'0'261'0,"0"0"-146"0,0 0-58 0,0 0-50 0,0 0 37 0,0 0-25 0,0 0 9 0,0 0-27 16,0 0 29-16,0-11-10 15,0 11 9-15,0 0 13 16,0 0 42-16,0 0 30 16,0 0-88-16,0 0 16 0,0 0-39 15,0 0 23 1,0-5-25-16,0 2-2 16,0-2-1-16,0 5-10 0,0 0 10 15,0 0 2-15,0 0-7 16,0 0 18-16,0 0-3 15,0 0 1-15,0 0 3 16,0 0-7-16,0 0-5 16,0 0 0-16,0 0-1 15,0 0-6-15,0 0-7 16,0 0 9-16,0 0 2 16,0 0 1-16,0 0 2 0,0 0-8 15,0 0 7 1,0 0 1-16,0 0 14 15,0 0-8-15,18 0 3 0,10 0-6 16,7 0 5-16,-1 0-2 16,-3 0-5-16,-3 0-1 15,12 0 0-15,-12 0-1 16,12 0 4-16,-15 0-4 16,3 0 12-1,-3 0-22-15,-4 0 22 0,4 0-11 16,3 5 0-16,6 3 4 15,0-5-4-15,-9-3-4 16,3 0-3-16,6 0 14 16,-9 0-14-16,3 0 17 15,-10 5-20-15,10-2 14 0,-9 5-8 16,9 1 8 0,6-6-4-16,6 5 0 0,7 0 0 15,-13-4-3 1,6 9 9-16,0-13-12 0,-2 8 13 15,-4-5-15-15,0-3 18 16,-6 0-19-16,-16 0 9 16,7 0 0-16,2 5-1 15,-2-2 6-15,3 6 17 16,12-6-6-16,-3 5 6 16,3 0-17-16,12 0-5 15,-11-3 1-15,-1-1-1 16,6-4 0-16,-21 0 1 15,9 0-2-15,-16 0 2 0,0 0-8 16,4 0 17 0,-4 0-12-16,16 0 9 0,12 0 0 15,1 0-4-15,-1 0-2 16,7 0 0-16,-7 0 3 16,-3 0-8-16,-3 0 17 15,0 0-19-15,0 0 15 16,-9 0-11-16,9 0 3 15,13 0-1-15,-1 0 3 16,1 0-1-16,2-4-1 16,-8-1 9-16,-4 5-17 15,-9-3 16-15,-6 3-13 16,-4 0 11-16,-12 0-10 0,7 0 3 16,-4 0 0-16,-3-5-1 15,13 2 8-15,-13-2-7 16,28-3 5-16,-6 8-1 15,-3-3 3-15,9 3-9 16,-18 0 7-16,8 0-5 16,-11 0 0-16,-4 0 5 15,-3 0-12-15,-6-9 14 16,13 1-12-16,-1 5 11 16,10-5 7-16,-4 3-10 15,-11 2 3-15,20-2-6 16,-14 1 0-16,9 4 0 0,-4 0 6 15,4-3-12 1,-10 3 18-16,10-5-17 16,-3-3 5-16,-7 0 0 15,4-7-47-15,-16-6-108 0,0 13-509 16</inkml:trace>
  <inkml:trace contextRef="#ctx0" brushRef="#br0" timeOffset="200496.62">2921 9938 438 0,'0'0'121'0,"0"0"-41"0,0 0 23 0,0 0-15 0,0 0-11 15,0 0-36 1,0 0-35-16,0 0-9 0,-9 0 12 15,9 0 33-15,-7 0-5 16,7 0 24-16,0 0-25 16,-6 0-17-16,6 0-19 15,0 0 0-15,0 0 0 16,0 0 4-16,0 0-2 16,0 0 0-16,-6 0 27 15,-6 0-21-15,-4 0 11 16,16 0-14-16,-6 0-4 15,6 0 2-15,0 0 0 0,0 0-5 16,0 0 10 0,0 0-4-16,0 0 3 0,0 0 4 15,0 0-8-15,0 0 7 16,0 0-10 0,0 0 0-16,0 0 0 0,0 0 6 15,0 0-5-15,0 0 5 16,22 0 5-16,18 0-5 15,6-5 18-15,13 5-22 16,0 0 2-16,9 0-4 16,19 0 1-16,-12 0-4 15,30 0 10-15,-12 0-9 16,-12 12 9-16,6 1-14 16,-13-2 9-16,0-6-5 15,13-1 2-15,-6-4 1 16,-10 8 0-16,10 3 0 15,-13 2-6-15,3-1 12 0,4-9-17 16,5 5 22-16,1-8-19 16,-16 5 14-16,-9-5-6 15,-3 0 3-15,-13 0 0 16,13 0 9-16,-7 0-11 16,-12 0 10-16,-6 0-8 15,-9 0 10-15,2 4-10 16,-8-4 11-16,-1 0-13 15,4 0 6-15,-4 8 2 16,13 0-2-16,3-5 17 0,6 2-21 16,6-5 6-1,-6 0 0-15,-9 0-7 0,9 0 3 16,-21 0-5-16,21 0 0 16,-6 0 0-16,3 8 2 15,-3-4 2-15,6 4-1 16,6-4 7-16,-6 8-14 15,-3-12 9-15,3 0-10 16,0 0-5-16,-15 0-12 16,-10 0-14-16,-9 0-34 15,-21 0-46-15,-94 0-461 16</inkml:trace>
  <inkml:trace contextRef="#ctx0" brushRef="#br0" timeOffset="203126.57">3094 7539 10 0,'0'0'106'0,"0"0"91"0,0 0-60 0,0 0-16 15,0 0-36-15,0 0 21 0,-9 0-51 0,9 0-21 0,0 0-5 16,0 0-23-16,0 0 15 0,0 0-20 15,-6 0 41 1,6 0-12-16,0 0 7 0,0 0-29 16,0 0 8-16,0 0 3 15,0-4-7-15,0 4 11 16,0 0-11-16,0 0 32 16,0 0-43-16,0 0 22 15,0 0-20-15,0 0-1 16,0-4-2-16,34-7 0 15,25 2 11-15,37-3-8 16,3 8 6-16,7 4-5 16,2 0-6-16,7 0 17 0,3 0-20 15,3 0 10-15,6 0-8 16,0 0 3-16,-12 0 0 16,-16 0-2-16,-18 0 4 15,-29 0-8-15,-11 0 14 16,-13 0-11-16,12 0 11 15,-6 0-7-15,12 0 0 16,1 0-2-16,-16 0-5 16,-3 0-39-16,-6-16-78 15,-22 0-182-15,0 4-173 16</inkml:trace>
  <inkml:trace contextRef="#ctx0" brushRef="#br0" timeOffset="204164.74">5404 6516 458 0,'0'0'270'0,"0"0"-114"0,0 0-28 0,0 0-45 0,0 0-11 0,0 0-31 0,224-108-16 16,-153 72-21-16,-3 5 1 0,-9-2 1 16,-12 9-11-1,-13 4 5-15,0 3-5 16,-22 9-38-16,4 5-22 0,-16 3-34 16,0 0-102-16,0 0-107 15</inkml:trace>
  <inkml:trace contextRef="#ctx0" brushRef="#br0" timeOffset="204375.68">5404 6516 555 0,'-238'-112'390'0,"284"85"-341"0,29-9 26 16,-10 3 32-16,9 0-107 16,-6 14-1-16,-15 2-54 15,-6 6-43-15,-13 7-240 16</inkml:trace>
  <inkml:trace contextRef="#ctx0" brushRef="#br0" timeOffset="204958.65">6155 5674 585 0,'0'0'99'0,"0"0"7"0,0 0 43 0,0 0-102 0,0 0-18 0,0 0-26 0,-140 172 18 0,187-127-19 16,18 7 8-16,16 0-4 15,5-8 1-15,7 1 14 16,-6-6-20-16,0-3-2 16,-19-3-4-16,7-9-4 15,-23 4 4-15,-18-4 1 0,-15 0-8 16,-13-5 12-16,-6 2 6 16,0-1 3-16,-25 5 32 15,-37-6-34-15,4 1-3 16,17-15-4-16,7-5-26 15,9 0-40-15,16 0-224 16,-3-17-250-16</inkml:trace>
  <inkml:trace contextRef="#ctx0" brushRef="#br0" timeOffset="205309.55">6989 6252 99 0,'0'0'526'15,"0"0"-407"-15,0 0 22 16,0 0-57-16,0 0-41 16,0 0-39-16,189 56 0 15,-124-56 1-15,3 0-4 16,-15 0 2-16,-13 0 3 15,-18-4 39-15,-9-25-1 16,-13-7-12-16,0-8-27 16,0 5-6-16,-7-6 1 15,-21 9-9-15,1 4-50 0,8 4 18 16,-3 20-61-16,10 8-17 16,-7 0 38-16,-3 8-41 15,-2 41 77-15,8-10-92 16,16-11-266-16</inkml:trace>
  <inkml:trace contextRef="#ctx0" brushRef="#br0" timeOffset="205725">6989 6252 303 0,'474'-41'94'0,"-446"61"5"15,-6-4-40-15,9 1-22 16,15 3 4-16,1-8-27 15,-7-4-7-15,-6-8 0 0,-34 0 1 16,0 0 45-16,0-8 104 16,-46-36-122-16,-7-8-25 15,-9-9 14-15,31-11-7 16,3 8-5-16,10-8-1 16,8 8-11-16,10 24 0 15,0 4-4-15,0 8-6 16,0 16 7-16,50 4-9 15,9 3 8-15,15 5-2 16,-2 0-4-16,-4 0 7 16,-15 0 6-16,-26 0 3 15,-14 13-2-15,-13 10 6 0,0 2 0 16,0 3-1-16,0-9 18 16,-65 14-13-16,-44-1-1 15,-6 0 1-15,4-12-18 16,36-8 4-16,41 0-3 15,22-4-35-15,12 0-68 16,0-4-146-16,28-4 59 16,37 0-15-16</inkml:trace>
  <inkml:trace contextRef="#ctx0" brushRef="#br0" timeOffset="205941.7">8028 5963 485 0,'0'0'29'0,"0"0"27"0,0 0 17 0,0 0 23 0,0 0-82 0,0 0 54 0,77 21-44 16,-37-21-10-16,16 0-8 15,-3-13-4-15,-13-4-2 16,1 6-24-16,-29 7 3 16,7 4-1-16,-4 0 16 15,-9 0-14-15,-6 0-27 16,0 0-91-16,0 0-92 15</inkml:trace>
  <inkml:trace contextRef="#ctx0" brushRef="#br0" timeOffset="206125.93">8028 5963 497 0,'18'-52'278'0,"16"59"-227"16,7-7 62-16,-10 0-87 16,-10 0-26-16,-8 0-40 15,-7-7-236-15,-6-25-305 16</inkml:trace>
  <inkml:trace contextRef="#ctx0" brushRef="#br0" timeOffset="206657.75">8232 5674 933 0,'0'0'99'0,"0"0"-8"16,0 0-7-16,0 0-55 15,0 0-17-15,0 0-12 16,149 20 0-16,-109-28-38 16,7-12-16-16,-13 4-61 15,-9 8 75-15,-3 4-5 16,-16 4 45-16,0 0 3 15,22 0 44-15,-22 20 21 16,13 4 3-16,-4 1-16 16,10 3-55-16,3-5 7 15,-16-2 0-15,10-1-12 0,-22-9 5 16,6-6-2-16,-6-5-5 16,0 0 7-16,0 0 2 15,0-5 4-15,-15-31-11 16,-4 0 8-16,19-3-6 15,0-2-29-15,0 18 5 16,0 2-11-16,13 13 23 16,21 8 11-16,-6 0 8 15,-16 0 4-15,0 24-6 16,-12 0 8-16,0 1-4 16,0-5-12-16,0-1-2 15,0-2 4-15,0-6 3 16,28 1-1-16,6 4-1 0,25-8 6 15,0 12 7-15,9-7-7 16,7-1 18-16,-16-4-15 16,3 0-6-1,-10 3-2-15,-27 2-45 0,-25 11-11 16,0-4-139-16,0 12-7 16,0-21-63-16</inkml:trace>
  <inkml:trace contextRef="#ctx0" brushRef="#br0" timeOffset="207041.42">9364 5923 750 0,'0'0'107'0,"0"0"-21"0,0 0-10 0,0 0-6 0,0 0 5 0,-102-232-51 0,83 187-20 0,7 9-6 0,-4 0 12 15,16 12-7-15,0 8-2 0,0 0 0 16,0 12-1-16,47-4 0 16,-13 0-5-16,6-1 5 15,13 1-3-15,-13 8-19 16,7 0-6-16,-26 0-82 16,13 0-149-16,-27 0-213 15</inkml:trace>
  <inkml:trace contextRef="#ctx0" brushRef="#br0" timeOffset="207346.83">9277 5699 755 0,'0'0'79'15,"0"0"114"-15,0 0-104 0,0 0-1 16,0 0-83-16,0 0 2 15,220 8-7-15,-173-8-15 16,-7 0-42-16,-6 0 1 16,-15 0 19-16,-7 3-27 15,-2 25 7-15,2 8 21 16,-6 0 22-16,7 0 28 16,8-3-24-16,-14-13 21 15,20-1 0-15,-2-14-9 16,9 3-2-16,-6-8-60 15,-9 0-60-15,-7 0 41 16,-12-24 35-16,0-4-23 0,0-8-275 16</inkml:trace>
  <inkml:trace contextRef="#ctx0" brushRef="#br0" timeOffset="207524.65">9745 5534 1084 0,'0'0'103'0,"0"0"-65"16,0 0-2-16,0 0-31 16,0 0 14-16,0 0-11 0,106-125-16 15,-53 86-14-15,2 14-19 16,4 5-98-16,-12 1-105 16,-7 19-93-16</inkml:trace>
  <inkml:trace contextRef="#ctx0" brushRef="#br0" timeOffset="207890.22">10424 5409 562 0,'0'0'177'0,"0"0"-128"15,0 0 26-15,0 0-18 16,0 0-40-16,0 0-9 0,-260 85-8 15,235-54 11-15,4 2 10 16,21-5-19-16,0 0-4 16,0-4 4-16,0-4 10 15,21 1 11-15,20-9-21 16,-1-4 7-16,6-5 1 16,7-3-13-16,-6 0 14 15,-7 0-17-15,-12 0 9 16,-10 0-6-16,-11 0 3 15,-7 0 0-15,0 0 1 16,0 0 7-16,0 0 10 16,15 8-16-16,-9 0 1 15,13 9-3-15,-7-14-29 0,4-3-193 16,2 0-155-16</inkml:trace>
  <inkml:trace contextRef="#ctx0" brushRef="#br0" timeOffset="207978.7">10424 5409 584 0</inkml:trace>
  <inkml:trace contextRef="#ctx0" brushRef="#br0" timeOffset="208206.08">10424 5409 584 0,'168'-39'458'0,"-168"39"-448"0,15 0 52 16,-2 8-36-16,5 3-39 0,4 14-35 15,6-5-54-15,-3 4-181 16,15-1 67-16,-12 6 23 15,-9-5 193-15,-13 3 56 16,-6-2 110-16,0 3-1 16,0-4 52-1,0-4-124-15,0 4-73 0,6 1-5 16,22-5-6-16,18 4-12 16,7-9 10-16,3-2-14 15,3-1 10-15,-6-1-6 16,-13 2-3-16,0-1-111 15,-6-4-86-15,-15-8 118 16,3 0-154-16</inkml:trace>
  <inkml:trace contextRef="#ctx0" brushRef="#br0" timeOffset="208855.99">10725 5534 19 0,'0'0'968'0,"0"0"-885"0,0 0 29 16,0 0-35-16,0 0-39 0,41 0 12 15,21 0-36 1,3 0-14-16,-3 0-4 0,-22 8-44 15,-9-8 4 1,-31 0-79-16,0 0-171 0,-12 0-283 16</inkml:trace>
  <inkml:trace contextRef="#ctx0" brushRef="#br0" timeOffset="209023.6">10725 5534 1036 0,'-59'-76'52'16,"87"84"68"-16,3-4-87 0,25 0-1 15,-3-4-32-15,6 0 0 16,3 0-32-16,-10-29-128 16,-11-2-466-16</inkml:trace>
  <inkml:trace contextRef="#ctx0" brushRef="#br0" timeOffset="-199759.09">6508 9637 274 0,'0'0'77'0,"0"0"-6"0,0 0 24 0,0 0-46 0,0 0-17 0,0 0-1 0,0 0 22 0,0 0-36 15,0 0 42-15,0 0 27 16,0 0 3-16,0 3-75 16,0 10 1-16,0-1-9 15,0 4-6-15,-18 7 0 16,12-6 1-16,-29-5 12 15,20-3-6-15,-4-6 33 16,-9 9-15-16,22 0 25 0,-12 0-39 16,2-4-10-16,10 0-1 15,0-8 1-15,6 0-7 16,0 0 12-16,0 0-11 16,0 0 12-16,0 0-3 15,0 0-3-15,0 0 15 16,0 0-8-16,0 0 5 15,0 0 4-15,-7 0-14 16,1 0 16-16,-6-4-10 16,-4-11 10-16,4-2-14 15,0-7-9-15,2-12 6 16,10-12-2-16,0-12 0 16,0-17-4-16,22 13-3 15,18-8 14-15,1 8-11 16,-7 12 10-16,-9-1-10 15,2 6 10-15,8-9-8 0,-4-1 2 16,15-7 0-16,-6-5-1 16,1 5 1-16,14 5-6 15,-17 10 0-15,-4 18-4 16,-6 6 20-16,-16 6-14 16,0-2 5-16,-2 1-1 15,2 4 0-15,-6 4 2 16,-6 12-6-16,0 0-1 15,0 0 3-15,0 4 4 0,0 32-10 16,0 21 15 0,0 10-14-16,0 2 6 0,0 11 1 15,0-3-1-15,0-2 5 16,0 5-8-16,0 4 11 16,0-4-14-16,0-3 18 15,0-21-18-15,0-4 7 16,0-19-12-16,0-13-38 15,0-1-51-15,0-6 7 16,0-1-87-16,-18-1 69 16,-10 2-39-16,-6-6-102 15,0-2 7-15</inkml:trace>
  <inkml:trace contextRef="#ctx0" brushRef="#br0" timeOffset="-199358.1">6173 9440 719 0,'0'0'267'0,"0"0"-209"0,0 0 1 0,0 0 27 0,0 0-67 0,0 0 8 0,0 0-22 0,22 0 9 15,12 0-10-15,-3 0 15 16,19 0-14-16,3 0-3 15,6 0-2-15,3-4 5 16,-4-19-10-16,1 10-9 16,-3-7-13-16,-9 8-37 15,-7-9-58-15,-15 2-212 16,-4-5-165-16</inkml:trace>
  <inkml:trace contextRef="#ctx0" brushRef="#br0" timeOffset="-198576.67">6831 10106 469 0,'0'0'97'0,"0"0"-59"0,0 0-28 0,0 0 2 0,0 0-7 0,0 0 0 0,-10-4-3 0,10 4 0 15,0 0 77-15,0 0 54 16,0 0-15-16,0 0-93 16,0 0-8-16,0-5-9 15,0-2-4-15,0 7-3 16,0 0 5-16,0-4-9 15,-6 4 13-15,6 0 11 16,0-4-12-16,0 0 12 0,0 4-15 16,0 0-9-16,0 0 3 15,0 0 0-15,0 0-5 16,0 0 6-16,0 0-11 16,0 0 20-16,0 0-12 15,16 0 11-15,55 0 23 16,31 0 15-16,26 0-29 15,17 0-7-15,-11-4-9 16,-7-4-2-16,-19 8 9 16,-36 0-20-16,-10 0 27 15,-28 0-24-15,-16 0 8 0,-5 0-4 16,-13 0-13 0,0 0-17-16,0 0-25 0,0 0-63 15,0 0-298 1</inkml:trace>
  <inkml:trace contextRef="#ctx0" brushRef="#br0" timeOffset="-154530.12">9792 11466 483 0,'0'0'189'0,"0"0"-187"0,0 0 8 0,0 0-6 0,0 0 22 0,0 0 40 0,0 3-28 0,0-3 33 0,0 0-9 15,0 0 39-15,0 0-2 0,-9 0-49 16,9 5-27-16,0-5-18 16,0 0 5-16,0 4-5 15,0-4 5-15,0 0-9 16,0 0 12-16,0 0-3 15,0 0-8-15,0 0 5 16,0 3-5-16,15 2-4 16,78 3 7-16,62 0 5 15,44-5-3-15,61-3-2 16,41 0-5-16,15 0 0 16,4 0-1-16,-7 0 2 15,-31-3-4-15,-40-5 7 16,-50 3-9-16,-59-6-15 15,-30-1 2-15,-44-12-42 0,-41-1-48 16,-18 2-80-16,0-6-204 16</inkml:trace>
  <inkml:trace contextRef="#ctx0" brushRef="#br0" timeOffset="-81423.15">19054 8766 129 0,'0'0'500'0,"0"0"-425"0,0 0-36 0,0 0 27 0,0 0-3 0,0 0-15 15,15-12-18-15,-15 12-15 16,0 0 0-16,0 0-15 16,0 0 25-16,0 0-23 15,0 0-2-15,0 0-42 0,0 0 2 16,0 0-69-1,0 0-86-15,0 0-277 0</inkml:trace>
  <inkml:trace contextRef="#ctx0" brushRef="#br0" timeOffset="-78346.23">8707 13046 309 0,'0'0'154'0,"0"0"-98"0,0 0 18 0,0 0 16 0,0 0 25 0,0 0 0 0,-13-13-70 0,13 13-33 0,0 0-11 15,0 0 0-15,0 0 21 16,0 5-20-16,0 11 19 16,0 24-12-16,0 4 21 15,0 12-17-15,7 4 4 16,-1-4-16-16,3 1 0 0,-9-9-2 15,6-4 10-15,-6 4-19 16,0 9 21-16,0 6-20 16,6 1 16-16,7-8-14 15,-7-15 8-15,16-18-2 16,-16-7-10-16,0-11-15 16,-6-5 23-16,0 4 1 15,0 0-1-15,0 0 6 16,0 7-5-16,6-6 4 15,1 3-3-15,8 0 1 0,10-8-8 16,3 0 7-16,12 0 1 16,7 0-3-16,5 4 8 15,10-4 2-15,-3 3-3 16,9 5-5-16,4-3 1 16,15-5 0-16,-7 0 0 15,1 0 3-15,-1 0-10 16,1 0 14-16,6-5-6 15,-7-6 2-15,1 11-5 16,6 0 4-16,-16 0-2 16,16 0 0-16,-6 0 1 15,-7 0-4-15,0-4-4 16,-8-4 3-16,2-5 5 16,-3 10-9-16,3 3 13 0,-3 0-5 15,16 0 0-15,-7 0 0 16,1 3-1-16,5 2 3 15,-2-5-7-15,2 0 10 16,-5 0-10-16,5 0 11 16,-27 0-10-16,-12 0 8 15,-7 0-3-15,-16 0-1 16,10 0 0-16,-9 0-3 16,9-5 7-16,-16 2-11 15,22-5 16-15,-6 8-11 16,-3 0 7-16,9 0-4 15,-6 0 0-15,-3 0-1 16,3 0 0-16,-1 0 1 0,-2 0-2 16,-3 0 2-16,-3 0-7 15,-4-4 15-15,-2 4-13 16,-1-4 7-16,0 0-3 16,4-1 3-16,-16-3-1 15,12 8-2-15,1 0 7 16,2 0-15-16,10-3 16 15,3-9-17-15,12 12 20 16,-12-8-20-16,3 3 10 16,-9 5-1-16,-10-3 0 15,1-5 0-15,-4 8-4 16,-3 0 13-16,-6 0-15 16,0-8 15-16,6 0-9 0,0-17 4 15,1 13 40 1,5-15-5-16,4 2-5 0,-4-3-16 15,10 0-16-15,-4-4 5 16,10 9 0-16,-3-2-13 16,3-3 11-16,0-12-10 15,3-8 10-15,-3-4-5 16,-16-1 0-16,-6 1 1 16,-6-7-7-16,0 10 17 15,0-7-15-15,0 0 11 16,0-1-14-16,-24 9 9 15,-17 1-4-15,13 6-5 0,-6-3 7 16,-6 0 0-16,9-9 0 16,-3-6-4-16,12-6 5 15,10 6-10-15,-1 10 18 16,1 26-13-16,3 6 8 16,2 13-4-16,1 4 8 15,6 0-8-15,-6 0-2 16,0 0-14-16,0 0 9 15,-4 0 14-15,-2 0-5 16,-1 0 3-16,-14 0-1 16,-14 12-2-16,-5 16 1 15,-13 0-1-15,-22 12 1 16,1 9-6-16,-1-13 14 16,7-8-17-16,8-12 12 15,8 4-4-15,-11-4-1 0,-5-4 17 16,3 0-6-16,-4 0-1 15,-5 0 11-15,-7 9-21 16,0-6-1-16,-6-7 9 16,12-8-18-16,7 0 14 15,-1 0-5-15,10 4 0 16,-3 0 9-16,-3 4-3 16,3-4 3-16,15 8-10 15,-15 0 9-15,21-4-13 16,-6-3 11-16,26-2-11 15,2-3 6-15,9 0-1 16,10 0 0-16,-13 0 1 0,4 0-4 16,-4 0 10-16,-15 0-6 15,9 0 5-15,10 0-2 16,-4 0-2-16,-2 0 1 16,14 0-3-16,-5 0-3 15,-10 0-9-15,10 0 4 16,-7 0 6-16,-9 0 4 15,16 0-3-15,-4 0 9 16,-2 0-16-16,-4 0 3 16,-3 0 3-16,4 0 0 15,-10 8-15-15,-10 1 12 16,1-1 5-16,-16 0 1 16,16 3 1-16,9-2 12 0,3 2-5 15,9-3-7 1,4 0-2-16,2 1-4 0,1 2 4 15,12-3-14-15,-15-3 10 16,2 2 8-16,13-7-3 16,-6 0 6-16,0 0-2 15,6 0-1-15,0 0-5 16,0 0 1-16,0 0-16 16,0 0 15-16,0 0-9 15,-16 0 0-15,4 0-1 16,-7 0 7-16,-15 8-8 15,22 5 7-15,-4-10 2 16,4-3 3-16,12 0 6 16,-6 0-1-16,-1 0-5 0,-2 0 5 15,-3 0-12-15,6 0-2 16,-7 5-20-16,13-1-135 16,0-4-424-16</inkml:trace>
  <inkml:trace contextRef="#ctx0" brushRef="#br0" timeOffset="-21644.95">26536 7960 340 0,'0'0'0'0,"0"0"-249"0</inkml:trace>
  <inkml:trace contextRef="#ctx0" brushRef="#br0" timeOffset="14391.96">6415 17353 95 0,'0'0'379'0,"0"0"-310"0,0 0-20 0,0 0-17 15,0 0-11-15,0 0-11 16,-28 0-8-16,28-8-4 15,0 4 8-15,0 4 26 16,0 0 72-16,0 0 59 16,0 0-86-16,0 0-2 15,0 0-16-15,0 0-32 0,0 0-17 16,0 0-6 0,0 0-8-16,0-4 8 0,0 4 1 15,0-4-2-15,0 4 27 16,0 0-13-16,0 0 5 15,0 0-8-15,0 0-13 16,0 0-2-16,0 0-11 16,22 0 9-16,18 0-2 15,41 0 2-15,-10-4 6 16,16-12 3-16,9 0-2 16,-3 3-4-16,-6 2 8 15,6-1-5-15,0 7 2 0,0-3 1 16,0 5-10-16,3 3 11 15,-3 0-9-15,-12 0 2 16,-10 0 0-16,10 0 0 16,6 0 4-16,6 0-8 15,-3 0 9-15,-19 0-12 16,-31 0 12-16,1 0-10 16,-1 0 10-16,-6 0-10 15,-9 0 5-15,3 0 0 16,-22 0-2-16,0 0 4 15,10 0-6-15,-10 0 9 16,-6 0-10-16,6 0 10 16,-6 0-10-16,0-5-18 15,0-2-11-15,0-6-15 16,0-3-79-16,0-4-218 16</inkml:trace>
  <inkml:trace contextRef="#ctx0" brushRef="#br0" timeOffset="15475.18">8167 16996 275 0,'0'0'29'16,"0"0"-11"-16,0 0-15 0,0 0-3 0,0 0 3 0,0 0 14 0,-34 3 93 0,34-3-42 0,0 0-19 0,0 0 39 15,0 0 2-15,0 0-12 0,0 0-40 16,0 0-10-1,0 0-26-15,0 0 12 0,0 0 11 16,0 0 11-16,0 0 3 16,0 0-21-16,0 0 4 15,0 0-20-15,0 0-2 16,0 0 11-16,34 0-22 16,19 0 15-16,0 0-4 15,2 0 0-15,4 0 1 16,-6 0-4-16,-13 0 9 15,7 5-12-15,-19 7 6 16,-10-4-2-16,4 5-11 16,-16-2 11-16,13-3-5 0,-19 4 7 15,9 0 5 1,-9 4-4-16,0 0 14 16,0 1-11-16,0-6 19 0,0 5-17 15,-15-4 29-15,-19 9-29 16,-13 2 11-16,16 10 9 15,-19 3-9-15,4 8 3 16,15 0-19-16,-3-4 6 16,6-4-1-16,3-12-2 15,16-7 2-15,3-17-12 16,-1 0 6-16,7 0-13 16,0 0 4-16,0 0-12 15,0-5 19-15,0 1 4 0,0 4 6 16,0 0-2-1,0 0 30-15,0 0-20 16,0 0 9-16,0 0-13 0,0 0-5 16,0-4-5-16,0 0-2 15,0-4 0-15,0-4-10 16,0 4-2-16,0 4 17 16,0 4-12-16,0 0 7 15,0 0 0-15,0 0-1 16,0 0-3-16,0 0-16 15,0 0-59-15,0 0-71 16,0 0-260-16,0 0-194 16</inkml:trace>
  <inkml:trace contextRef="#ctx0" brushRef="#br0" timeOffset="15825.84">8341 17297 746 0,'0'0'282'0,"0"0"-260"0,0 0-16 0,0 0-12 0,0 0-37 0,0 0-65 0,-13-28-16 0,13 24 118 0,0 4 6 16,0 0 97-16,0 0 53 15,0-4-87-15,0-4 25 0,0-12-76 16,0-9-12-1,0 1-67-15,0 0 48 0,0 17-1 16,0 11 13-16,0 0 7 16,0 0 0-16,0 0 3 15,-9 0 5-15,-3 3-16 16,6 2 10-16,-1-5-5 16,-8 0-8-16,15 0-5 15,0 0-102-15,0 0-23 16,0 0-42-16,0 0-374 15</inkml:trace>
  <inkml:trace contextRef="#ctx0" brushRef="#br0" timeOffset="24303.71">9404 17782 338 0,'0'0'129'0,"0"0"-129"0,0 0 1 0,0 0-7 0,0 0 12 0,0 0-5 0,0 0 54 0,-9 0 5 0,9 0-26 0,0 0 7 0,0 0 3 16,0 0-27-16,0 0 7 15,0 0-14-15,0 0 21 16,0 0-14-16,0 0 17 16,-6 0 18-16,6 0-42 15,0 0 2-15,0 0-9 16,0 0 6-16,0 0-7 0,0 0 14 15,0 0-11 1,0 0 10-16,0 0-3 0,0 0 4 16,0 0 2-16,0 0-16 15,0 0-2-15,0 0 9 16,0 0-11-16,0 0 4 16,15-3 19-16,4-2-13 15,3 5 14-15,9 0 5 16,3 0-16-16,12 0 12 15,7 0-22-15,15 0 9 16,-9 0-7-16,3-4 4 16,-3 4-2-16,-12 0-8 15,-1 0 3-15,-12 0 0 16,6 0 0-16,-12 0 8 16,13 0-17-16,5 0 21 0,-5 0-23 15,5 0 21-15,13 0-19 16,15 0 18-16,1 0-6 15,-4 0-3-15,4 0 1 16,-23-4-1-16,-11 0 6 16,-14 4-7-16,-14 0 3 15,-1 0 14-15,4 0-12 16,9 0 15-16,-4 0-8 16,4 0-1-16,9 0 2 15,-6 0-9-15,-9 0 10 0,2 0-12 16,-14 0 20-16,-1 0-20 15,0 0 19-15,0 0-13 16,10 0 7-16,-10-4-5 16,6 4-3-16,4 0 1 15,-4 0-2-15,1 0-9 16,-1 0 13-16,4 0-14 16,8 0 12-16,-8 0-3 15,2 0-1-15,-5 0-1 16,-4 0 0-16,-3 0 1 15,-6 0-6-15,7 0 10 16,-1 0-15-16,0 0 16 16,-6 0-16-16,0 0 14 15,0 0-7-15,0 0 2 16,0 0 0-16,15 0 1 0,-8 0 1 16,-1 0-5-16,12 0 8 15,-11 0-11-15,14 0 12 16,-14 0-13-16,-1 0 7 15,-6 0-1-15,6 0 0 16,-6 0 5-16,0 0-12 16,0 0 16-16,0 0-19 15,0 0 10-15,0 0-8 16,0-4 10-16,0-1-2 16,0-2 0-16,15-29-22 15,-8-21-46-15,-7-6-157 16</inkml:trace>
  <inkml:trace contextRef="#ctx0" brushRef="#br0" timeOffset="39071.03">17172 9211 29 0,'0'0'101'0,"0"0"-73"0,0 0 70 0,0 0 83 0,0 0-41 0,0 0-81 0,0 0-40 0,0 0-19 15,0-31-24-15,0 10 7 16,12-2-6-16,0 6 22 16,-5 6-35-16,-1 3 32 15,-6 8 4-15,0 0 21 16,0 0 7-16,0 0-18 15,0 0-5-15,0 0-2 16,0 0 15-16,0 0 10 16,0 0 9-16,0 0-36 15,0 0 5-15,0 0-6 16,0 0-2-16,0 0-11 16,9 0-31-16,-9 0 9 15,6 0 12-15,-6 0 18 16,0 0 10-16,0 0 50 15,0 0 23-15,0 0 50 0,0 0-53 16,0 0-56-16,0 0-19 16,0 0-19-16,0 0 9 15,0 0-17-15,0 0 26 16,0 0-7-16,0 0 5 16,0 0 6-16,0 0 12 15,0 0 2-15,0 0-13 16,0 0-8-16,0 0 9 15,0 0-12-15,0 0 14 16,0 0-9-16,0 0 6 16,0 0 10-16,0 0-14 0,0 0 14 15,0 0 0-15,0 0-11 16,0 0-3-16,0 0 8 16,0 0-21-16,0 3 24 15,0 9-15-15,0 1 5 16,0-2-1-16,0 1 0 15,0 1 0-15,0-2 23 16,-6-3 0-16,-9 1 14 16,-4-1-33-16,7 3 4 15,-10-3-2-15,3 1-2 16,4 2-2-16,-4 2 1 16,-3 3-3-16,10-1 2 0,-16 2-7 15,16-1 10 1,-1 0-12-16,1-1 13 0,3 6-12 15,-4-9 10-15,1 12-6 16,6-7 2-16,-16-2 0 16,10 1-4-16,-10 0 8 15,9 1-10-15,-5-1 12 16,2-1-9-16,4 1 9 16,-10-8-10-16,22 4 7 15,-12-4-3-15,6 0 0 16,-1-3 0-16,1 3-8 15,0-4 17-15,-3 4-14 0,-4 0 11 16,1 3-11 0,-4 1 10-16,4 4-5 0,-7 5 2 15,10-9 3-15,3 4-5 16,-7-4 4-16,1-9-1 16,6 10 6-16,-3-5-15 15,2 0 13-15,1 1-6 16,0 2-1-16,0 5 0 15,-10-4-2-15,4 0 4 16,-1 1-6-16,1-2 14 16,3 5-18-16,-4-4 19 15,1 4-10-15,-4-4 2 16,4 4-2-16,-7 1 2 16,-2 2 2-16,-4 1 0 0,16-4 2 15,-4-8-7 1,7-3 14-16,0-1-20 0,6-4 13 15,-6 8-10-15,-10 0 5 16,10 0-2-16,-7 4 0 16,1-1 0-16,3 2-6 15,3-9 12-15,-1 4-13 16,-5-8 16-16,12 11-14 16,-16-6 8-16,10 7-5 15,0 0 2-15,-6 4 0 16,-1 0 0-16,13 0 2 15,-15-4-13-15,15-8 20 16,0-4-18-16,-6 8 18 0,6-8-8 16,0 0 0-1,0 0 10-15,0 4-9 0,0-4 6 16,-7 5-16-16,1-2 17 16,0 1-14-16,-3 4 10 15,-10-4-10 1,19 5 10-16,0-6-9 0,0-3 4 15,0 0 0-15,-6 0 6 16,6 0-5-16,0 0-2 16,0 5 6-16,-6-2-10 15,-1 5 13-15,-8 9-10 16,3-1 2-16,-1-5-5 16,4-2 4-16,3-9 1 15,6 0-4-15,0 0 13 16,0 0-14-16,0 0 13 0,0 0-6 15,0 0 2-15,0 0 4 16,0 0-8-16,0 0 1 16,0 0-4-16,0 0 16 15,0 0-21-15,0 0 17 16,0 0-14-16,0 0 15 16,0 0-13-16,0 0 7 15,0 0-4-15,0 0 8 16,0 0-5-16,0 0-1 15,0 0 5-15,0 0 0 16,0 0-1-16,0 0-2 16,0 0 2-16,0 0-12 0,0 0 5 15,0 0 1-15,0 0-9 16,0 0 18-16,6 0-19 16,3 0 20-16,-3 0-19 15,1 0 20-15,-1 0-18 16,0 0 11-16,0 0-4 15,10 0 0-15,-10 0 1 16,0 0-6-16,22 0 12 16,-16 0-14-16,-5 0 17 15,5 0-10-15,-3 0 4 16,10 0-4-16,-1 0 1 16,-2 0 2-16,9 0-3 15,-4 0 3-15,-2 0-7 16,15 0 12-16,-21 0-11 15,8 0 15-15,-2 0-20 0,-4 0 12 16,4 0-4-16,-7 0 0 16,10 0 1-16,-9 0-7 15,8 0 8-15,-2 0-11 16,-7 0 18-16,-2-5-14 16,-10 5 13-16,0 0-12 15,6 0 5-15,-6 0-1 16,0 0 0-16,12 0 3 15,1-4-12-15,8-4 18 16,-2 5-18-16,-4-5 21 16,10 8-21-16,-3-5 12 15,-16 5-3-15,6 0 0 0,-5 0 0 16,8 0-5-16,4-3 14 16,-7-2-20-16,16 1 22 15,0 0-17 1,-3-3 13-16,9 2-13 0,-6 5 6 15,-3-3 0-15,-4 3-3 16,-2 0 9-16,-4 0-15 16,-2 0 18-16,-7 0-15 15,28 0 15-15,0 0-16 16,-3 0 12-16,3-5-6 0,0 5 1 16,-6-3 0-16,-9 3-6 15,3 0 14 1,-4 0-20-16,-11 0 24 15,27 0-22-15,-6 0 20 0,-4 0-11 16,10 0 1-16,13 0 0 16,-7 0-3-1,7 0 8-15,-13 0-13 0,6 0 17 16,-6 0-19-16,3-9 20 16,-9 9-18-16,7 0 9 15,-8 0-1-15,-2 0 0 16,3 0 1-16,-3 0-3 15,9 0 9-15,0-4-18 16,-6 4 22-16,-3 0-18 16,-3 0 15-16,-4 0-10 0,4 0 4 15,3 0 0-15,3 0-2 16,18 0 7-16,-12 0-11 16,7 0 13-16,-10 0-16 15,-10-4 19-15,4 4-22 16,-9-4 15-16,-4 4-6 15,0-4 1-15,10 4 0 16,-10 0-5-16,4 0 11 16,-4 0-12-16,-5 0 16 15,-1-3-16-15,6 3 11 16,4-5-7-16,-4 5 2 16,0 0-2-16,4 0 0 0,-10 0 4 15,7 0 0-15,8 0 5 16,-8 0-3-16,15 0 6 15,-10 0-14-15,-5 0 9 16,-4 0-7-16,16 0 2 16,-4 0 0-16,-2 0 2 15,9 0 0-15,-16 0 2 16,7 0 7-16,3 0-22 16,-4 0 10-16,-8 0-6 15,-4 0-31-15,0 0-18 16,6 0-34-16,-12 0-125 15,0 0-298-15</inkml:trace>
  <inkml:trace contextRef="#ctx0" brushRef="#br0" timeOffset="41086.02">17510 8999 174 0,'0'0'226'0,"0"0"-95"0,0 0-97 16,0 0-3-16,0 0-29 15,0 0 4-15,0 0-5 16,-25 0 1-16,19 0 1 15,6 0-3-15,-7 0 25 16,7 0 0-16,-9 0 43 16,3 0-7-16,-7 0 53 15,13 0-66-15,0 0-4 16,-6 0-28-16,6 0-11 16,-6 0-5-16,6 0 2 15,0 0-4-15,0 0 9 0,-9 0-11 16,3 0 15-16,-1 0-9 15,1 0 2 1,-6 0-8-16,6 0 0 0,-10 0 3 16,16 0-4-16,0 0 10 15,0 0 5-15,-6 0-8 16,0 0-3-16,-1 0 3 16,1 0-4-16,6 0-9 15,0 0 11-15,0 0 4 16,0 0-2-16,0 0 4 15,0 0 1-15,0 0-13 16,0 0 15-16,0 0-17 16,0 0 15-16,0 0-7 0,0 0 5 15,0 0 2-15,0 0 7 16,0-4-4-16,0 1 26 16,0 3-22-16,0-5 3 15,0 5-10-15,0 0-14 16,0 0 2-16,19 0 5 15,15 0 5-15,0 0-2 16,6 0 15-16,13 0-16 16,0 0 12-16,15 0-9 15,-3 0 2-15,3-8-4 16,-3 0-1-16,-18 4-2 16,-7 4 0-16,-6 0-4 15,-6 0 10-15,-3 0-16 16,9 0 20-16,6 0-21 15,13 0 25-15,-6 0-17 0,-7 0 3 16,0 0-1 0,-24-4 0-16,2 4 1 0,1 0-5 15,-3 0 10-15,8 0-14 16,4 0 18-16,6 0-13 16,7 0 10-16,-17 0-7 15,17 0 1-15,-13 0-1 16,0 0 0-16,-4 0 2 15,4 0-9-15,-9 0 18 16,-4 0-19-16,4 0 21 0,3 0-20 16,-4 0 8-1,16 0 0-15,7 0 0 0,-10 0 2 16,9 0-6 0,0 0 12-16,7 0-16 0,-13 0 18 15,12 0-17-15,-18 0 11 16,-9 0-7-16,-4 0 3 15,-2 4 0-15,5-4-4 16,-2 0 7-16,3 0-10 16,2 0 14-16,-2 0-19 15,3 0 26-15,-10 0-22 16,-6 0 11-16,7 0-3 16,-4 0 0-16,3 0 0 15,7 0-8-15,9 0 17 0,-10 0-19 16,10 0 22-16,-15 0-24 15,2 0 13-15,-15 4-4 16,0-4 2-16,0 0 1 16,0 4 2-16,0-4 2 15,6 0-7-15,-6 0 16 16,7 0-25-16,14 0 23 16,-2 0-14-16,-7 0 5 15,10 4-4-15,-22-4 0 16,25 4 2-16,-10 0-2 15,-2-4 6-15,-7 5-15 16,6-2 17-16,-12-3-13 16,10 4 3-16,-4 0 2 0,0-4 1 15,0 4 1-15,-6-4-2 16,0 0 6-16,0 0-9 16,0 0 13-16,0 0-16 15,0 0-28-15,7 0-19 16,-1 0-26-16,15 0-73 15,-8 0-28-15,-7 0 67 16,-6 0-140-16</inkml:trace>
  <inkml:trace contextRef="#ctx0" brushRef="#br0" timeOffset="42601.85">18914 10190 252 0,'0'0'89'0,"0"0"-89"0,0 0-12 0,0 0 4 0,0 0-54 0,0 0 62 0,0-36 16 0,0 32 44 0,0 4 68 15,0 0-25 1,0 0-22-16,0 0-66 0,0-4 23 16,0 4-12-16,0 0 9 15,0 0-29-15,0 0-4 16,0 0 9-16,0 0 18 15,0 0 23-15,0 0-34 16,0 0 12-16,0 0 14 16,0 0 5-16,0-4-43 15,0 4 2-15,0-4-6 0,0-4-4 16,0 8 2 0,0-16 0-16,0 4 2 0,0-8 4 15,0-4 2 1,6-1-4-16,10 9 15 15,-10-4-16-15,13 1 4 0,-4 2-3 16,10-6-4-16,15-1 0 16,-12-9 3-16,12 2-10 15,-9-2 18-15,-3 5-21 16,0 4 21-16,-15 4-16 16,-1 12 13-16,4-4-10 15,-4-1 2-15,-6 2 0 16,16-9-1-16,-3 0 4 15,-7-1-12-15,-3 5 20 16,10 1-21-16,-7-1 18 0,4-1-12 16,2 1 4-16,4 0 0 15,-10-4-2-15,-5 4 2 16,14-7-7 0,4 10 14-16,-19-7-15 0,16 8 16 15,-16 0-17-15,13-3 11 16,-10 2-6-16,4 5 4 15,-1-4 0-15,0 12-1 16,-2-4 4-16,-10-4-13 16,0 0 21-16,6-5-20 15,-6 2 18-15,12-9-18 16,-5 12 12-16,-1-4-4 0,-6-1 1 16,15 5 0-1,-15 1-4-15,6-9 13 16,-6 11-15-16,0-6 13 0,0 3-14 15,0-1 12-15,0 6-8 16,13-2 3-16,-7 5-1 16,10-8-2-16,-16-3 6 15,18-1-9-15,-5-1 12 16,-4 2-12-16,-9 2 18 16,0 9-15-16,0 0 6 15,0 0-3-15,0-3 0 16,6-2-6-16,0-6 3 15,7 2 6-15,-7-2-9 16,16 3 17-16,-16 0-18 16,-6 3 13-16,0 1-6 15,0 0 0-15,6-4 0 16,0 4-5-16,-6 4 10 0,6 0-12 16,-6 0 14-16,0 0-17 15,0 0-28-15,0 0-1 16,0 0-19-16,0 0 23 15,0 0 11-15,0 0-30 16,0 0-2-16,0 0-93 16,-12 0-187-16</inkml:trace>
  <inkml:trace contextRef="#ctx0" brushRef="#br0" timeOffset="43418.12">19463 8947 277 0,'0'0'80'0,"0"0"66"0,0 0-71 0,0 0-47 0,0 0-14 0,0 0-2 0,6 0-12 0,0 0 0 0,-6 0 27 15,0 0 19-15,0 0 42 16,0 0-32-16,0 0-43 16,0 0 1-16,0 0-12 15,16 0 30-15,-10 0-30 16,0 0 22-16,7 0-10 16,2 0-10-16,-2 0 6 15,-1 0-5-15,0 0 22 16,4 0-18-16,3 0-7 15,-13 0 3-15,15 0-7 16,-8 0 11-16,9 0-13 16,-10 0 8-16,7 0-8 15,8 0 0-15,-14 0-3 16,15 0 4-16,-16 0 6 0,-12 0-12 16,6 0 20-16,4 0-16 15,-4 0 14-15,6 0-14 16,-6 0 6-16,22 0-1 15,-21 0 0-15,5 0 5 16,-6-4-9-16,-6 4 13 16,0 0-8-16,0 0 5 15,0 0 15-15,0 0-14 0,0 0-3 16,0 0-4 0,0 0-40-16,0 0-95 15,0 0-210-15</inkml:trace>
  <inkml:trace contextRef="#ctx0" brushRef="#br0" timeOffset="44619.28">17376 10615 233 0,'0'0'246'0,"0"0"-209"0,0 0 1 0,0 0-28 16,0 0 4-16,0 0-10 0,-12 40 12 0,12-40-4 0,0 9 21 0,-6 7 25 16,6-1 6-16,0 6-11 15,0-9-43-15,0-1-6 16,0-6 3-16,0-5-11 16,12 0 8-16,4 0 17 15,2 0-7-15,-5 0 13 16,2 0 5-16,-3 0-11 15,7-25 5-15,3-2-26 16,3-14 11-16,-10-2-7 0,-3-6-8 16,-5 13-7-1,-7 8-11-15,0 12 12 0,0 8 10 16,0 8 1-16,0 0 5 16,-19 8 21-16,-15 32-27 15,-13 8-7-15,20 8-14 16,2 1 11-16,9-9-11 15,16-9 18-15,0 10 3 16,0-5 19-16,47 0 17 16,9-4-18-16,-4-12 20 15,1-12-37-15,-7-11 16 16,10-5-14-16,-3 0 8 16,-6-5-11-16,-7-11 3 15,-15 1-9-15,-10 15 16 0,-9 0-20 16,-6 0 16-16,7 0-14 15,-1 0 8-15,15 0-3 16,4 0-17-16,9 0-51 16,7-5-62-16,-7-15-19 15,-22 4-137-15</inkml:trace>
  <inkml:trace contextRef="#ctx0" brushRef="#br0" timeOffset="45834.56">19798 9689 223 0,'0'0'124'0,"0"0"-124"0,0 0-18 0,0 0 18 0,0 0 4 0,0 0 36 0,-40 53 49 16,33-50 32-16,7 5-49 16,0-4 20-16,0-4-6 15,0 4-77-15,0 0-9 16,0 0 0-16,25 8-7 15,9-4 15-15,0 4-5 16,-9-7 1-16,25-5-2 16,-19 0 2-16,-3 0 1 0,12-5 0 15,-21-27-1-15,2 0-8 16,-8-1 0 0,-13 2-51-16,0-2 5 0,0 5 31 15,0 1-69-15,0 2-77 16,-13 17 20-16,-21 8 52 15,-12 0 93-15,12 0 31 16,-13 36 128-16,13-7-58 16,3 15-19-16,3-12-47 15,22 0 51-15,6-4-47 16,0-3 2-16,0-2-11 16,0-7-6-16,0-8 19 0,0 0-35 15,18-8 24 1,10 0-31-16,13 0 18 0,11 0-17 15,1-12 13 1,-6-8-6-16,-13 8-8 0,-22 8 4 16,-12 4-3-16,0 0 24 15,9 0-10-15,-9 4 21 16,13 16-25-16,-7 13 26 16,28-10-37-16,-15-7-2 15,21-3-8-15,-6-10-29 16,6-3-15-16,-5 0-138 15,-11 0-83-15</inkml:trace>
  <inkml:trace contextRef="#ctx0" brushRef="#br0" timeOffset="47197.62">17491 10744 221 0,'0'0'363'0,"0"0"-362"0,0 0 16 0,0 0 22 0,0 0 13 0,0 0-14 0,-19 60-27 0,19-45-8 16,0-2-2-16,0-5 34 0,0 4 58 16,0-4-23-16,0-4-49 15,19 8-4-15,0-12-12 16,8 4 14-16,-5-4-17 15,3 0 5-15,-3 0 3 16,2-4-9-16,-2-25-1 16,-9-7 12-16,8 0-24 15,-8 0 17-15,-1 0-10 16,0-3 1-16,-2-2-28 16,-4-7-130-16,-6 8-9 0,0 16 79 15,0 8 19-15,0 8 73 16,-16 8 23-16,-8 0 56 15,-17 24-56-15,1 29-23 16,-13-2 7-16,25-2 9 16,-6-13-16-16,22-8-6 15,0-1 0-15,12 1 12 16,0 0 17-16,0 8 26 16,0 9 42-16,0-5-22 15,0-4-51-15,18-11-18 16,16-14-4-16,0-7 0 15,7-4-18-15,5 0 18 16,-12 0 8-16,13-12 0 16,-16 1 3-16,-9-2-13 15,-4-2 10-15,-2 10-4 0,-4 2 9 16,-6-6-5-16,-6 9-8 16,6 0 15-16,-6 0 1 15,0 0-6-15,7 0 40 16,2 4-42-16,10 16 19 15,2 4-23-15,4-8 2 16,3-4-6-16,12-7 0 16,-9 3 1-16,10-8 6 15,-1 0-4-15,16 0 4 16,3-8 13-16,0-25-16 16,-4 2-2-16,-36 2-2 0,-7 9-31 15,-12 12-68 1,0 8-24-16,0 0 79 0,0 0-20 15,-12 0-158-15</inkml:trace>
  <inkml:trace contextRef="#ctx0" brushRef="#br0" timeOffset="51876.94">20105 6156 265 0,'0'0'60'0,"0"0"-5"0,0 0 8 0,0 0-15 0,0 0-48 0,0 0 0 16,0 8 0-16,0-8 11 15,0 0-8-15,0 0 60 16,0 0 11-16,0 0-12 16,0 0 10-16,0 0-4 15,0 0-41-15,0 0-27 16,0 0 0-16,0 0 5 15,0 0-5-15,0 0 51 16,0 0-32-16,0 3 23 16,0 2-34-16,0-2 6 0,0 6-11 15,0 2-1-15,0 2-2 16,0-1 0-16,0 4-2 16,0-8 7-16,6 8-13 15,-6-4 18-15,0 0-10 16,0 0 2-16,0 0 20 15,0 0-22-15,0 0-5 16,12-3 3-16,-2 2 0 16,-4 5-3-16,0-7 10 15,0 10-8-15,1-7 6 16,-1 4-6-16,9 1 0 16,-15-1 3-16,6-1 0 0,-6-2 1 15,0 3-4-15,13-4 1 16,-1-1-3-16,-2 2 2 15,-10 7-1-15,12-9 6 16,-6 9-4-16,-6 5 0 16,6-6-1-16,7 2 2 15,-4-6-1-15,-9-2-2 16,0 3-11-16,0 0 11 16,0 0 8-16,0 8-4 15,0 1 0-15,0-2 8 16,0 1-7-16,6-4 7 15,0-4-16-15,-6 4 14 16,0-4-16-16,0 1 8 16,0-6-5-16,0 2 3 15,0-1 3-15,0-1-1 0,0-2 1 16,0 7-2-16,0-8 6 16,0 8-6-16,0 4 12 15,0-8-20-15,0 7 16 16,0-6-11-16,0-1-3 15,0 1 8-15,0-2-3 16,0-3 4-16,0 4 1 16,0 0-1-16,0 9 0 15,0-10 4-15,0-3-15 16,0 4 2-16,0 1-46 0,0-5-13 16,7-1 33-1,-7 6 32-15,0-2 3 0,0 1 3 16,0 9 17-1,0-1 22-15,0-9-31 0,0 2 15 16,0-1-23-16,-7-1-5 16,1-3 2-16,0 5 0 15,6-1-4-15,0-1 10 16,0 2-10-16,0 2 11 16,0-2 6-16,-9-1-12 15,9-1-1-15,0 2-2 16,-13 3 2-16,7 0 0 15,0 5 5-15,-6 2-14 16,-10 1 18-16,9 1-16 16,-8-2 16-16,15 1-13 0,-7 4 8 15,7-3-4-15,-10 7 0 16,4-4-7-16,12-5 6 16,-6 2-26-16,0 3-11 15,-1-7 29-15,-2-6-3 16,3-2 23-16,0 6-11 15,-7-11 5-15,13 4 20 16,-6 0 29-16,6 4-37 16,-6-3-15-16,-3-2 7 15,9 6-17-15,-7-1 8 16,7 7-7-16,-12 2 3 16,6-1 4-16,-10-4 11 0,10-9-1 15,6 6-10-15,0-6 3 16,0 2-9-16,0-5-7 15,0 4-1-15,0 4-35 16,0 4 6-16,0 8-3 16,0-4-1-16,0 4 33 15,0-3 14-15,0-2-6 16,0 1 13-16,0-7-8 16,0-6 9-16,0-3-16 15,0 0 13-15,0 4-5 16,0 4 4-16,-12 4-4 15,12-4-2-15,-7 1 2 16,1-1 0-16,6-4 7 16,-9 0-14-16,9 3 9 15,0 2-8-15,0 3 8 0,0 0-2 16,0 0 2-16,0 0 4 16,0 0 1-16,0-4 8 15,0-4-27-15,0 4 16 16,0-3-8-16,0-2-12 15,0 1-6-15,0-4-11 16,0-3 17-16,0 3 9 16,0-5 14-16,0 1 6 15,0 1-8-15,0-2-7 16,0 2 5-16,0-5-5 0,0 3 2 16,0 2 0-16,0 3-8 15,0 0 8-15,0-1 30 16,0 6-5-1,0-5-5-15,-6 0-17 0,6 4 4 16,-6-4-1-16,6 0-12 16,0 0 0-16,0 4 1 15,-7-4-6-15,7-5 10 16,0 2-3-16,0-5-27 16,0 0 29-16,0 0-15 15,0 0 9-15,0 0 8 16,0-8 22-16,-12-8 26 15,6-1-16-15,-10 1 30 16,10 4-39-16,-6-7 18 16,12-1-38-16,0-4-6 0,0-9-15 15,0 5 16 1,0 0-7-16,-16 4 9 0,16 0 24 16,0 0 2-16,0 4 0 15,0-4-26-15,0-4 0 16,0 0-2-16,0-4-13 15,0-5-28-15,0 5 18 16,0 1 20-16,0 3 5 16,0 3 25-16,0 1 14 15,0 9 13-15,0-2-25 16,0-2 0-16,0-2-20 16,0-3-14-16,0-5 6 0,0-7-46 15,22 5-27-15,-10-2 4 16,4 10 50-16,-10 7 20 15,-6 3 16-15,0 5 21 16,12 1 22-16,-5-6-47 16,-1-3-12-16,9 1-7 15,-9-14-14-15,1 5 13 16,5-3-10-16,-6-1 11 16,-6-1 14-16,16 9-14 15,-16-5 17-15,0 6 1 16,0-1 15-16,0 4-24 15,0-12-4-15,0 8 4 16,0-1-4-16,6-2 5 16,-6 6-2-16,0 1 3 15,0-4 27-15,0 4-21 0,0 4-4 16,0-4-6-16,0 5 2 16,0-6-4-16,6-3 3 15,0 0-6-15,1 4 10 16,2-8-18-16,-3 4 19 15,-6-1-13-15,0-2 7 16,0 7 0-16,0 0 0 16,0 4 6-16,0-1-12 15,0 1 12-15,6-7-12 16,-6-1 16-16,0 4-20 0,0-4 11 16,0 7-1-16,0-7 0 15,13 1 0-15,-13-2-2 16,6-3-1-16,9 5 0 15,-8 2-4-15,-1 1 0 16,-6-8 13 0,6 0-15-16,-6 0 0 0,0 0 9 15,0 7-2-15,0 2 4 16,0-1-7-16,0 0 12 16,0-1-14-16,0 1 16 15,0 4-10-15,0 1 1 16,0-5-4-16,0-1 1 15,12 1 3-15,-2 0-4 16,-4-4 10-16,6 0-14 0,-5 0 16 16,-1 4-13-16,-6-4 12 15,0 4-11 1,0-4 4-16,0-1 0 0,0 10-2 16,0-9 9-16,0 7-4 15,0 2 18-15,0-1-5 16,0 4-15-16,0 0-2 15,0-4 10-15,0-1-18 16,0 5 1-16,0 8-5 16,0-12 6-16,0 9 7 15,0-5-7-15,0 8 15 16,0-8-2-16,0 8-4 16,0-13 5-16,0 9-2 0,0-4-8 15,0-11 3-15,0 7-9 16,0-9 6-16,0 5-21 15,0 1 22-15,15 10 2 16,-15 1 0-16,0 0 17 16,0 4 20-16,0-4-19 15,6-4-5-15,-6 0-13 16,0-4 1-16,0 0-7 16,0 3 12-16,0 2 3 15,13 3-7-15,-7 4 35 16,-6 0-26-16,0 0 7 15,0 0-4-15,0 0-13 16,0 0-1-16,0 0-11 16,0 0 6-16,0 0-65 15,6-12-230-15,-6-12-371 0</inkml:trace>
  <inkml:trace contextRef="#ctx0" brushRef="#br0" timeOffset="55675.86">16334 10230 23 0,'0'0'0'0,"0"0"8"0,0 0-1 0,0 0 92 0,0 0-30 0,0 0-23 0,0 0-14 0,-12 0 12 0,12 0-9 16,0 0 24-16,0 0-30 16,0 0-29-16,0 0-27 15,0 0 3-15,0 0-12 16,0 0 13-16,0 0 23 16,0 0 10-16,0 0 11 15,0 0 92-15,0 0-32 16,0 0-21-16,0 0-30 15,0 0-24-15,0 0-6 16,0-4-13-16,0 0 5 16,0 4 8-16,0 0 0 0,0-4 16 15,0 4 19-15,0 0-21 16,0 0-4-16,0 0 4 16,0 0-10-16,0 0 1 15,0 0-5-15,0 0 25 16,0 0-4-16,0 0 55 15,0 0-7-15,0 0-12 16,0 0-37-16,-6 0 30 16,6 0-33-16,0 0 3 15,0 0-19-15,0 0 0 16,0 0-1-16,0 0-5 16,0 0-1-16,0 0 10 15,0 0-6-15,0 0 4 0,0 0 8 16,0 0-2-16,0 0-1 15,0 0 2-15,0 0-3 16,0 0-6-16,0 0 0 16,0 0 11-16,0 0-10 15,0 0 3-15,0 0-1 16,0 0 1-16,0 0 4 16,0 0-5-16,0 0-3 15,0-3 6-15,0-5-13 16,0 3 14-16,0-7-7 15,0 12 3-15,0-4-3 16,0 4 0-16,0-4 0 16,0-7-1-16,6 2-2 15,19-11-1-15,-4 0-57 16,-2-5 17-16,-3 2-60 0,-10 7-74 16,-6 0 34-16,0 16 41 15,0 0-47-15,0 0-117 16</inkml:trace>
  <inkml:trace contextRef="#ctx0" brushRef="#br0" timeOffset="56207.01">16744 9821 239 0,'0'0'150'0,"0"0"-35"0,0 0-27 0,0 0-6 0,0 0-33 0,0 0-11 0,6-12-30 0,6 0-3 15,-6 4 13-15,10 0 6 16,-16 5 35-16,6-6-17 16,0 9-10-16,1-4-28 0,11-4 3 15,4-7-7 1,6-2-2-16,-10-7-98 0,17-1-73 15,-17 6-31-15,-2-1-277 16</inkml:trace>
  <inkml:trace contextRef="#ctx0" brushRef="#br0" timeOffset="56757.32">17364 9311 69 0,'0'0'186'0,"0"0"-99"0,0 0 70 0,0 0-84 0,0 0-36 0,0 0-33 0,80-80-4 0,-67 68 4 16,2 1-9-16,-2 3 10 15,-7 3-9-15,6 2 8 16,-5-1-4-16,-7-4 0 16,21 0-11-16,-15-8-10 0,7-4-75 15,2-1-77 1,19 6 34-16</inkml:trace>
  <inkml:trace contextRef="#ctx0" brushRef="#br0" timeOffset="57272.93">17931 8815 250 0,'0'0'241'0,"0"0"-138"0,0 0-45 0,0 0 18 16,0 0-43-16,0 0 9 16,0-20-37-16,16 7-10 15,-10 2 9-15,13-2-4 16,-4 6 0-16,-3-6 3 15,1 5-7-15,-7-4 8 16,10 1-8-16,-4 3 4 16,0-9-3-16,16 6-33 15,-9-6-50-15,3 1-3 16,-4 4-113-16,-2-4-188 16</inkml:trace>
  <inkml:trace contextRef="#ctx0" brushRef="#br0" timeOffset="57740.15">18486 8285 287 0,'0'0'32'0,"0"0"17"0,0 0-15 0,0 0-26 0,0 0-7 0,0 0-1 0,155-117-28 16,-142 102 26-16,-1 2 2 0,-3 2 70 15,-2 6-11-15,-7 2-59 16,0-5-13-16,12-1-163 16,-6-2-92-16</inkml:trace>
  <inkml:trace contextRef="#ctx0" brushRef="#br0" timeOffset="58155.8">18995 7800 280 0,'0'0'77'0,"0"0"-57"15,0 0 40-15,0 0 10 0,0 0 3 16,0 0 1-16,74-64 86 16,-68 59-17-16,1-6-108 15,5-9-33-15,16 3-4 16,0-7-81-16,-3 4-151 16,-4 4-37-16,-2 1-121 15</inkml:trace>
  <inkml:trace contextRef="#ctx0" brushRef="#br0" timeOffset="58604.42">19497 7190 481 0,'0'0'115'0,"0"0"-95"0,0 0-17 0,0 0 0 0,0 0-3 0,0 0 2 15,53-60 3-15,-35 48 22 16,4 0-19-16,-3-8 26 15,21-8-34-15,7-5-10 16,-7-3-107-16,0 5-185 16</inkml:trace>
  <inkml:trace contextRef="#ctx0" brushRef="#br0" timeOffset="58985.29">20244 6460 575 0,'0'0'41'0,"0"0"-39"0,0 0-4 0,0 0-120 0,0 0-314 0</inkml:trace>
  <inkml:trace contextRef="#ctx0" brushRef="#br0" timeOffset="60570.87">20164 6549 208 0,'0'0'39'0,"0"0"-39"16,0 0-32-16,0 0-58 15</inkml:trace>
  <inkml:trace contextRef="#ctx0" brushRef="#br0" timeOffset="61385.67">20164 6549 39 0,'34'-4'235'0,"-34"4"-87"0,0 0-5 0,0 0-99 0,0 0-41 0,0 0 1 16,0 0 20-16,0 0-24 15,0 0 0-15,0 0-2 16,0 0-2-16,0 0 8 0,0 0 27 15,0 0-19-15,0 0-5 16,0 0-7-16,0 0-2 16,0 0 2-16,0 0 0 15,0 0 18-15,0 0 17 16,0 0 28-16,0 0-16 16,0 0 22-16,0 0-39 15,0 0 4-15,0 0-12 16,0 0-7-16,0 0-12 15,0 0-1-15,0 0-4 16,0 0 11-16,0 0-12 0,0 0 12 16,0 0-1-1,0 0-7-15,0 0 9 0,0 0-10 16,0 0-20-16,0 0 11 16,0 0-4-1,0 0 12-15,0 0 2 0,-13 0 21 16,13 0-22-1,0 0 6-15,0 0-4 0,0 0-3 16,-21 4 1-16,21 4-10 16,-6 3 10-16,-7 2-6 15,7 2-2-15,0-10 16 16,-4 3-11-16,10-8 7 0,0 0-4 16,0 0 16-1,0 0-2-15,0 0-14 0,-12 4 5 16,12-4-13-16,-6 8 3 15,0-8 0-15,6 0 8 16,0 0-3-16,0 0 5 16,0 0-3-16,0 0 5 15,0 0-4-15,0-12-6 16,12-9 7-16,16 1-10 16,-3-11 15-16,-4 10-15 15,14-10 13-15,-11 6-5 16,10-3 7-16,-15 4 5 15,-3 4-14-15,-4 9-2 16,0 6 0-16,-12 5-17 16,10-4-3-16,-4 4-15 15,-6 0 5-15,0 0 18 16,0 0 14-16,0 0 8 0,0 0-5 16,0 0-3-16,0 4-7 15,0-4 4-15,0 5 6 16,0-5-5-16,0 0 5 15,0 0-6-15,6 0-5 16,6 0-3-16,16 0-11 16,-9 0 22-16,-13 0-8 15,-6 0-31-15,0 0-167 16,0 0-428-16</inkml:trace>
  <inkml:trace contextRef="#ctx0" brushRef="#br0" timeOffset="62450.68">17779 7367 155 0,'0'0'451'0,"0"0"-414"0,0 0 36 0,0 0 33 0,0 0 15 0,0 0-63 0,0 108-10 0,0-52-41 15,0 0 13-15,0-4-9 16,7 1-7-16,-1-9-2 16,-6-5 1-16,0-6-6 15,0-9-24-15,6-4-13 16,-6-8-167-16,0-4-50 15,0-8-201-15</inkml:trace>
  <inkml:trace contextRef="#ctx0" brushRef="#br0" timeOffset="63183.84">17612 7323 538 0,'0'0'196'0,"0"0"-139"0,0 0-7 0,0 0-22 0,0 0-22 0,0 0-6 0,87-52 0 0,-53 39 16 16,-3 6 9-16,-3 2 19 0,12-3-5 15,7 8-19 1,5-11-8-16,10-1-11 0,-9 4-1 15,-7 8 8 1,-11 0-16-16,11 0 4 0,-12 0 4 16,13 15 0-16,-13 1-4 15,25 17 4-15,-25-5-23 16,-9 0 8-16,-16-4-4 16,-9 4 17-16,0 0 2 15,0 0 6-15,-16 4 5 16,-24 4 22-16,-6 8-4 15,5 4-3-15,-5 8 23 16,-1 1 3-16,7-9-22 0,-13-4-25 16,1-12-9-16,-10 0 16 15,-4 0-16-15,-2-12 9 16,3-8 2-16,9 0-7 16,4-3-8-16,5-1-14 15,-12 3-108-15,10-7-277 16</inkml:trace>
  <inkml:trace contextRef="#ctx0" brushRef="#br0" timeOffset="68332.07">16322 10266 133 0,'0'0'142'0,"0"0"-142"0,0 0-20 16,0 0 18-16,0 0 2 0,0 0 15 0,0 0 58 0,0 0 70 0,0 0-64 0,0 0-8 0,0 0-6 15,0 0-53-15,0 0-12 16,0 0-62-16,0 0 17 16,0 0 2-16,0 0 43 15,0 0 41-15,0 0-4 16,0 0 32-16,0 0-20 15,0 0 22-15,0 0-59 16,0 0-12-16,0 0-24 0,0 0-27 16,0 0 17-16,0 0 3 15,0 0 31-15,0 0 8 16,0 0 27-16,0 0 14 16,0 0-19-16,0 0-30 15,0 0-47-15,0 0-36 16,0 0 22-16,0 0 41 15,0 0 20-15,0 0 24 16,0 0 5-16,0 0-9 16,0 0-20-16,0 0-7 15,0 0-28-15,0 0-28 16,0 0 21-16,0 0 24 16,0 0 18-16,0 0 28 0,0 0 25 15,0 0-40 1,0 0-13-16,0 0-3 15,0 0-2-15,0 0-3 0,0 0 8 16,0 0 23-16,0 0-4 16,0 0 42-16,0 0-2 15,0 0-38-15,0 0-21 16,0 0-19-16,0 0-1 16,0 0-6-16,0 0 21 15,0 0 10-15,0 0 23 16,0 0-7-16,0 0-5 15,0-4-11-15,19-4-10 16,-13 5 0-16,3-5 2 16,3 3-8-16,1 2-1 15,-7-2-7-15,16-3 0 16,-4 1 6-16,-2-6-14 0,-4 1 20 16,7 0-31-16,-4 0 19 15,4 0-8-15,3 8 4 16,-10 0-30-16,7 0-84 15,-10 4-41-15,-3 0-11 16</inkml:trace>
  <inkml:trace contextRef="#ctx0" brushRef="#br0" timeOffset="69546.84">17116 9914 62 0,'0'0'125'0,"0"0"-56"0,0 0 8 0,0 0 29 0,0 0-63 16,0 0-43-16,0 0-10 0,0 0-6 0,0 0 16 16,0 0 27-16,0 0 38 15,0 0-10-15,0 0 30 0,0 0-19 16,0 0 14 0,0 0-43-16,0 0 2 0,6 0-27 15,3 0-7-15,-9 0 6 16,13 0 0-16,-1 0 18 15,4-5-4-15,2 2 10 16,16-9-27-16,0-1 4 16,7-3-4-16,-4 4-10 15,-3 1 2-15,0 2-10 16,-15 1-7-16,2 4-17 16,-8 0-10-16,2-4-59 15,-15 0-74-15,0 0-99 16</inkml:trace>
  <inkml:trace contextRef="#ctx0" brushRef="#br0" timeOffset="70295.37">17804 9657 326 0,'0'0'47'0,"0"0"-47"0,0 0-46 0,0 0 46 0,0 0 20 16,0 0 65-16,68 0 5 15,-55 0-60-15,8-4 12 16,-8-4-23-16,15-8-7 15,-10 4-9-15,-5 7 18 16,2 2-13-16,-15 3 17 16,6 0-22-16,-6 0-6 15,7 0 3-15,-1 0-16 16,16 0-2-16,-4-8-26 16,4-5-33-16,3-2-82 15,-4-6-196-15</inkml:trace>
  <inkml:trace contextRef="#ctx0" brushRef="#br0" timeOffset="71162.21">18347 9485 281 0,'0'0'8'0,"0"0"-8"0,0 0-2 0,0 0-52 16,0 0-78-16,0 0 107 0,34 0 25 0,-34 0 28 0,0 0 132 15,0 0 61-15,0 0-95 16,0 0-30-16,0 0 30 15,0 0-19-15,0 0-75 16,0 0-30-16,0 0 16 16,0 0-14-16,0 0 25 15,0 0-23-15,0 0 1 16,0 0 9-16,0 0 22 16,0 0 13-16,0 0-25 15,0 0-6-15,0 0-13 16,0 0-13-16,12-13 21 0,35 1-16 15,-1-12 1-15,1 1 0 16,-1 6 0-16,-18 1-18 16,-15 12-10-16,-4 4-42 15,-9 0 35-15,0 0-14 16,12 0-1-16,-12 0-113 16,0-4-44-16,0-4-260 15</inkml:trace>
  <inkml:trace contextRef="#ctx0" brushRef="#br0" timeOffset="72275.94">19047 9336 102 0,'0'0'151'0,"0"0"-151"0,0 0-10 0,0 0 10 0,0 0 9 0,0 0 19 0,16 0 18 0,-16 0 83 16,0 0-36-16,0 0-23 0,0 0-6 15,0 0-16-15,0 0 20 16,0 0-25-16,0 0 2 16,6 0-26-16,-6 0 3 15,13 0-21-15,-13 0 11 16,6 0 6-16,0 0 16 15,-6 0 11-15,15-8-29 16,4-4 8-16,3 7-22 16,-10-6 4-16,7 3 2 15,-4-1-9-15,-8 6 1 16,5-2 0-16,3 2-3 16,10-1 3-16,3-12-2 15,6 3 10-15,13-7-7 16,-7 9 4-16,-9-5-2 0,3 4 0 15,-6-1-6-15,6 5 3 16,-9-7 0-16,9-1-1 16,-15-1-1-16,21 1 1 15,-24 4-27-15,2-4-7 16,10 5-159-16,-9-6-107 16,-13 6-211-16</inkml:trace>
  <inkml:trace contextRef="#ctx0" brushRef="#br0" timeOffset="73258.89">19423 8671 201 0,'0'0'138'0,"0"0"10"0,0 0-42 0,0 0-61 0,0 0-33 16,0 0-5-16,0 0-7 16,0 0 6-16,0 0 9 15,0 0 14-15,0 0 44 16,0 0 79-16,0 0-88 15,0 7-10-15,0 1-38 16,0 5-4-16,0 3-10 16,0-1-4-16,0 6 2 0,0-1 0 15,0 8-1-15,0-1 4 16,0 6-11-16,0-2 17 16,-13 2-14-16,-2-2 10 15,2-2-10-15,1-5-4 16,12-3-32-16,0-6-9 15,0 1 2-15,0 0-96 16,0 1 9-16,0 2 99 16,-6 6-12-16,-4-2 21 15,4-7 4-15,6-8-10 16,0-8-228-16</inkml:trace>
  <inkml:trace contextRef="#ctx0" brushRef="#br0" timeOffset="74058.98">19370 8751 196 0,'0'0'53'0,"0"0"-45"0,0 0 39 0,0 0 8 0,0 0 21 0,0 0-12 15,12 0-38-15,-12 0 1 16,0 0-25-16,0 0 42 16,7 0-40-16,-1 0 13 0,3 0-15 15,-3 0 65-15,-6 0 27 16,6 0 22-16,1 0-40 15,27-13-39-15,0-7 5 16,12-8-19-16,1 1 27 16,12-1-45-16,-6-1 10 15,2 1-14-15,-14 4-2 16,-1 3-1-16,-15 6-16 16,3-1-29-16,-4 0-56 0,4 4-132 15,-9-1-1 1,-4 10-87-16</inkml:trace>
  <inkml:trace contextRef="#ctx0" brushRef="#br0" timeOffset="74875.53">19624 8859 327 0,'0'0'215'0,"0"0"-137"0,0 0-31 0,0 0-8 0,0 0-31 0,0 0 23 0,0 0-15 16,0 0 32-16,0 0 31 15,0 0 17-15,0 0-53 16,0 0-22-16,0 0-14 15,0 0-4-15,0 0-6 16,0 0 12-16,0 0-19 16,0 0 19-16,0 0-17 15,0 0 13-15,0 0-5 16,0 0 0-16,0 0 2 16,0 0 3-16,0 0-5 15,0 0-2-15,0 0-22 16,0 0 16-16,0 0 4 0,0 0 4 15,0 0 4 1,0 0-4-16,0 0-6 0,0 0-67 16,0-21-144-1,0 1-332-15</inkml:trace>
  <inkml:trace contextRef="#ctx0" brushRef="#br0" timeOffset="79121.03">20613 7451 198 0,'0'0'67'0,"0"0"-20"0,0 0 70 0,0 0-16 0,0 0-55 0,0 0-4 15,0 3-27-15,0-3 44 16,0 0-22-16,0 0-11 16,0 0-16-16,0 0 3 15,0 0 7-15,0 0 8 16,0 0 22-16,0 0-13 16,0 0 14-16,0 5-38 0,0-5 5 15,0 0-10-15,0 0 5 16,0 0 8-16,0 4 4 15,0-4 13-15,0 0-23 16,0 0-7-16,0 4-3 16,0 4-10-16,0 4 12 15,-6 4-15-15,-3 4 10 16,9 0-2-16,0 1 1 16,0-6 1-16,0 1-4 15,0-3 5-15,9-1-13 16,16-4 12-16,9-8-6 15,0 0 8-15,-15 0-6 16,21 0 4-16,-6 0 1 16,6 0-3-16,1-20 0 0,5-9 4 15,1-7 3-15,-1 4-14 16,-12-4 6-16,-21 4-1 16,9 4-22-16,-22-5-8 15,0 5 2-15,0 1-9 16,0-1-108-16,-28 8-34 15,-6 12 134-15,-7 8 47 16,-5 0 17-16,12 0 33 16,3 11 44-16,-10 17 7 15,7 0-91-15,6 1-10 16,3 3-1-16,19 8 0 16,-9 4 2-16,-4 1 11 15,4-1 19-15,15-8 9 16,0-5-31-16,0-11 0 0,0 1 1 15,0-9-5-15,34-12-10 16,12 0 13-16,16 0-6 16,-3 0 0-16,-12 0 20 15,-1 0-21-15,-18 0 3 16,-22 0-4-16,-6 0-13 16,0 0 10-16,0 0-30 15,13 0 31-15,2 16-8 16,4 0 3-16,15 12 14 15,6-16-7-15,7-1 3 16,5-11-1-16,1 0-2 16,15 0-2-16,1-31-69 15,-17-21-231-15,-11 11-277 16</inkml:trace>
  <inkml:trace contextRef="#ctx0" brushRef="#br0" timeOffset="83816.9">5808 13767 461 0,'0'0'143'0,"0"0"-129"0,0 0 23 0,0 0-6 16,0 0 21-16,0 0-21 15,0 0 53-15,0 0-27 0,0 0-14 16,0 0-4-16,0 0 33 16,0 0-54-16,0 0-1 15,0 0 7-15,0 0-5 16,0 0 11-16,0 0-29 16,6-3 30-16,12-6-22 15,10 6 12-15,6-2-17 16,1-3 3-16,11 0-6 0,19 1 3 15,3-1 9 1,13 0-7-16,0-9 17 16,5 9-21-16,-8-3 2 15,3-2 3-15,15 1-11 0,9 1 8 16,10 2-2-16,-10 1-2 16,10 4 0-16,-16 0-3 15,-6 0 11-15,0-3-16 16,10-6 16-16,-23 5-12 15,-21 0 8-15,-12 1-5 16,-35 7 1-16,-3 0-1 16,10 0-6-16,-19 0 8 15,6 0-7-15,10 0 12 16,-10 0-2-16,12 0 3 16,10-5-13-16,-9 1 6 15,-4-4-20-15,-2 0-24 16,-13 3-39-16,0 2-53 0,0 3-300 15</inkml:trace>
  <inkml:trace contextRef="#ctx0" brushRef="#br0" timeOffset="84531.84">7764 13290 348 0,'0'0'135'0,"0"0"-87"0,0 0 7 0,0 0 18 0,0 0 25 15,0 0 60-15,-6 0-101 16,6 0-11-16,0 0-29 0,0 0 0 16,15 0-15-16,32 0 8 15,6 0-2-15,12 0-3 16,3 0 7-16,6 0-5 16,-9 0-1-16,-9 0 12 15,-25 0-27-15,-3 0 12 16,-15 0-6-16,-7 0 1 15,-6 0-9-15,0 0 11 16,0 0-9-16,0 4 1 0,-59 40 16 16,-28 16-11-16,-28 17 10 15,-2 7 2-15,-4-4 31 16,12-11-8 0,4-22-5-16,36-22-23 0,29-9 2 15,15-8-3-15,25-8-6 16,0 0-41-16,41 0-3 15,24 0 23-15,-3 0 4 16,-31-8 14-16,3 0-27 16,-12 0-12-16,-4 0-29 15,-5 0 34-15,-13-1 40 16,0 6 2-16,0-10-2 16,0-10-149-16</inkml:trace>
  <inkml:trace contextRef="#ctx0" brushRef="#br0" timeOffset="96790">18213 9974 479 0,'0'0'57'16,"0"0"-51"-16,0 0 3 0,0 0 1 0,0 0-6 0,0 0 15 0,-34 20 4 0,34-12 37 0,0 4 54 15,0-4 12-15,0 3-52 16,0-2-65-16,0-1 9 15,0 8-8-15,34-8 2 16,1 0-6-16,5-4 1 16,6-4-2-16,-15 0 1 15,19 0-1-15,-25 0-4 16,3 0 6-16,-4-20-4 0,-2-13 18 16,-3-3-21-1,-13 0 0-15,-6 8-11 0,0 9-2 16,0 11 13-16,-19 8-24 15,-27 0 16-15,-13 0-23 16,-3 19-15-16,-3 6-29 16,25 3-16-16,-1-4 53 15,13-1 38-15,10 2 5 16,8-9 8-16,10 4-13 16,0-4-37-16,0-12-146 15</inkml:trace>
  <inkml:trace contextRef="#ctx0" brushRef="#br0" timeOffset="97522.26">18654 9601 45 0,'0'0'176'0,"0"0"29"0,0 0-87 0,0 0-60 0,0 0 12 0,0 0-9 0,0 3-8 16,0-3-49-16,0 0 3 0,0 0-6 15,0 0-2-15,0 0 2 16,0 0-1-16,0 0 13 16,0 0 15-16,0 0 27 15,0 0-14-15,0 0-2 16,0 0-35-16,0 0-3 15,0 0 4-15,0 0-5 16,0 0 4-16,0 0 28 16,0 0 28-16,0 0-7 15,0 0-5-15,0 8-46 0,-7 9-1 16,7 7 5 0,-6 4-9-16,-6 3 3 0,12 2 0 15,0 3 0-15,0 4 3 16,0 12 11-16,0 0-14 15,-16 1 31-15,-2 2-28 16,2-10 12-16,4-9-15 16,12-12 6-16,0-12-6 15,0-8-8-15,0 8-7 16,0-12-39-16,28 0-74 16,-3 0-244-16</inkml:trace>
  <inkml:trace contextRef="#ctx0" brushRef="#br0" timeOffset="108495.28">16809 12244 29 0,'0'0'33'0,"0"0"-31"0,0 0 63 0,0 0 57 0,0 0 7 0,0 0 56 0,0 0-107 16,12 0 14-16,-12 0-33 15,0 0 27-15,0 0-30 16,0 0-5-16,0 0-31 15,0 0 6-15,0 0-5 16,0 0 10-16,0 0 11 16,0 0-20-16,0 0 11 0,0 0-28 15,0 0 2-15,0 11 2 16,0 17-6-16,0 8 20 16,16 9-14-16,-16 3-9 15,0 4 12-15,0 13-17 16,0 7 15-16,0-5-12 15,0-6 11-15,-16-12-18 16,-2-13-8-16,5-13-21 16,13-15-51-16,0-8-73 15,0 0-302-15</inkml:trace>
  <inkml:trace contextRef="#ctx0" brushRef="#br0" timeOffset="109179.2">16635 12260 51 0,'0'0'162'0,"0"0"-54"0,0 0 52 0,0 0-64 0,0 0-23 0,0 0 62 0,-12 0-32 0,12 0-8 16,0 0-48-16,0 0 17 16,0 0-8-16,0 0-18 0,0 0-25 15,0 0-2-15,0 0-1 16,0 0-4-16,0-5-3 15,0-3 7-15,6-3-12 16,47-6 11-16,27-7-14 16,1 1 10-16,6 2-5 15,-7 9 0-15,-15 12-15 16,4 0 5-16,-23 0-22 16,-12 8 28-16,-9 20 8 15,-3 5-2-15,-16 6 1 16,-6 5 20-16,0 9-18 15,0 3 4-15,-19 16 1 16,-43 8-4-16,-3-3 9 16,-9 3-9-16,-7-5 21 0,-12-9-23 15,0-15 22-15,6-11-24 16,13-20 3-16,21-12-5 16,25-8-25-16,16 0-14 15,12 0-41-15,-6-19-201 16,-22 14-356-16</inkml:trace>
  <inkml:trace contextRef="#ctx0" brushRef="#br0" timeOffset="110278.33">17652 11690 381 0,'0'0'148'0,"0"0"-134"0,0 0 4 0,0 0-14 0,0 0 10 0,0 0 4 0,-40 4-13 0,27-4 17 15,-8 0-3-15,8 0 54 16,-2 0-40-16,15 4-22 15,-6-4-5-15,6 9-6 16,0-9 40-16,0 0 24 16,0 0 21-16,0 0-47 15,-7 0-1-15,7 0-15 16,0 0 10-16,0 0-28 16,0 0 6-16,0 0-10 0,0 0-11 15,22 0-9-15,18-9 20 16,13 5-2-16,-6 0 15 15,-7 4-21 1,-15 0 12-16,-10 0-8 0,-8 24 0 16,-7 8 0-16,0 4 7 15,0 8-4-15,-7 4 1 16,-33 1 0-16,0-10-2 16,18-6 7-16,3-9-15 15,7-8 18-15,12-16-15 16,0 0 7-16,0 0-9 15,0 0-3-15,25 0 12 0,27 0-6 16,-2 0 16-16,-10 0-25 16,-2 0 21-16,-4-4-12 15,-6 1-39-15,-16-6-109 16,-6 9-93-16,-6-8-221 16</inkml:trace>
  <inkml:trace contextRef="#ctx0" brushRef="#br0" timeOffset="110930.89">17851 12693 60 0,'0'0'542'0,"0"0"-469"0,0 0-3 0,0 0 37 0,0 0-30 0,0 0-12 0,55 0 6 16,-24-12 8-16,10 4-48 15,-1 8-9 1,7 0-18-16,8 0 4 0,-2 0-7 16,0 0-2-16,-19 0 0 15,-6 0-27-15,-3 0-7 16,-25 0-48-16,0 0-4 16,0 0-160-16,0 0 78 15,0 0-102-15</inkml:trace>
  <inkml:trace contextRef="#ctx0" brushRef="#br0" timeOffset="111143.17">17851 12693 612 0,'-174'-141'335'0,"183"141"-335"15,50-8 15-15,0-7 36 16,-12 2-29-16,-7 9-11 16,-6-4-9-16,-6 8-2 15,-9 0 6-15,8 0-14 16,8 0-20-16,-11 0-139 16,4 0-137-16</inkml:trace>
  <inkml:trace contextRef="#ctx0" brushRef="#br0" timeOffset="111731.2">18539 12709 309 0,'0'0'255'0,"0"0"-206"0,0 0-42 0,0 0 19 0,0 0-17 0,0 0 2 0,81 152 21 0,-35-127-5 16,16-10 34-16,-3-7 3 15,3-8 24-15,3 0-54 16,10-12-3 0,-17-35 8-16,11-19 1 0,-17-14 4 15,-5-7-34-15,-25 7 2 16,-4 3-5-16,-18 17-8 16,0 12 12-16,-18 20-13 15,-38 12 7-15,3 16 0 16,-21 0-5-16,-13 28-2 0,-12 44-8 15,24 0-49 1,4 16 50-16,15 1-39 0,19-13-152 16,15-12-138-16</inkml:trace>
  <inkml:trace contextRef="#ctx0" brushRef="#br0" timeOffset="112391.88">19215 11910 73 0,'0'0'244'0,"0"0"-180"0,0 0 6 0,0 0-38 0,0 0-25 0,0 0 1 0,22-28 3 0,-22 28 48 15,0 0-6-15,0 0 31 16,12-3-59-16,-12 3 33 16,0-5-5-16,0 5 34 15,0 0-59-15,0-7-10 16,6 7-16-16,-6 0 0 15,0 0 24-15,0 0 3 16,0 0 7-16,0 0-27 16,0 0 30-16,0 0-23 15,0 0-5-15,0 0-10 16,0 23-2-16,0 10-1 0,13 19 2 16,15 8 8-16,-7 16-6 15,4 8 0-15,3 4 9 16,-28-3-16-16,0-5 9 15,0-4-8-15,0-7-6 16,0-9 9-16,0-9 1 16,0-10-1-16,0-5-2 15,-6 0-9-15,-10 0-53 16,-15-3-109-16,3 3-184 16</inkml:trace>
  <inkml:trace contextRef="#ctx0" brushRef="#br0" timeOffset="113208.37">19683 11237 226 0,'0'0'584'0,"0"0"-441"0,0 0-120 16,0 0 16-16,0 0-39 15,0 0-4-15,-6 0-25 16,34 0 28-16,3 0 1 16,9-8 29-16,-12 0 14 15,0-1-29-15,-3 9-2 0,-13 0-3 16,-12 0-18-1,0 0 13-15,0 41-4 0,0-1 4 16,-18 9 2-16,-23-2-6 16,7-14 2-16,16-5-12 15,-4-20 21-15,22-5-20 16,0 2 19-16,0-2-18 16,46-3 16-16,10 0-8 15,9 0 7-15,-3 0-7 16,-15 0-4-16,-1 0-43 15,-12 0-30-15,-15 0-147 0,-19 0-25 16</inkml:trace>
  <inkml:trace contextRef="#ctx0" brushRef="#br0" timeOffset="114007.94">20105 12159 208 0,'0'0'527'0,"0"0"-410"0,0 0-22 0,0 0-49 0,0 0-29 0,0 0-14 0,0 217-3 15,0-169 2-15,0 4-1 16,0 9 33-16,0-5-21 15,0 8 3-15,0-9-15 16,0-10-2-16,0-9-51 0,0-24-22 16,0-12-161-1,0 0-44-15,0-4-160 0</inkml:trace>
  <inkml:trace contextRef="#ctx0" brushRef="#br0" timeOffset="114257.28">19857 12472 173 0,'0'0'286'0,"0"0"-173"15,0 0 8-15,0 0 16 16,0 0-5-16,0 0-45 15,242-12-37-15,-202 12-8 16,6 0-40-16,1 0-2 16,-1 0-8-16,1 0-82 15,-1 0-193-15,1 0-321 16</inkml:trace>
  <inkml:trace contextRef="#ctx0" brushRef="#br0" timeOffset="114975.83">20598 12480 290 0,'0'0'130'0,"0"0"-28"16,0 0 1-16,0 0-44 15,0 0 21-15,0 0 23 16,-37 121-52-16,37-105-51 16,0 7 11-16,31-6-11 15,9-1 18-15,-6-8 21 16,6 0-15-16,1-8 5 16,11 0-13-16,1-8 3 15,3-28 41-15,3-21-29 16,0-15-1-16,-3-4-24 15,-25-4-1-15,3 11 1 16,-19 9-12-16,-15 12-9 0,0 16-21 16,-9 12 13-16,-62 8 15 15,-10 12-4-15,-12 0 1 16,18 28 11-16,7 25-7 16,16 11-5-16,5 4 22 15,19 0-10-15,16-16 23 16,12-16-9-16,0-8-14 15,0-15 5-15,40-2-16 16,28-11 15-16,-3 0-11 16,10 0 3-16,-16 0-10 15,3 0-15-15,-22 0 10 16,-21 0 3-16,-1 12-6 16,-2 17 22-16,-10-1 2 15,6 11 45-15,-5-14-30 16,20 6-6-16,1-10-9 0,19-6-4 15,-13 2-24-15,12-1-26 16,-15-5-87-16,-3-6-133 16,-15-5-253-16</inkml:trace>
  <inkml:trace contextRef="#ctx0" brushRef="#br0" timeOffset="115822.93">21475 11458 7 0,'0'0'346'16,"0"0"-89"-16,0 0-65 0,0 0 16 0,0 0-135 0,0 0-1 0,-21 0-37 15,21-5-27-15,0 2-15 16,0-5 18-16,21 8-8 16,20-9-1-16,5-2 18 15,-6 6-17-15,1-7-2 16,-16 12-1-16,-4 0-1 16,-8 0-5-16,-13 9-11 15,0 19 10-15,0 19 8 16,-34 6-10-16,3-5 12 0,3-16-3 15,15-4 0-15,4-12-4 16,9-11 2-16,0-2-15 16,15-3 11-16,44 0-8 15,-6 0 8-15,9 0 6 16,-9-3 0-16,-13-6-19 16,-6 1-25-16,7 0 41 15,-17-3-32-15,-2 2-46 16,-10 1-215-16,-12 0-159 15</inkml:trace>
  <inkml:trace contextRef="#ctx0" brushRef="#br0" timeOffset="120551.87">16889 13708 371 0,'0'0'250'0,"0"0"-149"0,0 0 7 0,0 0-15 0,0 0-75 0,0 0 21 0,0 0-4 0,0 8-6 0,0-8 1 0,0 8 28 16,0-8 16-16,0 7-50 15,0 17 10-15,0 17-34 16,0 23 26-16,-6 16-14 16,0 17 11-16,0 3-14 15,6 3-7-15,-9 2-2 16,9-9 10-16,0-15-20 16,0-17-3-16,0-20-11 15,0-28-66-15,0-16-162 16,0-8-540-16</inkml:trace>
  <inkml:trace contextRef="#ctx0" brushRef="#br0" timeOffset="121068.06">16322 13980 431 0,'0'0'252'0,"0"0"-99"0,0 0-30 0,0 0-60 0,0 0-47 0,0 0 19 0,186-8 12 16,-87-4-4-16,-3-4-26 16,4 4 13-16,-14 4-23 15,-5 8 3-15,-7 0-6 16,-8 0-2-16,-4 0-2 15,-25 16 2-15,3 8 1 16,-24 5 4-16,-4 2-8 0,-12 18 8 16,0 15 9-1,-53 32-10-15,-55 12 18 0,-10 9-16 16,-18-6 3-16,18-6 22 16,22-21-28-16,18-16-1 15,28-24-4-15,32-24-10 16,18-20-46-16,0 0-26 15,0-44-379-15</inkml:trace>
  <inkml:trace contextRef="#ctx0" brushRef="#br0" timeOffset="121903.4">17764 13362 303 0,'0'0'185'0,"0"0"-154"0,0 0 13 0,0 0 36 0,0 0-20 0,0 0 55 0,-31 12 3 0,31-12-39 0,0 0-26 15,0 0 37-15,0 0-46 16,0 0-31-16,0 0-13 15,0 0-8-15,6 0 6 16,19-7-2-16,3 7 0 0,-7 0 2 16,4 0 1-16,-3 0-4 15,-10 0 5-15,1 7 0 16,-13 9-9-16,0 9-19 16,0 11 6-16,0 3 14 15,-19 14 5-15,-15-9-1 16,0 8 8-16,15-19 4 15,13-14-6-15,6-10-2 16,0-9-5-16,19 0-28 16,49 0 29-16,3-9 0 15,-3-7-6-15,-9 5 6 16,-18-2 2-16,-13 9-45 16,12-4-123-16,-28-4-126 0</inkml:trace>
  <inkml:trace contextRef="#ctx0" brushRef="#br0" timeOffset="122418.08">17838 14577 569 0,'0'0'79'0,"0"0"-15"0,0 0 128 0,0 0-59 0,0 0-26 16,0 0-47-16,236 0-18 0,-190 0-36 0,7-8 13 0,0 8-14 0,-7-8-3 15,-5 8-4-15,-7 0-15 16,-16 0-4-16,-2-3-54 16,-16-9-45-16,0-12-114 15,-28-1 0-15</inkml:trace>
  <inkml:trace contextRef="#ctx0" brushRef="#br0" timeOffset="122599.56">17838 14577 1057 0,'34'-272'78'0,"-15"272"-65"15,15 0 23-15,19-4 24 16,9-13-50-16,3-10 9 15,3-10-19-15,-9 1-29 16,-3 0-89-16,-10 8-190 16,-33 1-392-16</inkml:trace>
  <inkml:trace contextRef="#ctx0" brushRef="#br0" timeOffset="127079.64">19001 14810 185 0,'0'0'3'0,"0"0"-3"0,0 0 56 0,0 0-43 0,0 0-5 0,0 0 28 0,34 13 100 0,-34-13-54 15,0 0 12-15,0 0-2 16,0 0 13-16,0 0-58 16,0 0-6-16,0 3 16 15,0-3-6-15,0 0-5 0,0 0-2 16,0 0 36-1,0 0-46-15,-6 0 8 16,-22 0-33-16,3 0 19 0,-15-16-14 16,0-12-3-1,-1-8 5-15,1-8-14 0,12-8-4 16,9-1 2-16,19-6-11 16,0-2 2-16,0-7 1 15,35 4-40-15,17-8-37 16,-5 11-196-16,-7 6-472 15</inkml:trace>
  <inkml:trace contextRef="#ctx0" brushRef="#br0" timeOffset="127980.15">19156 14734 54 0,'0'0'548'0,"0"0"-548"0,0 0-5 0,0 0-7 16,0 0-1-16,0 0-16 15,0-12 11-15,0 12 18 0,0 0 18 16,0 0 43 0,0 0 70-16,0 0 9 0,0 0-40 15,0 0-43 1,0 0 22-16,0 0-39 0,0 0-21 15,0 0-19-15,0 0-5 16,0 0 0-16,0 0-18 16,0 0 21-16,0 0 2 15,0 0 5-15,6 0-3 16,13-12 21-16,9-12-16 16,12-24 9-16,7-8-10 15,-7-9 1-15,-12 1-14 16,-22 0 9-16,-6-5-10 15,0 6-12-15,-6-1-15 16,-56 8-36-16,-3 28 25 0,-4 20-67 16,17 8 113-16,-1 19 4 15,6 45 9-15,7 17 17 16,18 7-4-16,10-8-1 16,12-16-23-16,0-8 9 15,0-23-7-15,12-9 1 16,29-16-4-16,5-8 2 15,16 0 6-15,3 0-4 16,4-24-7-16,-4-9 8 16,-13 18-12-16,-17 7-10 15,-20 3 4-15,-9 5 5 0,-6 0 7 16,0 0 12-16,0 0-11 16,13 20 28-16,-1 9 2 15,10-6-13-15,-4-2-14 16,23-1-8-16,-7-8 0 15,0 0-7-15,-9-5-16 16,15-7-78-16,-12 0-171 16,-9 0-107-16</inkml:trace>
  <inkml:trace contextRef="#ctx0" brushRef="#br0" timeOffset="128511.91">19798 14497 686 0,'0'0'260'0,"0"0"-191"0,0 0-34 0,0 0-4 0,0 0-27 0,0 0-3 0,0 80 12 0,0-63-12 0,0 3 17 16,0-4-17-1,0-5 17-15,0-6-12 16,6-5-12-16,-6 0 6 0,0 0 0 15,0 0 17-15,0-13-10 16,0-26 14-16,0-22-19 16,6-14 4-16,-6-14-6 15,0 4-14-15,0 2-8 16,0 19 21-16,0 11 2 16,0 9 6-16,0 12 20 15,0 0-21-15,0-4-6 16,34-8 7-16,47-12-18 15,18-4-9-15,0 11-10 0,-2 9-12 16,-26 29 18-16,-25 6 20 16,-12 5-16-16,-6 0 16 15,-9 0-73-15,-19 5-218 16</inkml:trace>
  <inkml:trace contextRef="#ctx0" brushRef="#br0" timeOffset="129095.64">20220 14165 399 0,'0'0'200'0,"0"0"-130"0,0 0 33 0,0 0-5 0,0 0-4 0,0 0-68 0,0-8-18 0,12-12 42 0,13 3 30 15,-4 6-10-15,-2 3-48 16,9 0-7-16,0 3-6 16,-16 5-14-16,-6 0 5 15,-6 5-10-15,0 26-6 16,0 10-9-16,-6 11 19 15,-40-4-64-15,5 1 52 16,1-10 15-16,12-15-2 16,22-7 6-16,6-6-2 15,0-7-2-15,0-4 3 0,34 0 1 16,25 0 1 0,9 0 10-16,-21 0-11 0,-7-15 12 15,-12 10-3-15,-9 5-20 16,-7 0 0-16,-3 0-15 15,4 0-32-15,-1 0-201 16,-6-12-119-16</inkml:trace>
  <inkml:trace contextRef="#ctx0" brushRef="#br0" timeOffset="129477.83">20740 13716 614 0,'0'0'176'0,"0"0"-173"0,0 0 10 16,0 0 115-16,0 0-51 0,0 0-29 0,134 216-23 0,-116-140 3 0,-18 9-9 0,0 3 31 0,0-4-34 15,-18 16 9-15,-23 1-25 16,-21 2-2-16,4 10 1 15,11-25-2-15,13-20-4 16,15-19-101-16,19-46-252 16,0-3-370-16</inkml:trace>
  <inkml:trace contextRef="#ctx0" brushRef="#br0" timeOffset="130243.58">21060 13467 130 0,'0'0'345'0,"0"0"-236"0,0 0-76 0,0 0 36 0,0 0 52 0,0 0 40 0,0 0-93 0,0 0-7 16,0 0-16-16,0 0 16 15,0 0-28-15,22 0-31 16,-10 0-2-16,7-8 2 15,2 8-10-15,-8 0 15 16,8 0-15-16,-8 0 2 16,-7 16 3-16,-6 20-4 15,0 0-3-15,0 0-9 16,0-4-50-16,0-8 50 0,-6-12 9 16,6 12 5-16,0-12-5 15,0-8 4-15,0-4 5 16,0 0 1-16,18 0 1 15,16 0 0-15,7 0-2 16,-1-19-7-16,0 6-32 16,-18 13-161-16,-22 0-40 15,0 13-267-15</inkml:trace>
  <inkml:trace contextRef="#ctx0" brushRef="#br0" timeOffset="132509.86">21649 14157 625 0,'0'0'342'0,"0"0"-328"0,0 0 0 0,0 0 44 16,0 0 12-16,0 0-41 15,6 44 2-15,-6 3-12 16,0 19 2-16,0 9-1 15,0 2-15-15,0-5-5 16,0-5-11-16,0-6-1 16,0-17-34-16,0-11-46 15,-12-18-192-15,-22-11-325 16</inkml:trace>
  <inkml:trace contextRef="#ctx0" brushRef="#br0" timeOffset="132760.14">21295 14301 135 0,'0'0'619'0,"0"0"-487"15,0 0 28-15,0 0-56 16,0 0-63-16,0 0-34 16,332-28-7-16,-270 28 0 0,-3 0-37 15,9 0-67-15,-2 0-72 16,-20 0-246 0</inkml:trace>
  <inkml:trace contextRef="#ctx0" brushRef="#br0" timeOffset="133392.21">22095 14530 436 0,'0'0'286'16,"0"0"-216"-16,0 0-35 15,0 0 88-15,0 0-84 16,0 0-2-16,69 92-31 16,-23-92 19-16,1 0-6 15,-1 0-1-15,29-36 39 16,-1-28-21-16,-9-25-11 16,3-3-17-16,-21-16-15 0,-7 12 7 15,-21 7 0-15,-13 21-83 16,-6 28-27-1,0 24 20-15,-47 16-71 0,-24 0 128 16,-16 56-2-16,19 8 35 16,-6 12 3-16,27 5 38 15,13-5 19-15,15-8-29 16,19-19-1-16,0-10 8 16,0-14 27-16,0-9-47 15,13-9 10-15,15 1 0 16,-3 0 26-16,3 0 2 15,-16 4-9-15,22 4-27 16,-12-3-12-16,24 10-7 0,7-6 4 16,6-6-10-16,9-6-21 15,-3-5-41-15,-3 0-162 16,-28 0-336-16</inkml:trace>
  <inkml:trace contextRef="#ctx0" brushRef="#br0" timeOffset="134044.14">23026 13403 167 0,'0'0'233'0,"0"0"-122"0,0 0-56 0,0 0 7 0,0 0-36 0,0 0 102 0,-13 0 22 16,13 0-38-16,0 0-40 16,0 0 7-16,0 0-57 15,0 0-11-15,0 0-11 16,0 12-2-16,0 7-1 16,0 18-5-16,0 7 6 15,0 12-26-15,0-4 1 0,-6-8 21 16,6-3 6-16,0-13 14 15,0-9 0-15,0-7 11 16,19-12-21-16,33 0 10 16,17 0-9-16,17-31 7 15,7-14-11-15,-6 18-1 16,12 2 0-16,-30 13-32 16,-17 12-51-16,-18 0-68 15,-27 20-160-15,-7 13-330 16</inkml:trace>
  <inkml:trace contextRef="#ctx0" brushRef="#br0" timeOffset="135540.28">16427 16130 703 0,'0'0'42'0,"0"0"-28"0,0 0 35 0,0 0 109 0,0 0-88 0,0 0 20 0,0 0-51 0,0 96-20 16,7-79-16-16,14-2 3 16,7 21-1-16,-9 0-2 15,9 13 1-15,-16 6 5 0,1 1-18 16,2 5-3-16,-3-9-20 16,7-16-71-16,-3-20-111 15,-10-16-263-15</inkml:trace>
  <inkml:trace contextRef="#ctx0" brushRef="#br0" timeOffset="136088.81">15975 16050 215 0,'0'0'492'0,"0"0"-478"0,0 0-6 0,0 0 22 0,0 0-1 0,0 0 97 0,186-17-78 16,-99 6-21-16,-1 11-23 15,7 0-2-15,-12 0-2 16,0 11-2-16,-7 14-3 15,-15-1 1-15,-19-1-6 16,-6 13 20-16,-21 9-8 16,-7 19 18-16,-6 9 10 15,0 14-1-15,-19 1-1 16,-33-7 23-16,2-13-25 16,4-20 2-16,-1-12-24 0,1 0 8 15,-7 5 5 1,-6-5-34-16,19-4-4 0,12-12-37 15,21-17-33-15,7-3-247 16,0-11-355-16</inkml:trace>
  <inkml:trace contextRef="#ctx0" brushRef="#br0" timeOffset="136738.29">17178 15493 547 0,'0'0'147'0,"0"0"-121"0,0 0-15 16,0 0-4-16,0 0 31 0,0 0-29 0,111 0 34 0,-95 0-13 0,-10 0-12 0,0 15 31 0,-6 25 1 16,0 5-30-16,0 7-13 15,0 12-5 1,-12-4 10-16,-4-9-24 0,10-2-3 16,6-21 7-16,0-12-25 15,0-12 7 1,22-4-1-16,24 0 9 0,7-4 8 15,0-20 0-15,0-4-81 16,2 4-140-16,-2 0-175 16</inkml:trace>
  <inkml:trace contextRef="#ctx0" brushRef="#br0" timeOffset="137237.98">17590 16619 92 0,'0'0'753'0,"0"0"-707"0,0 0-10 0,0 0 69 0,0 0-67 0,0 0 6 0,276-85-39 0,-229 82 34 0,-7 3-37 16,-6-5 8-1,-9 5-10-15,-3 0-12 0,-10 0-51 16,-12 0-55-16,0 0-147 16,0 0-100-16</inkml:trace>
  <inkml:trace contextRef="#ctx0" brushRef="#br0" timeOffset="137391.09">17590 16619 1135 0,'-87'-209'3'16,"128"209"15"-16,21 0-18 15,18 0 28-15,13 0-17 0,13-28-11 16,-4-20-59-16,-15-7-282 16</inkml:trace>
  <inkml:trace contextRef="#ctx0" brushRef="#br0" timeOffset="141151.07">18787 16708 237 0,'0'0'10'0,"0"0"-10"0,0 0 0 0,0 0 27 0,0 0 50 0,0 0 66 0,0 0 17 0,0-28-6 0,0 28-24 0,0 0-89 15,0 0-7-15,0 0-16 16,-6 0-3-16,6 0 23 16,0 0 3-16,0 0 25 15,0 0-49-15,0 0 28 16,-6 0-45-16,-1-5 13 15,-8 2-12-15,9-2-2 16,-7 1 0-16,7 4 1 16,-6-4-7-16,-10 4 14 0,10 0-2 15,-4 0 4-15,-3 0-10 16,1 0 5-16,9 0-8 16,-4 16 2-16,1 12-14 15,6 0 12-15,6 1-1 16,0-6-6-16,0-3 7 15,18-4-5-15,22-3-4 16,13-5 9-16,0-8-10 16,9 0 5-16,-9 0 4 15,15-29-6-15,-9-19 8 16,-13-12 6-16,-12-7-14 16,-21-6 21-16,-13 0-22 15,0 9-20-15,-13 20-6 0,-33 8-18 16,-7 8 22-16,-9 16-125 15,9 12 74-15,-5 0 72 16,-11 37 24-16,29 7-22 16,0 8-11-16,15 7 8 15,25 2 14-15,0 7 7 16,0-8 9-16,25-3-8 16,37-13-5-16,9-16 13 15,10-20-32-15,-7-8 15 16,-15 0-11-16,3-13-7 15,-16-10 17-15,-15-5 1 16,-9 15-5-16,-3 13 0 0,3 0-46 16,-4 5 23-1,10 34 29-15,-22 10 5 0,7-6 3 16,2-14-16-16,4-22 1 16,-4-7-221-16</inkml:trace>
  <inkml:trace contextRef="#ctx0" brushRef="#br0" timeOffset="141867.94">19317 15933 246 0,'0'0'25'0,"0"0"-25"0,0 0 74 0,0 0 75 0,0 0-30 0,0 0-9 0,37-28 47 16,-37 24-94-16,16 0-15 15,3-7-31-15,15-6 3 0,6 1-13 16,-6 0-2-1,6 12-7-15,-21 0 12 0,-7 4-18 16,-12 0 18-16,0 0-20 16,0 8 20-16,0 36-14 15,0 0 4-15,0 12-1 16,-18 1-4-16,5-9 10 16,7-12-14-16,6-17 19 15,0-10-26-15,0-9-13 16,6 0-10-16,35 0 24 15,11-32 15-15,23-4 3 16,-10 0 4-16,-19 3-14 0,1 9-106 16,-19 8-120-1,-16 4-73-15</inkml:trace>
  <inkml:trace contextRef="#ctx0" brushRef="#br0" timeOffset="144750.01">25559 6685 463 0,'0'0'58'0,"0"0"-29"0,0 0-29 0,0 0 33 0,0 0-23 0,0 0 38 0,-6-76 19 15,0 68 15-15,-10 8 21 16,16 0-3-16,-6 0-30 15,-13 0-69-15,4 0 16 0,-4 0-11 16,7 0 13-16,2 0-7 16,4-5 22-16,0-3-17 15,6 8-12-15,0-7 22 16,-6 7-23-16,6 0 13 16,0 0-5-16,0 0-18 15,0 0 19-15,0 0-23 16,0 0 10-16,0 0-8 15,0 20 4-15,0 44-2 16,40 16-9-16,7 9 28 16,-1-1-27-16,-6-8 18 15,7-8-8-15,-7-19-5 0,-18-17 4 16,3-17-2 0,-4-19-8-16,-14 0-8 15,-1-8-15-15,22-56 25 0,-10-24-50 16,-5-12-14-16,-13 7-109 15,0 9 163-15,0 20 13 16,-19 15 10-16,-27 18 89 16,5-2 38-16,7 2-60 15,6-13-53-15,28 3-14 16,0-3-17-16,0 0 3 16,0 4 14-16,0 4-4 15,0 8 4-15,34 12 0 0,-18 3 0 16,15 6 16-1,9-1 28-15,16-5-41 0,9-2 4 16,28-6-7-16,-6 1-14 16,6 4-98-16,-31 13-200 15,-37 3-106-15</inkml:trace>
  <inkml:trace contextRef="#ctx0" brushRef="#br0" timeOffset="145349.67">26213 6665 475 0,'0'0'135'0,"0"0"-71"0,0 0 42 0,0 0-36 0,0 0-70 0,0 0 12 0,-6-20-17 15,12 7 10-15,16 13 4 16,-4 0-9-16,-5 0 42 15,2 0-11-15,-8 8-26 16,-7 29 11-16,0 11-13 16,0 5 13-16,0 6 2 0,0 1-18 15,0-4 5-15,0 1-2 16,0-9-3 0,0-16 4-16,0-12-11 15,6-3 13-15,0-14-14 0,16-3 15 16,-16 8-8-16,28-8 2 15,6 0 3-15,19 0-4 16,16-28-79-16,-16-8-188 16,3 4-145-16</inkml:trace>
  <inkml:trace contextRef="#ctx0" brushRef="#br0" timeOffset="146031.07">26694 6051 92 0,'0'0'405'0,"0"0"-405"0,0 0-30 0,0 0 30 0,0 0 25 0,0 0 40 16,21-44 34-16,-21 44 87 15,0-12-54-15,13 4-62 0,-7 5-40 16,10-6 12-16,2-3-42 16,4 12-1-16,-4 0-1 15,-5 0-13-15,2 32 9 16,-15 8 12-16,0 4-15 16,0 0 18-16,0-8-16 15,-28-7 18-15,10-9-11 16,18-8 0-16,0-1 4 15,0-6-4-15,0-5 2 16,25 3-14-16,9-3 24 16,0 0-23-16,-9 0 17 15,15 0-12-15,0-8 5 0,1-3-42 16,-7 2-43 0,-6 6-163-16,-10 3-11 0</inkml:trace>
  <inkml:trace contextRef="#ctx0" brushRef="#br0" timeOffset="146432.57">27677 7086 272 0,'0'0'550'0,"0"0"-550"0,0 0-72 0,0 0 55 0,0 0-89 0,0 0-42 16,207-52-92-16</inkml:trace>
  <inkml:trace contextRef="#ctx0" brushRef="#br0" timeOffset="146647.03">27677 7086 900 0,'-220'-241'232'0,"220"241"-188"16,15-8-18-16,44-23-18 16,15-2-3-16,-2 5-5 15,-4 4-5-15,-3 7-55 16,-15 2-245-16,-19-1-496 16</inkml:trace>
  <inkml:trace contextRef="#ctx0" brushRef="#br0" timeOffset="147231.09">28446 6997 425 0,'0'0'62'0,"0"0"-31"0,0 0-26 0,0 0 8 0,0 0-20 0,0 0 22 16,155 61 5-16,-143-61-6 15,-12 0 84-15,0-28 85 16,0-21-133-16,0-10-15 15,0-18-25-15,0-11-20 16,0-12-19-16,-19 8-18 0,-2-1 7 16,-4 29 40-1,-15 0 51-15,6 24 83 0,12 11-45 16,9 10-32-16,13 10 14 16,0-2-67-16,0-9-4 15,69-8-10-15,30-8 6 16,22-1-10-16,6-3 1 15,0 4-2-15,-22 12-11 16,-36 12-42-16,-35 12-39 16,-34 0-96-16,0 25-230 15</inkml:trace>
  <inkml:trace contextRef="#ctx0" brushRef="#br0" timeOffset="147796.01">28861 6485 306 0,'0'0'68'0,"0"0"34"0,0 0-77 0,0 0 29 0,0 0 11 0,0 0-7 16,261-61-2-16,-234 66-43 15,-14 31-5-15,-13 3-2 0,0 6-3 16,0 7 7-16,-53 0-18 15,-9-1 16-15,9-13 26 16,35-15 32-16,9-7-35 16,9-8-31-16,0-8 10 15,9 0-24-15,44 0 27 16,12 0-34-16,-3-16 21 16,-16-4-66-16,-12 1-118 15,-15 6-263-15</inkml:trace>
  <inkml:trace contextRef="#ctx0" brushRef="#br0" timeOffset="148078.13">29608 6693 994 0,'0'0'107'0,"0"0"-41"16,0 0-54-16,0 0-12 15,0 0-88-15,0 0 37 16,-6-25-22-16,-6 25-13 0,-1 0-72 15,-2 0 67 1,9 5-213-16</inkml:trace>
  <inkml:trace contextRef="#ctx0" brushRef="#br0" timeOffset="148563.49">29608 6693 519 0,'242'100'61'16,"-236"-84"-57"-16,16 0 2 15,9-12 8-15,-3-4 11 16,6 0-13-16,-9 0 8 16,-3-12-15-16,-4-35 8 15,-12-14-6-15,4-16 32 16,-10-6-39-16,0 2-44 16,-10 1 4-16,-14 3-29 15,2 13 5-15,16 5-25 16,0 15 89-16,6 11 35 15,0 17 102-15,0 13-10 0,0 3 100 16,0 0-141-16,0 0-71 16,52 0 6-16,44-8-15 15,22-12-7-15,25-16 11 16,3 11-20-16,-25-3 11 16,-22 7-8-16,-31 10-41 15,-43 11-111-15,-25 0-121 16,0 0-299-16</inkml:trace>
  <inkml:trace contextRef="#ctx0" brushRef="#br0" timeOffset="149094.88">30504 6344 294 0,'0'0'197'0,"0"0"-108"0,0 0-57 0,0 0 78 16,0 0 44-16,0 0-38 0,-52 0-103 0,52 0 0 16,40 0-7-16,0-8-7 15,1 4 1-15,-23 4-4 16,-11 0 3-16,2 0 0 15,-9 24-10-15,0 8 22 0,0 4-15 16,0 5 10 0,-34-2-11-16,6 6 10 0,15-6-5 15,7-18 0-15,6-9 7 16,0-12-14-16,6 0-25 16,47 0 28-16,-6 0 8 15,-1 0-14-15,-12-8 12 16,-12 8-4-1,-10 0-20-15,-5 0-181 0,-1 0 24 16,-6 0-40-16,0 0-135 16</inkml:trace>
  <inkml:trace contextRef="#ctx0" brushRef="#br0" timeOffset="149579.11">31239 6757 245 0,'0'0'703'0,"0"0"-620"0,0 0-63 0,0 0 16 0,0 0 19 0,0 0-24 0,149 0-20 15,-130-8-22 1,2 8 2-16,-14 0-39 0,-7 0-48 15,0 0-218-15</inkml:trace>
  <inkml:trace contextRef="#ctx0" brushRef="#br0" timeOffset="149759.98">31122 6472 620 0,'0'0'356'0,"0"0"-325"16,0 0 45-16,0 0-11 0,0 0-61 15,0 0-4-15,220-23-102 16,-189 6-230-16</inkml:trace>
  <inkml:trace contextRef="#ctx0" brushRef="#br0" timeOffset="150310.38">31673 6568 681 0,'0'0'42'15,"0"0"-26"-15,0 0 5 16,0 0-12-16,0 0-14 15,0 0 5-15,208 157 0 16,-186-148-35-16,-10-9 29 16,-12 0 6-16,0 0 11 15,0-45 23-15,0-19-25 0,0-4-18 16,-6-17 10-16,-6-10-20 16,-4 10-41-16,10 1-16 15,6 4 54-15,-6 16 21 16,-7 7-11-16,13 25 12 15,0 20 32-15,0 3 56 16,0 9 47-16,0-11-85 16,0-1-30-16,53-12-16 15,28-8-8-15,24-8 1 16,22 0-18-16,0 3 16 16,-24 14-70-16,-26 6 21 0,-30 17-4 15,-26 0-12 1,-21 0-202-16</inkml:trace>
  <inkml:trace contextRef="#ctx0" brushRef="#br0" timeOffset="151076.89">32396 6115 85 0,'0'0'576'0,"0"0"-437"0,0 0-51 0,0 0-36 0,0 0-47 0,0 0 15 0,-6 41-36 0,-35-17 27 15,1 4-16-15,6-5 9 16,-13 6-4-16,23-9 10 16,17-4-3-16,7-8-7 15,0-1 0-15,0-7-2 16,19 13 4-16,28-9-9 15,15 0 17-15,-10-4-12 16,1 4 5-16,-13-4-6 16,-21 0 3-16,-4 0-15 15,-15 0 13-15,0 0 2 0,0 0 28 16,0 0-28-16,0-8-8 16,0-12-35-16,0-4 1 15,19-4-51-15,-3 8-13 16,-10 4 70-16,-6 7 36 15,0 9 15-15,0 0 32 16,0 0 129-16,0 5-119 16,0 31 11-16,-6 8-29 15,-16 1 43-15,-6 6-44 16,3-2-30-16,-3 11 13 16,3-4-13-16,16-12-7 15,3 0 15-15,6-21-32 16,0-14-67-16,0-9-126 0,28 0-316 15</inkml:trace>
  <inkml:trace contextRef="#ctx0" brushRef="#br0" timeOffset="152010.21">31180 8016 57 0,'0'0'505'0,"0"0"-374"0,0 0 45 0,0 0-37 0,0 0-65 0,0 0 31 0,35-8-77 0,-1 4 19 0,3 1-44 15,19-2 10-15,-4 2-8 16,-5-2-10-16,-7-3-16 16,7 0-47-16,-13-4-75 15,-28-4-197-15,-6 0-215 0</inkml:trace>
  <inkml:trace contextRef="#ctx0" brushRef="#br0" timeOffset="152209">30985 7775 641 0,'0'0'202'16,"0"0"-27"-16,0 0-69 15,0 0-20-15,0 0-86 0,0 0 0 16,254-7-1-1,-207-9-115-15,-7 0-303 0</inkml:trace>
  <inkml:trace contextRef="#ctx0" brushRef="#br0" timeOffset="152860.83">32095 7499 237 0,'0'0'317'0,"0"0"-223"0,0 0-39 0,0 0 11 16,0 0-24-16,0 0-14 15,47 0 63-15,-38 0-73 16,-3 0 17-16,-6 16-5 15,0 20 16-15,0 8-8 0,0 12-34 16,0 4-4 0,-6 4-2-16,-22 1-11 15,16-1 6-15,-4-11-5 0,16-14 7 16,0-14-1-16,0-9-6 16,0-13-1-16,40-3-41 15,-5 0-7-15,23 0-65 16,-11-8 62-16,3-11 46 15,-4 7 18-15,-15 7 3 16,9 5 30-16,1 0-10 16,-1 0-23-16,-18 0-213 15</inkml:trace>
  <inkml:trace contextRef="#ctx0" brushRef="#br0" timeOffset="154223.42">25525 7182 102 0,'0'0'62'0,"0"0"-44"0,0 0-8 0,0 0-10 0,0 0 52 0,0 0 45 16,0-24 79-16,0 24-101 0,0 0 2 16,0 0-3-16,0 0-25 15,0 0-49-15,0 0-27 16,0 0-1-16,0 0 28 0,0 0 0 15,0 0 14-15,0 0 51 16,0 0-42-16,0 0-9 16,0 0-7-16,0 0-7 15,0-16 12-15,0-8 53 16,28-28-9 0,24-25-46-16,48-26-19 0,14-13 14 15,1-9-10-15,6 4 1 16,-16 13-9-16,1 16 4 15,9 12-25-15,-22 20-125 16,-31 12 58-16,-16 20-57 16</inkml:trace>
  <inkml:trace contextRef="#ctx0" brushRef="#br0" timeOffset="154724.06">26957 6392 927 0,'0'0'97'0,"0"0"-85"0,0 0-12 0,388-269-1 0,-236 174-6 0,-25 10-151 0,-34 17-349 0</inkml:trace>
  <inkml:trace contextRef="#ctx0" brushRef="#br0" timeOffset="156555.62">19804 16534 319 0,'0'0'119'0,"0"0"-10"0,0 0-28 0,0 0 77 0,0 0-24 0,0 0-60 0,0 0-63 0,0 0-8 0,0 0-3 0,0 0 0 15,0 0 2-15,0 0 23 16,0 0 47-16,0 0 5 16,0 0-18-16,0 0-44 15,0 0 16-15,0 0-23 16,0 0-2-16,0 0-5 15,0 0 4-15,0 0-9 16,0 0 15-16,0 0-5 16,0 0 1-16,0 0 22 0,0 0-25 15,0 0 4-15,0-3-8 16,0-2-12-16,0 2 7 16,0-1-27-16,-22-9-18 15,-24-10-181-15</inkml:trace>
  <inkml:trace contextRef="#ctx0" brushRef="#br0" timeOffset="158205.45">19804 14225 521 0,'0'0'52'0,"0"0"-7"0,0 0 11 0,0 0-55 0,0 0-1 0,0 0-35 15,0-8 33-15,0 8 2 16,0 0 78-16,-6 0 130 16,-16 0-106-16,16 0-68 0,0 0-3 15,6 0-24-15,0 0-7 16,0 0 9-16,0 0-19 16,0 0 22-16,0 0-9 15,0 0 1-15,0 0 30 16,0 0-10-16,0 0 6 15,0 0-20-15,0 0-5 16,0 0-10-16,0 0 18 16,0 0-23-16,0 0 21 15,0 0-16-15,0 0 12 16,0 0-1-16,0 0 3 16,0 0 3-16,0 0-12 15,0 0 7-15,0 0-18 16,0 0-18-16,0 0-43 15,0 0-93-15,-6 0-156 0</inkml:trace>
  <inkml:trace contextRef="#ctx0" brushRef="#br0" timeOffset="159718.46">20424 15925 74 0,'0'0'220'0,"0"0"-103"0,0 0-18 0,0 0-53 0,0 0-37 0,0 0 10 0,0 0 22 15,0 0 78-15,0 0-17 16,0 0 3-16,0 0-52 0,0 0 9 15,0 0-39-15,0 0 8 16,0 0-31-16,0 0 6 16,0 0-12-16,0 0 12 15,-6 0-6-15,6 0 6 16,0 0 40-16,-6 0-29 16,6 0 7-16,0 16-21 15,-6 1 0-15,6 6-4 16,-7-2 12-16,7-10-20 15,0 1 21-15,0-12-24 16,0 8 0-16,0-3 4 16,0-2-11-16,41 2 4 15,-1-1 8-15,19 4 7 0,-13 0-5 16,-5 3-24-16,-7 2 24 16,-28-1-32-16,-6-1 35 15,0 14-14-15,0 14 16 16,0 22 0-16,-28 7 2 15,-18 21-6-15,5-9 8 16,23-16-11-16,12-16-7 16,6-16 12-16,0-20-12 15,6-7 0-15,53-5 2 16,9 0 5-16,6-5 0 16,-15-11 14-16,-12 7-16 15,-13 6 18-15,-16 3-18 16,-2 0 9-16,-4 0-39 15,-6 0-50-15,-6 0-105 0,0 8-223 16</inkml:trace>
  <inkml:trace contextRef="#ctx0" brushRef="#br0" timeOffset="160751.12">22136 16010 26 0,'0'0'288'0,"0"0"-288"0,0 0 2 0,0 0 31 0,0 0-21 0,0 0-12 0,-41-49 57 15,41 49 67-15,0 0-10 16,-6 0 57-16,6 0-18 0,0 0-92 16,0 0-34-1,0 0-17-15,-6 0 19 0,6 0-27 16,0 20 13-16,-6 12-6 16,-7 13 30-16,4 7-24 15,-3 8 0-15,12 8-11 16,0 0 6-16,0 13-20 15,0-6 20-15,0-3-24 16,0-7-4-16,0-13-32 16,0-23-51-16,0-22-221 15,0-7-159-15</inkml:trace>
  <inkml:trace contextRef="#ctx0" brushRef="#br0" timeOffset="160967.95">21882 16359 505 0,'0'0'198'0,"0"0"66"16,0 0-165-16,0 0-52 15,0 0-41-15,0 0-12 16,387-36-55-16,-353 19-257 16</inkml:trace>
  <inkml:trace contextRef="#ctx0" brushRef="#br0" timeOffset="161650.18">22672 16539 518 0,'0'0'164'0,"0"0"-148"15,0 0-8-15,0 0 35 16,0 0-9-16,0 0 24 0,6 97 33 16,59-82-21-16,-2-7-64 15,23-8 44 1,1 0-38-16,12-20 22 0,10-36-8 16,-10-24-7-16,0-13-16 15,-30 1-3-15,-35 0-25 16,-34 16-46-16,0 16-14 15,-47 31-160-15,-33 21 189 16,-13 8 56-16,-10 13 18 16,4 39 7-16,12 7 39 15,13 7 44-15,27-3 8 16,29 1-63-16,18-11-50 16,0-17 7-16,0-8 3 15,71-17-22-15,3-3 10 16,7-8-2-16,-16 0 0 0,-3 9 1 15,-22 19-6-15,7 8 8 16,-7 12-11-16,-21 5 18 16,-4-6-9-16,4-7 5 15,-7-19-10-15,16-18-49 16,19-3-145-16,-7-8-107 16</inkml:trace>
  <inkml:trace contextRef="#ctx0" brushRef="#br0" timeOffset="162399.89">23962 15612 535 0,'0'0'191'0,"0"0"-90"0,0 0-4 0,0 0-30 16,0 0-53-16,0 0 25 15,-81 25-25-15,81-17 11 16,-6 0-24-16,6-1 1 16,0 1-2-16,0 8-1 15,0 9-2-15,0-1-14 16,0-1 16-16,0 10-18 16,0 7 12-16,-15 0-6 15,-4 4 10-15,7-7 3 16,12-10-2-16,0-2 2 0,0-10-3 15,0-10-6-15,25-5 18 16,9 0 2-16,-6 0-1 16,18-20 26-16,-6-5-30 15,1 9-4-15,-1 8-2 16,-21 8-54-16,8 0-171 16,-14 5-80-16</inkml:trace>
  <inkml:trace contextRef="#ctx0" brushRef="#br0" timeOffset="163765.4">16347 18019 270 0,'0'0'413'0,"0"0"-357"0,0 0 11 0,0 0 68 0,0 0-61 0,0 0-56 0,0 0 69 0,40 132-11 0,-12-67-28 15,-16 7-36-15,4-5 12 16,9-14-21-16,-4-5-6 16,-8-8 1-16,-1-16-32 15,-6-7-14-15,-6-10-144 16,0-7-234-16</inkml:trace>
  <inkml:trace contextRef="#ctx0" brushRef="#br0" timeOffset="164233.28">15755 18203 571 0,'0'0'101'0,"0"0"32"16,0 0-16-16,0 0-37 15,0 0-25-15,372-68-42 16,-270 64 23-16,3-4-29 15,16 8 18-15,-6 0-20 16,-28 0-6-16,-16 0 1 16,-24 0-13-16,-19 16 10 15,-22 12-4-15,-6 21 6 16,0 10 2-16,-41 18 16 16,-39 6-15-16,-7-2 27 15,0-9-20-15,16-15 5 0,-4-18-14 16,7-6-4-16,-12-10-28 15,2-2-76-15,10-1-123 16,28-4-79 0,27-4-100-16</inkml:trace>
  <inkml:trace contextRef="#ctx0" brushRef="#br0" timeOffset="165014.12">17156 17590 194 0,'0'0'304'0,"0"0"-272"0,0 0 32 0,0 0 16 0,0 0-41 0,0 0-18 0,0-8-19 0,0 3 1 0,0 5 7 0,0-3 5 15,0-10 66-15,22-2-51 16,24-6 17-16,13 6-11 15,9-1 18-15,-2 11-48 16,-11 5 0-16,-24 0-6 16,-24 33 2-16,-7 27-10 15,-7 16 13-15,-58 8-18 16,-9 0 16-16,9-12-9 16,15-16 12-16,25-15 8 0,25-21-14 15,0-16 0 1,6-4-12-16,69 0 4 15,12-29-4-15,0 1 24 0,-7 0-24 16,-27 17-29-16,-35 6-103 16,10 2 38-16,-28 3 14 15,0 0-9-15,0 0-33 16,0 0 45-16</inkml:trace>
  <inkml:trace contextRef="#ctx0" brushRef="#br0" timeOffset="165430.84">17813 18709 276 0,'0'0'524'0,"0"0"-482"0,0 0 75 0,0 0-57 0,0 0-8 0,0 0-36 0,112-17 48 0,-59 1-42 15,3-4-21-15,2 1-2 16,-23 10-3-16,5 5 1 16,-15 4-69-16,-10 0 26 15,-15 0-96-15,0 0-115 16,-40 0-92-16</inkml:trace>
  <inkml:trace contextRef="#ctx0" brushRef="#br0" timeOffset="165613.07">17813 18709 237 0,'-303'-265'773'0,"337"265"-761"16,6 0 10-16,34 0 19 15,7 0 21-15,18-12-58 16,10-24-4-16,-10-8-58 16,-18-5-276-16</inkml:trace>
  <inkml:trace contextRef="#ctx0" brushRef="#br0" timeOffset="175588.9">19041 17962 99 0,'0'0'165'0,"0"0"-98"0,0 0 106 0,0 0-50 0,0 0 5 0,0 0-8 0,0 0-20 0,-40 8-81 15,34-8 6-15,6 0-16 16,-6 0 31-16,6 0-8 15,-13 0-3-15,13 0-5 16,0 0 8-16,-9 0-3 16,9 0-14-16,0 0 12 0,0 0-25 15,0-8 8-15,0-8-3 16,0-4-14-16,0 0 1 16,0 1 6-16,9 2-2 15,31 9-8-15,7 5 5 16,-7 3-13-16,-15 0 14 15,15 0-17-15,-27 0 16 16,2 28-17-16,-15 8 18 16,0 11-2-16,0 9 6 15,-46-3-4-15,-16 3 4 0,15-16-10 16,7-16 22 0,28-15-13-16,12-9 4 0,0 0-6 15,0 0 3 1,6-28-48-16,68-1 26 15,-15 1 21-15,16 16-7 16,-23 12 12-16,-11 0-13 0,-20 0 13 16,-2 31-7-16,-13 10 6 15,-6 3 18-15,0 9-12 16,-6 6 6-16,-62 10 14 16,-19-1-16-16,0-4 16 15,-12-8-25-15,6-7 7 16,0-21-5-16,31-12-12 15,31-13-36-15,31-3-47 16,0 0-322-16,37-16-185 16</inkml:trace>
  <inkml:trace contextRef="#ctx0" brushRef="#br0" timeOffset="176288.16">19649 18656 253 0,'0'0'73'0,"0"0"123"0,0 0-58 0,0 0 16 16,0 0-53-16,0 0-61 0,16-3 1 0,15-22 3 0,9-2 9 0,0-14-34 15,0-11 5-15,-5-12-20 16,-17-8-8-16,-18 3-16 16,0 5-30-16,0 20 8 15,-59 16 6-15,-28 28 27 16,-12 0-5-16,-3 0 11 15,3 49 6-15,24 15 39 16,16-5-5-16,7-2 13 16,45-9-14-16,7-4-34 15,7-12-2-15,73-8 2 0,19-12-5 16,16-12 7 0,3 0 3-16,3-19 0 0,-22-19-5 15,-18 11-2-15,-35 15-26 16,-18 12-6-16,-15 0 12 15,2 3 9-15,-9 38 11 16,19 3 19-16,3-4-17 16,6-12 3-16,6-20-5 15,13-8-6-15,6 0-24 16,3-32-12-16,-22 0-55 16,-21 4-200-16,-19 4-300 15</inkml:trace>
  <inkml:trace contextRef="#ctx0" brushRef="#br0" timeOffset="176970.45">20164 17517 76 0,'0'0'304'0,"0"0"-174"0,0 0-53 0,0 0-2 0,0 0 1 0,0 0 34 0,0 5-1 16,0-5-51-16,0 0-16 0,0-5 8 15,0-7 30-15,0 1-60 16,21-6 2-16,4 9-17 16,-3 8-4-16,-16 0-1 15,0 0 1-15,-6 0-7 16,0 8 11-16,0 37-12 15,0 10 14-15,-6 17-14 16,-12-8 6-16,8-7-1 16,10-17 1-16,0-16-11 15,56-20-2-15,37-4-13 0,12 0 24 16,10-20 3 0,-16-11 10-16,-18 10-6 15,-41 4-2-15,-6 10-1 16,-27 7-1-16,-7 0-30 0,0 0-61 15,0 16-45-15,0 0-458 16</inkml:trace>
  <inkml:trace contextRef="#ctx0" brushRef="#br0" timeOffset="178703.73">14589 18696 333 0,'0'0'92'0,"0"0"-92"0,0 0-14 0,0 0 14 0,0 0 18 16,0 0 37-16,0 0-55 15,0 0 23-15,0 0-7 16,0 0 34-16,0 0-31 15,0 0-12-15,0-4-7 16,0 1 4-16,0 3-14 16,0 0 8-16,9 0 2 0,-9 0-43 15,0 0 42-15,0-5 1 16,6 2 36-16,-6 3 22 16,0 0 0-16,0 0 80 15,0 0-18-15,0 0-59 16,0 0-53-16,0 0 22 15,0 0-23-15,0 0 25 16,0 0-19-16,0 0 13 16,6 11-20-16,13 17 17 15,9 8 0 1,0 5-13-16,-3-1-16 0,9 4 17 16,-6-3-15-16,3-5 11 0,-3-9-11 15,-7-7 4 1,-2-12-2-16,-1-8-1 0,17 0 0 15,-1-44 2 1,25-48 1-16,3-37 21 0,3-27-11 16,9-9-20-16,-21 1 4 15,-7 0 6-15,-5 7-19 16,-13 17-6-16,-1 12 16 16,-14 23 6-16,-13 22-15 15,0 22 34-15,0 25-23 16,6 3 7-16,6 10-6 15,23 7-38-15,5-4 22 16,13 4 19-16,9 4 3 16,3-9-1-16,22 2 8 15,6 7 35-15,21-9 9 0,20 6-7 16,21-6-19 0,18-10-15-16,13-14-9 0,-6 1 3 15,-3 0-8-15,-31 16-8 16,-47 16-39-16,-53 12-124 15,-46 0-271-15</inkml:trace>
  <inkml:trace contextRef="#ctx0" brushRef="#br0" timeOffset="179752.01">18561 18344 579 0,'0'0'73'0,"0"0"-59"0,0 0-11 0,0 0 2 0,0 0-3 0,0 0 35 0,-13 52 15 15,13-29 64-15,0 2-30 16,0 15 4-16,0 8-50 15,0 0 32-15,19 4-60 16,15-3 0-16,-6-10-7 16,3-6-3-16,-9-13-4 15,-10-4 4-15,0-8-10 16,-2-8 5-16,-10 0 3 0,6 0-3 16,-6-8-2-16,12-44-5 15,-12-32 3-15,19-37 6 16,-19-20 1-16,15-19-2 15,-8 8 11-15,-7-1-17 16,0 9 22-16,0 3-22 16,0 5 11-16,0 8-6 15,0 7-1-15,0 18-12 16,34 18-23-16,25 25 9 16,15 28 22-16,7 19 8 15,12 10 3-15,28-1 1 16,12 0 18-16,53-4-6 15,16-4 6-15,5-1-5 16,-8-2-17-16,2 7 4 0,-15-8-4 16,-18-9-18-1,-1 2-47-15,-40-10 20 0,-52 14-293 16</inkml:trace>
  <inkml:trace contextRef="#ctx0" brushRef="#br0" timeOffset="180702.08">14843 18560 639 0,'0'0'32'0,"0"0"-27"0,0 0 73 0,0 0 69 0,115-233-62 0,-35 153-9 0,-5-16-66 0,12-16 4 0,12-12 0 0,6-9 46 0,4 0-52 0,-10 17-8 0,-12 20-38 0,-19 28-130 15,-22 32-310-15</inkml:trace>
  <inkml:trace contextRef="#ctx0" brushRef="#br0" timeOffset="181418.89">17289 17906 225 0,'0'0'276'0,"0"0"-209"0,0 0 3 0,0 0 43 0,0 0 6 0,0 0-34 0,-31 0-23 0,31 0-33 0,0 0 50 16,-9 0-18-16,9 0 4 15,0 0-46-15,0-3-6 16,16-54-9-16,64-23 2 16,19-24-4-16,35-12 0 15,-13 15-4-15,-16 12 2 0,-30 25-19 16,-23 20-66 0,-18 8-52-16,0 13-188 0,-27 10-82 15</inkml:trace>
  <inkml:trace contextRef="#ctx0" brushRef="#br0" timeOffset="182266.87">23974 17686 995 0,'0'0'64'0,"0"0"-35"0,0 0 44 0,0 0-42 0,0 0-20 0,0 253 5 0,-12-189-15 0,-10-4 3 0,-2-12 4 0,17-8-8 16,-8-8 0-16,15-12-12 15,-6-7-54-15,-7-13-46 16,-8 0-267-16,2 0-262 16</inkml:trace>
  <inkml:trace contextRef="#ctx0" brushRef="#br0" timeOffset="182650.2">23258 17713 575 0,'0'0'32'0,"0"0"103"16,0 0 62-16,397-127-95 16,-291 110-64-16,-7 9 17 15,-12 8-38-15,-13 0 3 16,0 8-8-16,-15 25-5 16,-3-2-3-16,-9 2-3 15,-23-1-1-15,-17 8 0 0,-7 9 1 16,0 10 8-16,-25 18 8 15,-68 6-11-15,-34 10 29 16,-22-1-19-16,22-11 7 16,15-21-3-16,25-20-7 15,38-24-13-15,24-16-47 16,-3 0-80-16,3 0-726 16</inkml:trace>
  <inkml:trace contextRef="#ctx0" brushRef="#br0" timeOffset="183165.15">21516 18352 270 0,'0'0'700'0,"0"0"-675"0,0 0 42 0,0 0 55 0,0 0-57 0,0 0-36 0,359-72-2 15,-266 64-24-15,-6-4-3 16,-12-1 0-16,-13-3-39 16,-25 1-14-16,-37 2-143 15,0 1-265-15</inkml:trace>
  <inkml:trace contextRef="#ctx0" brushRef="#br0" timeOffset="183382.21">21348 18115 935 0,'0'0'148'0,"0"0"-136"0,0 0 55 15,0 0 10-15,0 0-19 16,0 0-54-16,307-16-4 16,-232-8-14-16,-4 4-43 15,-22-4-64-15,-17 4-145 16,-26 7-239-16</inkml:trace>
  <inkml:trace contextRef="#ctx0" brushRef="#br0" timeOffset="183765.68">21823 17798 470 0,'0'0'226'0,"0"0"-136"16,0 0 139-16,0 0-106 15,0 0-16-15,0 0-88 0,288 44-2 16,-257-32-14 0,-9-4-6-16,-16 4 3 15,16 4 0-15,-22 17 2 16,0 6 1-16,0 18 5 0,0 11 0 15,-22-4 2-15,-12 8-7 16,9-15-5-16,3-21 2 16,16-17-10-16,6-19-12 15,0 0-73-15,28 0-68 16,12-27-274-16</inkml:trace>
  <inkml:trace contextRef="#ctx0" brushRef="#br0" timeOffset="185863.24">24675 18026 860 0,'0'0'107'0,"0"0"-106"0,0 0 41 0,0 0 4 0,0 0 11 0,0 0 18 0,137 0-52 0,-91 0 15 0,7 0-38 0,12 0 18 15,-9-11-17-15,9-1-2 16,-19-1-35-16,-11 6-30 15,-23 7-53-15,-12 0-190 16,0 0-60-16</inkml:trace>
  <inkml:trace contextRef="#ctx0" brushRef="#br0" timeOffset="186047.04">24675 18026 795 0,'22'-144'206'0,"-3"144"-141"16,2 0 28-16,4 0-36 16,3 0-57-16,12 0-13 15,-6-3-113-15,-15-10-246 16</inkml:trace>
  <inkml:trace contextRef="#ctx0" brushRef="#br0" timeOffset="186804.43">26657 18339 459 0,'0'0'264'0,"0"0"-78"0,0 0-89 0,0 0-65 0,0 0 8 0,0 0-10 0,0 69 26 0,0-58-50 0,12 2 2 15,13-1 16-15,-4 0-13 16,14-5 11-16,-11-2-18 16,-8-1 0-16,9-4 5 15,-19 0-5-15,16-28 2 0,5-44 1 16,-14-28-7 0,6-25-6-16,-19-11 1 0,0-16-58 15,-7-9-45 1,-45 9-17-16,-1 11 90 0,25 37 35 15,9 32 121-15,4 27-62 16,15 21 10-16,0 20-28 16,0 1-31-16,62-2 3 15,43 5 0-15,29-8 3 16,14-12-14-16,4-8-2 16,10-8 0-16,-23 0-13 15,-24 4-42-15,-34 12-97 16,-29 12-343-16</inkml:trace>
  <inkml:trace contextRef="#ctx0" brushRef="#br0" timeOffset="187561.93">27658 17477 814 0,'0'0'157'0,"0"0"-157"0,0 0 0 0,0 0-5 16,0 0 5-16,0 0-5 15,-12 4 5-15,12-4 35 16,0 8 11-16,-16 5 44 16,-2 2-26-16,-4 1-56 15,-3-3-8-15,3-6-11 16,10-2 5-16,6-2 12 16,0 2 1-16,6-5-7 0,0 0 24 15,0 0-22-15,0 0-4 16,6 0-24-16,34 0 26 15,7-5 16-15,5-7-14 16,-5 9 7-16,-7 3 1 16,-6 0-6-16,-9 0 6 15,3 20-10-15,-16 11 4 0,-12 26 8 16,0 11-1 0,-40 8-9-16,-31 0 7 0,2-16-4 15,29-15 0-15,22-26 5 16,18-6-20-1,0-13 4-15,0 0-16 16,0 0-35-16,46 0 20 0,-6 0 0 16,-6 0 37-16,-21 0-12 15,-7 0 24-15,-6 0 13 16,0 31-3-16,0 14 24 16,0 15-43-16,-46 1 4 15,-1-9-7-15,1-16-14 16,-23-8-87-16,-2-13-322 15</inkml:trace>
  <inkml:trace contextRef="#ctx0" brushRef="#br0" timeOffset="189328.18">20185 17903 233 0,'0'0'252'0,"0"0"-194"0,0 0-25 0,0 0-32 0,0 0 9 0,0 0-3 0,25 0 32 16,-25 0 39-1,0 0-11-15,0 0 35 0,0 0-27 16,0 0-28 0,0 0-46-16,0 0 2 0,0 0 4 15,0 0-7-15,0 3 0 16,0 1 0-16,0 1 17 15,0-2 4-15,-6 5 21 16,0-3 10-16,-7-2-2 16,13-3-33-16,0 0-1 15,0 0-14-15,0-3-4 16,35-41-2-16,42-28 4 16,50-30 11-16,10-9-2 15,15-2-12-15,-19 10 3 0,-18 22-4 16,-22 16-69-16,-41 29-34 15,-45 36-235-15</inkml:trace>
  <inkml:trace contextRef="#ctx0" brushRef="#br0" timeOffset="190682.08">25612 17946 42 0,'0'0'617'0,"0"0"-565"0,0 0 13 0,0 0 72 0,0 0-83 0,0 0-31 0,-59 44-14 0,37-31 6 16,16-1 2-16,0-1 33 15,6 5-1-15,0 1-1 16,0-6-30-16,0 2-14 15,28-1-8-15,18-4 9 16,13-8-6-16,3 0 9 16,9 0-10-16,-9-4 6 15,-3-40 6-15,9-21-8 16,-27-10-1-16,5-6-1 16,-21 5 3-16,-25 12-16 0,0 19 13 15,0 14-5 1,0 18 4-16,0 5-2 0,-59 8-28 15,-15 0-33-15,-1 5 13 16,10 34-21-16,-3 26 62 16,21 16 10-16,7 6 69 15,15 1-45-15,4-24 22 16,21-15-17-16,0-25-15 16,28-20-14-16,37-4-6 15,3 0 3-15,6-8 3 16,-2-12 0-16,-17 8 4 15,-24 12-5-15,-9 0 12 16,12 0-5-16,-15 16-5 16,3 8 12-16,2 8-10 0,-2 0-2 15,9-8-2 1,3-7 2-16,6-2-7 16,7-7-34-16,-7 13-31 0,-12-1-8 15,-9 4-69-15,-19-1-95 16,0-7-150-16</inkml:trace>
  <inkml:trace contextRef="#ctx0" brushRef="#br0" timeOffset="191907.44">9736 17694 208 0,'0'0'68'0,"0"0"-59"0,0 0-7 0,0 0 23 0,0 0-23 16,0 0 1-16,-18 8 16 15,11-8 147-15,-21 11-76 16,4 18-28-16,-10-1-54 16,6-4 14-16,15-8 17 15,-2-11 0-15,15-5 42 16,0 0-11-16,-7 0 0 15,1 0-48-15,-6 0 6 0,-1 0-25 16,-2 3 30 0,-4 5 13-16,19-4 1 15,-15 4-29-15,15-8-7 16,0 0-5-16,0 0 0 0,0 0-4 16,15 0 7-16,57 0 0 15,55 0 25-15,62-28-5 16,71-3 4-16,54-6-19 15,61 8 14-15,46 10-6 16,20 11-13-16,-1 8 3 16,-46 0-24-16,-72 20-7 15,-95 12-16-15,-94-4-7 16,-65 0-20-16,-68 4-38 16,-34 1-67-16,-118 3-385 0</inkml:trace>
  <inkml:trace contextRef="#ctx0" brushRef="#br0" timeOffset="197120.3">10018 18263 484 0,'0'0'123'0,"0"0"-114"0,0 0 1 0,0 0 23 0,0 0-17 0,0 0 12 0,0 0 38 16,0 0 7-16,0-3 19 15,0 3-32-15,0 0 14 16,0 0-35-16,0 0 12 15,0 0-30-15,-6 0 12 16,6 0-20-16,0 0-4 16,0-5-1-16,0 5-4 15,0 0 30-15,0 0-33 16,0 0 5-16,87 0 11 0,59 0-6 16,43-3-9-1,43-10 16-15,1 1-18 0,-4-4 1 16,-21 0-7-16,-16-12 1 15,-43 12 2-15,-37 7-25 16,-50 9 12-16,-62 0-81 16,-62 53-112-16,-112 19-542 15</inkml:trace>
  <inkml:trace contextRef="#ctx0" brushRef="#br0" timeOffset="131810.65">10893 12412 373 0,'0'0'362'0,"0"0"-362"0,0 0-22 0,0 0 16 0,0 0 6 0,0 0 15 0,6 9 74 0,-6-9 9 0,0 0-30 15,0 0-10-15,0 0 18 16,0 0-24-16,0 0-8 15,0 0-13-15,0 0 2 16,0 3-7-16,0-3-24 16,0 0 16-16,0 0-17 15,0 0 19-15,-19 0-14 16,-33 8-4-16,-17 0-2 16,-17 9-6-16,5-2 2 15,0 1-11-15,4 0 15 16,2 1-24-16,7 2 22 0,-12 1 4 15,2 8-11 1,-9 1 13-16,0 7-8 0,-9-8 6 16,9 12-2-1,16-13 0-15,3 6 1 0,9-5-10 16,12-8 5-16,-15 1 3 16,16-2-7-16,-1 6 1 15,-21 3 11-15,3 8-10 16,-3 11 8-16,-19 9-2 15,0 13 0-15,-6-1 3 16,6-12-7-16,13-3 8 16,21-14-7-16,13-6 6 15,15-2-6-15,-3 2-1 0,7 3 4 16,-4 8-1-16,-3-3 5 16,3-2-10-16,10-3 16 15,-4-3-19-15,19-14 22 16,-6 17-25-16,6 1 14 15,0-5-4-15,0 16 1 16,0 4 0-16,40-4 1 16,7 16 0-16,-1-7-6 15,-6 2 9-15,-9-2-10 16,10-5-1-16,-7-1 8 16,12-6-2-16,1-5 0 0,9-8 1 15,3-16-8-15,15 0 3 16,-9-16-2-1,10 8-5-15,5-8 17 0,-15 0-8 16,10 0 5-16,-7 0-1 16,3 0 0-16,-3 0 1 15,13 0 5-15,-7 0-1 16,19 0-10-16,0-11 13 16,0-5-5-16,28-9 5 15,-6-11-8-15,3 8 0 16,-9 4 2-16,-4 7 0 15,-24 10 0-15,-1-5-2 16,-5 8 7-16,-4-9-10 0,3-10 12 16,7 7-15-16,0-17 9 15,5-6-5-15,1-2 2 16,6-3 0-16,-6 0-5 16,0 16 12-16,-7-4-14 15,-11 16 17-15,2-8-16 16,-9-4 12-16,-3 0-12 15,-6-5 5-15,9-6-4 16,-10-2 1-16,1 2 1 16,9 6 0-16,-15 5 6 15,-13 8-10-15,-3 8 17 16,-3-8-20-16,0 8 14 16,18-8-4-16,13-12 0 15,9 4-3-15,19-20-2 16,0-1 4-16,-16-3-5 15,10 0 2-15,-25 12-5 0,-19 16 10 16,-9 8-1-16,-7 9 1 16,-8-2 3-16,-7 5-4 15,6-8 0-15,10-4-4 16,-3-12 10-16,9-13-17 16,-4-2 23-16,-8 11-25 15,-4-1 20-15,-12 10-7 16,0 2 7-16,0 1-5 15,0 4 22-15,-18-7-20 16,-29 2-2-16,13-7 7 16,-19 0-18-16,4 3 14 0,-4-2-12 15,-6 7 4-15,-3 0-1 16,-9 7 1-16,-10 2 3 16,1-1 5-16,-7 12 3 15,-12-8-5-15,-4 3 2 16,10 2-5-16,-6-5 8 15,6 8-14-15,6 0 6 16,6 0 0-16,1 0-2 16,5 0 9-16,-5 0-17 15,-1-9 21-15,1 1-16 16,-13-3 15-16,0-1-20 16,12 4 14-16,10-8-4 15,2 7 0-15,1 1 1 0,3 0-4 16,-9 5 13-16,-13 3-10 15,-6 0 12-15,0 0-12 16,-10 0 2-16,-8 0-4 16,2 3-5-16,10 10 4 15,12-13 0-15,0 0 6 16,7 0-9-16,5 0-2 16,4 0-3-16,-9 7-136 15,17 14-406-15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2T22:33:52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22250 12304 214 0,'0'0'329'0,"0"0"-299"0,0 0-5 0,0 0-23 0,0 0 7 0,0 0-1 16,0 0 35-16,7-4-5 0,-7 4 11 16,0 0 23-16,0 0 41 15,0 0-39-15,0 0-32 0,0 0 16 16,0 0-47-1,0 0 0-15,0 0-6 0,0 0-10 16,0 0 14-16,0 0-5 16,0 0 1-16,0 0 8 15,0 0 10-15,0 0-19 16,6 0 4-16,9 0 1 16,10 0-18-16,16-4 21 15,11-4-21-15,16-8 15 16,-2 4-6-16,2-4 1 15,6 3 3-15,-21 1-8 16,-7 1 11-16,1 3-14 16,-7 3 15-16,-6-7-14 0,-15 12 14 15,15-3-14-15,-12 3 7 16,-4-5-2-16,-11 5-1 16,14 0 2-16,-8-3-2 15,-1-2 7-15,-6 2-18 16,16 3 26-16,-16-5-22 15,16 5 11-15,-16-4-3 16,25 4 2-16,-9-4 2 16,-4 4-3-16,4 0 5 15,-16-4-13-15,0 4 19 16,-6 0-7-16,0 0-2 16,0 0 25-16,0 0-13 0,0 0-7 15,0 0 12 1,0 0-16-16,0 0 12 0,0 0-11 15,0 0 16-15,0 0-14 16,0 0-4-16,0 0 7 16,0 0-7-1,0 0 5-15,0 0-4 0,0 0 8 16,0 0-7-16,0 0-5 16,0 0 7-16,0 0-12 15,0 0-24-15,0 0 4 16,0 0-16-16,0 0-19 15,0 0-132-15,-34 0-586 16</inkml:trace>
  <inkml:trace contextRef="#ctx0" brushRef="#br0" timeOffset="1548.12">28452 12115 66 0,'0'0'52'0,"0"0"-20"0,0 0 49 0,0 0-15 0,0 0 36 0,0 0 11 16,0-4-43-16,0 4-42 15,0 0 43-15,0 0 10 16,0 0 26-16,0 0-73 16,0 0 8-16,0 0-19 15,0 0 11-15,0 0 12 0,0 0-15 16,0 0 25-16,0 0-55 15,22 0 26-15,12 0-27 16,18 0 29-16,23 0-15 16,18-8 13-16,18 0-12 15,10 0-2-15,6-8 6 16,1 0-12-16,-14-8 7 16,7 0-10-16,-22-4-4 15,-12 3 9-15,-18 10-9 16,-32 2 0-16,-16 2-2 15,-14 11 2-15,-1 0-2 16,-6 0-5-16,0 0-3 0,0-5-7 16,6-15-63-1,3 4-87-15,-9 1-283 16</inkml:trace>
  <inkml:trace contextRef="#ctx0" brushRef="#br0" timeOffset="28326.91">7538 10090 523 0,'0'0'88'0,"0"0"-81"0,0 0 18 0,0 0-12 0,0 0-5 0,0 0-8 0,0 0 0 0,0 0-2 0,6 0 10 15,-6 0 11-15,0 0 27 16,0 0 33-16,0 0-66 16,0 0 4-16,0 0 7 0,0 0 15 15,6 0-11-15,-6 0-28 16,16 0 0-16,2 0 14 16,16 0-19-16,7 0 14 15,11 0-11-15,10 0 6 16,10 0-4-16,21-4 0 15,-13 4 4-15,-11 0-12 16,-29 0 16-16,0 0-14 16,-6-4 14-16,-9 4-8 15,22-8 4-15,-7 0-8 16,6 3 5-16,1 5-1 16,-1 0 0-16,4 0 6 0,3 0-14 15,-7 0 19 1,1 0-11-16,-13 0 1 0,0 0-2 15,-15 0 6-15,-1 0-2 16,10 0 14-16,-6 0-8 16,-4 0-4-16,4 0-1 15,-3 0 0-15,-7 0 1 16,10 0-5-16,-10 0 2 16,10 0 3-16,-10 0-5 15,13 0 0-15,3 0 0 16,0 0 11-16,-9 0-13 15,2 0 9-15,4 0-2 16,3 0 7-16,6 0-15 0,6 0 8 16,1 5-5-1,11 3 14-15,-5 0-13 0,12-4 10 16,-3-4-4 0,-4 4-8-16,1-4 10 0,-13 0-13 15,13 0 9-15,-13 0 0 16,-5 0-1-16,23 7-2 15,-11 2 11-15,9-1 4 16,-4 8-4-16,1-4-7 16,9-4-3-16,-3-4 7 15,0-4-19-15,3 0 17 16,-9 0-8-16,-1 8 0 0,1-4 1 16,-3 1-3-1,-4 2 8-15,1-7-7 0,6 0 6 16,15 0-7-16,-16 0 3 15,14 0-1-15,-4 0 0 16,-10-7-7-16,-5-2 7 16,-13 1 0-16,12 8-4 15,-11 0 13-15,5 0-16 16,0 0 16-16,13 0-8 16,6 0 2-16,3 0-5 15,3 0 2-15,3 0 0 16,-3-4-4-16,-9 4 10 15,-9 0-12-15,-1 0 13 16,-12 0-10-16,13 0 9 16,-1 12-11-16,1 0 5 0,-1-4 0 15,7 0-2-15,9-8 6 16,-3 9-11-16,9-9 16 16,-3 0-17-16,-6 0 20 15,-9 3-21-15,-4 2 11 16,7-2-2-16,-13 2 0 15,13-2 3-15,0 1-8 16,2 4 12-16,11-3-17 16,-4-5 18-16,-3 0-14 15,-7 0 10-15,16 0-8 16,-9 0 3-16,3 0 1 16,-3 0 0-16,-6 0 1 15,-7-5-7-15,17 5 16 0,-11 0-16 16,7 0 13-1,3-4-14-15,-3 0 12 0,-12 4-10 16,-13-7 5-16,0 2 0 16,-16 2-6-16,-2-2 12 15,-4 2-14-15,-6 3 19 16,1-9-20-16,-7 9 20 16,0 0-14-16,0-4 3 15,0 4 0-15,0 0 3 16,0 0 3-16,0 0 4 15,0 0-7-15,0 0 31 16,0 0-22-16,0 0 21 16,0 0-31-16,0 0 5 15,0 0-6-15,0 0 3 0,0 0-8 16,0-8-22-16,0-16-35 16,0-4-452-16</inkml:trace>
  <inkml:trace contextRef="#ctx0" brushRef="#br0" timeOffset="40731.31">6849 11389 371 0,'0'0'126'0,"0"0"-118"16,0 0-1-16,0 0-7 0,0 0 3 0,0 0 6 0,0-31 42 0,0 31 20 16,0 0 12-16,0 0 68 15,0 0-96-15,0 0-35 16,0 0-19-16,0 0 7 16,0 0 3-16,0 0-3 15,0 0 11-15,0 0-14 16,0 0 16-16,0 0-19 15,0 0 3-15,0 0 1 0,0 0-8 16,0 0 2-16,0 0-12 16,0 0 11-16,0 0-3 15,0 0 0-15,0 0 8 16,7 0 1-16,-1 0 3 16,16 0-4-16,-4 0-4 15,16 0 0-15,7 0 0 16,-7 0 3-16,6 0-4 15,-21 0 9-15,8 0-12 16,-8 0 12-16,-3 0-10 16,8 0 6-16,-17 0-7 15,14 0 9-15,-2 0-6 0,3 0 0 16,12 0 1-16,18 0 9 16,-5 0-8-16,6 0 0 15,-19 0 8-15,0 0-13 16,0 0 7-16,-9 0-4 15,-4 0 1-15,-14 0 1 16,5 0 13-16,0 0-13 16,4 0 19-16,9 0-17 15,9 0 3-15,0 0 0 16,12 0-7-16,-5 0 1 16,-7 0-1-16,-9 0 0 15,-4 0 2-15,-8 0-2 16,-1 0 6-16,4 0 2 0,2-5-2 15,16 2 9-15,1 3-9 16,5-8-9 0,-9 8 3-16,3 0 0 0,-6 0 0 15,6 0 5-15,-9 0-8 16,-3 0 6-16,2 0-3 16,-2 0 9-16,-3 0-12 15,2 0 3-15,-8 0 0 16,8 0 0-16,-8 0 3 15,-7 0-8-15,28 0 14 16,-9 0-15-16,9 0 13 16,13 0-12-16,-7 0 10 0,-6 0-5 15,0 0 0-15,-9 0 0 16,3 0-2-16,-16 0 8 16,10 0-11-16,3 0 12 15,9 0-9-15,12 0 9 16,-5 0-14-16,5 0 10 15,-6 0-3-15,1 0 0 16,-13 0 3-16,-4 0-9 16,-2 0 16-16,6 0-20 15,-3 0 22-15,-3 0-20 16,9 0 9-16,-10 0-1 16,4 0 0-16,9 0 4 15,7 0-9-15,-1 0 13 0,0 0-19 16,-12 0 23-1,3 0-23-15,-3 8 17 0,0-8-9 16,-3 3 3-16,9-3 0 16,0 5 5-16,-9-5 1 15,15 0-12-15,0 0 13 16,7 0-16-16,-7 0 25 16,7 7-27-16,-7 1 22 15,0 0-17-15,22 0 6 16,-15-3 0-16,5 2-1 15,-5-3 7-15,-13-4-12 16,6 12 12-16,1-12-10 0,-23 5 10 16,-2-5-12-1,2 0 6-15,-11 0 0 0,14 0 0 16,-2 0 0-16,3 8-2 16,-4-8 8-16,-5 0-13 15,2 0 16-15,-9 0-14 16,-6 0 11-16,0 0-1 15,0 0 15-15,0 0 4 16,0 0 1-16,0 0-19 16,0 0 15-16,0 0-18 15,0 0-3-15,0 0 12 16,0 0-13-16,0 0 2 16,0 0-1-16,0 3 0 15,0-3-12-15,0 0-13 16,0 0-63-16,0-11-198 15</inkml:trace>
  <inkml:trace contextRef="#ctx0" brushRef="#br0" timeOffset="42297">11702 11389 355 0,'0'0'146'0,"0"0"-116"16,0 0 35-16,0 0 1 0,0 0-1 0,0 0-15 0,0 0-17 0,0 0-28 0,0 0 4 0,0 0 10 16,0 0 77-16,0 0-39 15,0 0-28-15,0 0-5 16,0 0-23-16,0 0 2 15,0 0-1-15,0 0-4 16,0 0 5-16,12 0 8 16,29 0-9-16,-1 0 22 15,28 0-14-15,13 0 7 16,12 0-10-16,22 0-3 0,2 0-7 16,26 0 10-16,3 0-14 15,-13 0 16-15,0 0-16 16,-36 0 14-16,-4 0-11 15,-28 0 13-15,-19 0-4 16,-6 0 24-16,1 0-23 16,-13 5 14-16,18-2-19 15,-5 1 22-15,-7 0-18 16,-10-4 3-16,-8 0-6 16,-10 0 6-16,0 0-2 15,-6 0 0-15,0 0 18 16,0 0-14-16,0 0 11 0,0 0-17 15,0 0-4 1,0 0 0-16,0 0-4 0,0 0-25 16,0 0-26-1,0 17-103-15,0-2-367 0</inkml:trace>
  <inkml:trace contextRef="#ctx0" brushRef="#br0" timeOffset="44861.4">18793 7415 340 0,'0'0'129'0,"0"0"-108"0,0 0 5 0,0 0 36 0,0 0-36 0,0 0 22 15,0 0-32-15,10-4 19 16,-10 4-19-16,0 0 42 16,0 0 42-16,0 0-26 15,0 0-33-15,0 0-11 16,0 0 1-16,0 0-16 15,0 0 18-15,0 0-32 0,0 0-1 16,0 0 1-16,12 7-2 16,7 29 2-16,2 17 8 15,4 15 6-15,9 4 0 16,-6 5-14-16,-9 15 8 16,-4-4-12-16,-15 9 14 15,0 3-9-15,13 0 0 16,-13-4 19-16,6-4-16 15,0-3-4-15,16-9-1 16,2 0 2-16,-8 0-9 16,-4 4 23-16,1 9-28 15,-13 7 27-15,0 0-22 16,0 0 14-16,0-15-3 16,-6-25-3-16,6-20-1 15,0-20-1-15,0-16-59 16,6-4-29-16,34 0-104 0,-6 0-160 15</inkml:trace>
  <inkml:trace contextRef="#ctx0" brushRef="#br0" timeOffset="45393.64">19082 9183 455 0,'0'0'226'0,"0"0"-225"0,0 0 18 0,0 0 19 15,0 0 23-15,0 0 59 0,-87-8-59 16,87 8-20-16,0 0-39 15,0 0 12-15,40 0 1 16,34 0 47-16,20 0-13 16,33 0-13-16,34 0 0 15,13 0-9-15,30 0 15 16,4 0-40-16,12 0 6 16,3 0 0-16,-24 0-16 15,-10 0-5-15,-9 0 13 16,-47-3-19-16,-18-2-11 15,-44 5-8-15,-15 0-64 16,-19 0-50-16,3-8-217 0,-12 0-118 16</inkml:trace>
  <inkml:trace contextRef="#ctx0" brushRef="#br0" timeOffset="46395.55">18527 7271 155 0,'0'0'133'0,"0"0"-131"0,0 0 52 0,0 0 72 0,0 0-51 16,0 0 13-16,68 0 2 15,-50 0 22-15,16 0-20 16,1 0-38-1,17 0-19-15,29 0 1 0,6 0-3 16,27 8 14-16,10 3 13 16,25 17-40-16,19-3-8 15,-1 7-5-15,13-4-8 16,6 0 11-16,-12 0-15 16,9-4 12-16,-19 8-14 15,-9-4 11-15,0 1-4 16,-15-6 0-16,-1 2 4 15,1-1-17-15,15-9 26 16,12-2-20-16,7-13 21 0,-1 0-24 16,-11 0 14-16,-10 0-4 15,-25 0 0-15,-34 0 1 16,-25 0-7-16,-34 0 12 16,0 0-17-16,-28 0 10 15,-6 0-4-15,0 0 10 16,0-5 1-16,0-3-5 15,0 8 7-15,0 0-8 16,0 0 6-16,0 0-12 16,0 0 12-16,0-3-10 15,0 3 8-15,0 0-8 0,0-5-2 16,0 5-1 0,0 0 0-16,0 0 7 0,0 0-6 15,0 0 13-15,0 0-21 16,0 0 1-16,7-15-25 15,11 2-77-15,10-7 93 16,-16-4-14-16,-12 4-121 16,0-8-383-16</inkml:trace>
  <inkml:trace contextRef="#ctx0" brushRef="#br0" timeOffset="47591.95">21193 9347 357 0,'0'0'4'0,"0"0"-4"0,0 0 18 0,0 0 40 16,0 0 21-16,0 0 19 15,-80-7-33-15,80 7-19 16,-13 0 5-16,13 0-21 16,-6 0 21-16,6-8-38 15,0-8 6-15,0 4-19 16,0 0-9-16,0 3 9 15,0 6 18-15,0 3 39 16,0 0-29-16,0 0 8 16,0 0-22-16,0 0 40 15,0 0-15-15,0 0-16 16,0 0-22-16,12-8 0 16,50-4-1-16,10-1 0 15,14 2-1-15,11 3 9 16,8 8 2-16,4 0-4 15,-10 0 6-15,0 0-7 0,-6 0-7 16,-6 3 2-16,-13 10-9 16,-12-10 7-16,-9-3-8 15,-7 0 6-15,1 0 4 16,0 0-12-16,-13 0 24 16,0 0-18-16,-16-3 9 15,-18 3-3-15,13 0 0 16,2-5 0-16,-2 5-7 15,8 0 14-15,-8-3-22 16,-7-5 2-16,6-9 10 0,-5-2-3 16,8-6 6-16,-15 2 4 15,0 7 0-15,0-1 9 16,0 1-9-16,0 0-8 16,0 1 11-16,0 2-16 15,12-3 9-15,-5 0 0 16,8-11-14-16,-9-2 14 15,1-3 0-15,-7 0-1 16,0-4 0-16,0-4 2 16,0-12-14-16,0-20 14 15,-22-5-2-15,-3-12-66 16,3-2 38-16,-9-1 5 0,16 3 24 16,-4 1-3-1,4 16 6-15,2 16 32 0,7 15-24 16,-6 22 28-16,2 10-22 15,4 9 39-15,6 0-43 16,-6 0-13-16,6 0-2 16,-6 12-6-16,6 1 4 15,0-6-45-15,0-7 37 16,0 0-29-16,0 0 23 16,0 0-39-16,0 0 35 15,-28 24-87-15,-12 17-159 16</inkml:trace>
  <inkml:trace contextRef="#ctx0" brushRef="#br0" timeOffset="48341.31">22967 9268 326 0,'0'0'123'0,"0"0"-123"0,0 0-31 0,0 0 10 0,0 0-28 0,0 0 4 0,0-16 32 0,0 11 13 0,0 2 5 0,0 3 49 16,0 0 128-16,0 0-114 16,0 0-56-16,0 0-1 15,0 0-22-15,0 0 7 16,0 0-11-16,0 0 7 0,0 0 8 16,0 0 15-1,0 0 10-15,0 0 44 0,0 0-9 16,0-5 32-16,0-6-30 15,0-9-12-15,12-16-49 16,41-17 1-16,15-19 4 16,19-21 0-16,25-10 30 15,2-10-31-15,1 5 6 16,-10 3 1-16,-18 13-24 16,-6 4 7-16,-22 8-54 15,-3 4-193-15,-32 11-149 16</inkml:trace>
  <inkml:trace contextRef="#ctx0" brushRef="#br0" timeOffset="49141.26">22170 7651 87 0,'0'0'198'0,"0"0"-176"0,0 0 29 0,0 0 96 0,0 0-32 16,0 0 8-16,0-12 66 15,34-24-125-15,31-11-1 16,22-14-38-16,49-7 21 16,16-5-43-16,22-2 19 15,-7-2-22-15,19-7-1 16,-18-4-2-16,-7 3-45 15,-28 10-32-15,-40 22-152 16,-46 33-8-16,-38 20-220 0</inkml:trace>
  <inkml:trace contextRef="#ctx0" brushRef="#br0" timeOffset="50223.11">23640 7266 92 0,'0'0'373'0,"0"0"-281"0,0 0-66 0,0 0 9 0,0 0-35 0,0 0 11 0,34-92-8 0,-22 81 31 0,4-2-12 16,-10 13 59-16,-6 0 87 15,0-8-88-15,6 8-58 16,-6-4-13-16,6-4-18 16,0 5 3-16,-6-6 2 15,7 1 4-15,-7 4-5 16,0 4 10-16,0-7-5 16,0 7 16-16,0 0-6 0,0 0-10 15,0 0 13 1,0 0-21-16,0 0 20 0,0 0-20 15,0 11 12 1,0 21-4-16,21 8 9 0,-2 13-6 16,9-9-3-16,-16 15 9 15,4 2-13-15,-16 3 12 16,0 4-14-16,0-4 6 16,0 0-13-16,0 8-71 15,-10-3-187-15,-36-5-189 16</inkml:trace>
  <inkml:trace contextRef="#ctx0" brushRef="#br0" timeOffset="51438.85">22644 9283 56 0,'0'0'61'0,"0"0"-47"0,0 0 48 0,0 0 7 0,0 0-21 0,0 0-10 0,0 0-28 0,0-3 0 16,0 3 20-16,0 0 62 16,0 0-27-16,0 0-13 15,0 0-13-15,0 0 43 16,0 0-7-16,0 0 6 15,0 0 0-15,0 0-60 16,0-8 11-16,0-12-32 16,0 4 11-16,6-17-2 15,47-6-16-15,3-2 7 16,3-7 0-16,9-4-2 16,3-4 10-16,4-4-16 15,5-1 19-15,1-3-19 0,6 0 21 16,-6-4-22-16,-1 0 18 15,-2 0-15-15,-4 4 6 16,-12 15 0-16,-3 9-6 16,-12 4 16-16,-1 4-22 15,1 0 25-15,8 0-26 16,4-4 28-16,0 0-26 16,9-4 14-16,-9-1-4 15,3 2 1-15,-9 3-8 16,-19 15 5-16,-15 13 5 15,-7 8-13-15,-12 0 13 0,0 0-7 16,0 0-16-16,0 0-16 16,0 0-61-1,9 0-69-15,4 0 78 0,-7 0-36 16,-6 0-45-16</inkml:trace>
  <inkml:trace contextRef="#ctx0" brushRef="#br0" timeOffset="53403.68">19150 7390 271 0,'0'0'0'0,"0"0"-56"0,0 0-20 0,0 0 76 0,0 0 32 0,0 0 28 15,18-3-20-15,-18 3 5 16,0 0 16-16,0 0 26 15,0 0-79-15,0 0-8 16,0 0 6-16,0 0-6 16,0 0 7-16,0 0 69 15,0 0-24-15,0 0 11 16,0 0-10-16,0 0-8 16,0 0-10-16,0-5-34 0,0 5 23 15,0 0-15 1,0 0 41-16,0 0-6 15,0 0 38-15,0 0-46 0,0 0 1 16,0 0-30 0,0 0-3-16,0 0-8 0,0 0-9 15,0 0 11-15,0 0-18 16,0 0 18-16,0 0-3 16,0 0 3-16,0 0 4 15,0-3 14-15,0-5 13 16,13-9-15-16,21-6 0 15,6-9-3-15,22-9-22 0,3 5 25 16,10-12-24-16,12 4 17 16,-1 4-10-16,7-8 3 15,0-5 0-15,10-2-3 16,-10-1-4-16,-13 3-3 16,-8 9-35-16,-16 16 25 15,-38 9-40-15,1 14 37 16,-19 5-1-16,0 0 24 15,0 0 10-15,0 0 0 16,0 0-6-16,0 0 1 16,9 0-6-16,-9 0 15 15,6 0-28-15,0 0 11 16,1 0 0-16,5 0 0 16,-12 0 6-16,16 0 1 15,-10 0-4-15,-6 13 38 0,6-10-21 16,-6 5-5-16,6-8-3 15,-6 0-9-15,0 0 2 16,0 0 0-16,0 0-4 16,0 0 5-16,0 0 6 15,0 0-4-15,0 0-8 16,0 0 15-16,0 0-24 16,0 0 11-16,0 0 0 15,0 0-2-15,0 0 0 16,0 0 3-16,0 0 0 0,0 0-8 15,0 0 19 1,0 0-18-16,0 0 14 0,0 0-10 16,6 0 5-16,-6 0-2 15,0 0 0-15,10 0 8 16,-4 0-17-16,0 0 25 16,6 0-21-16,1 0 20 15,9 0-4-15,-4 0-1 16,29 4 26-16,2-4-23 15,10 4-11-15,-6 0 12 16,15 9-12-16,-3-6 12 16,3 5-12-16,19 0 0 15,6-4 7-15,7 0-13 0,8-4 4 16,7-4 0 0,12 5-1-16,6-5 8 0,1 3-18 15,-7 2 24 1,6-5-22-16,7 3 20 0,-7 2-22 15,0-2 12-15,-6 2-3 16,-12 2 1-16,0 1 1 16,-10 0 0-16,-6 0 2 15,-12 0-13-15,16-8 18 16,-4 0-14-16,-6 0-17 16,9-8 8-16,-9-11-14 15,-28 2 18-15,3 9 12 16,-27 5-2-16,-1 3-2 15,0 0 8-15,1 0-2 0,5 0 4 16,-5 11-9-16,-1-6 14 16,-9-2-14-16,-3 1 3 15,-16-4 0-15,4 5-9 16,-10-5 19-16,-6 3-8 16,0-3-1-16,0 0 22 15,0 0-14-15,0 0 10 16,0 0-17-16,0 0-2 15,0 0 0-15,0 5-6 16,0-5-5-16,0 0-91 16,-22 0-492-16</inkml:trace>
  <inkml:trace contextRef="#ctx0" brushRef="#br0" timeOffset="57128.32">20706 9897 97 0,'0'0'0'0,"0"0"-78"0</inkml:trace>
  <inkml:trace contextRef="#ctx0" brushRef="#br0" timeOffset="57752.1">20706 9897 175 0,'0'-8'206'15,"0"8"-35"-15,0 0-94 16,0 0-5-16,0 0 2 16,0-3-18-16,0 3 13 15,0-5-24-15,0 5 17 16,0-8-34-16,0 8 28 15,0 0-19-15,0 0-18 0,0 0-15 16,0 0-3-16,0 0 21 16,0 0-20-16,0 0 7 15,0 0 1-15,0 16-16 16,-21 9 14-16,2-1-15 16,7 16 8-16,-16-1-1 15,-6 18 0-15,-7-1 1 16,1 4-5-16,9-7 10 15,9-17-13-15,16-16 14 16,6-17-8-16,0-3 1 0,0 0-2 16,0 0-3-16,0 0-34 15,6 0 17-15,28 0 20 16,7 0-8-16,11 0-3 16,-5 0 10-16,-13 0-21 15,6 0 19-15,-6 0-14 16,-15 0 0-16,9 0 6 15,-16 0-11-15,10 0 8 16,-10 0-29-16,1 0 18 16,-7 0-1-16,16 0 22 15,-10-3 6-15,-6-9-1 0,1-4 0 16,2-1 1 0,-9 1-4-16,0-4-34 0,12 4-1 15,-12 0 5-15,0 4 10 16,0 0-23-16,0 4 46 15,0 8-2-15,0 0 3 16,0 0 14-16,0 0 29 16,0 0 23-16,-12 0-25 15,-4 32 28-15,-2 8-17 16,-4 5 14-16,3-1-48 16,7 0 6-16,3-4-7 15,9-8 2-15,0-1-16 16,0-6 1-16,0-5-8 15,0 4-49-15,9-8-73 16,3 4-224-16</inkml:trace>
  <inkml:trace contextRef="#ctx0" brushRef="#br0" timeOffset="59182.08">23587 9083 302 0,'0'0'82'0,"0"0"-59"0,0 0 75 0,0 0-24 0,0 0-13 0,0 0-32 0,0 0 66 16,0 0-5-16,0 0 9 16,0 0-58-16,0 0-22 15,0 0 4-15,0 0-6 16,0 0 16-16,0 0-28 0,0 0 7 15,0-8 1 1,12-3-15-16,35-6 4 0,-7 9 5 16,7 0-5-16,-7 0-2 15,-6 8 0-15,0 0-11 16,-15 0 4 0,2 0-19-16,-14 0 24 0,-7 5-15 15,0 23 11-15,0 3 4 16,0 5 2-16,-28-3-2 15,9-1 9-15,-3-9-18 16,10-6 22-16,12-9-24 16,0 0-10-16,0-5-33 15,28 2-16-15,18-5 42 16,-5 8 28-16,5-4 4 16,-12 4-9-16,-15 0 15 15,-13-5 17-15,-6 10-3 0,0-5 12 16,0 4-21-16,0 8 20 15,-18 8-18-15,-29 4-13 16,-6 4-1-16,-15 0 4 16,15-3-10-16,-2-10 2 15,30-7-7-15,19-16-204 16,6 0-139-16</inkml:trace>
  <inkml:trace contextRef="#ctx0" brushRef="#br0" timeOffset="60397.89">24650 7174 20 0,'0'0'436'0,"0"0"-287"0,0 0 6 0,0 0-21 0,0 0-50 0,0 0-55 0,-15 0-8 0,15 0-21 16,0 0 0-16,28-11 3 0,6 11 7 16,0-5 13-16,-15 5-17 15,2 0 2-15,-14 0-3 16,-1 0-10-16,-6 5-2 15,0 39 5-15,0 7 1 16,-6 18 1 0,-29-6-4-16,8-10-2 0,14-9-7 15,13-11 17-15,0-6-11 16,0-7 5-16,13-8 0 16,33-4-9-16,4-8 2 15,9 0 9-15,15 0 0 16,-3-23-8-16,10-13 21 0,-13 3-26 15,-21 9 11-15,-29 7-126 16,-18 17-131-16,0 0-65 16</inkml:trace>
  <inkml:trace contextRef="#ctx0" brushRef="#br0" timeOffset="86144.98">20297 17008 927 0,'0'0'112'0,"0"0"-28"0,0 0-45 0,0 0 1 0,0 0-36 0,0 0 17 0,16-12-17 0,-16 12-8 0,0 0 6 15,0 0-2-15,0 0 19 16,0 0-4-16,0 0 15 16,0 0-23-16,0 0-4 15,0 0-3-15,6 0-19 16,6 0-37-16,10-12-102 15,-4-4-131-15,-5 4 64 16,-13 8-158-16</inkml:trace>
  <inkml:trace contextRef="#ctx0" brushRef="#br0" timeOffset="-136514.82">6611 12200 461 0,'0'0'83'0,"0"0"-77"0,0 0-4 0,0 0 4 0,0 0 1 0,0 0 84 16,0 0 27-16,-103 0 21 16,85 0-114-16,12 0 18 15,6 0-22-15,-10 0 34 16,10 0-19-16,-6 0-4 16,-6 0-5-16,5 0-15 15,7 0 13-15,0 0-13 16,0 0 7-16,0-17-5 15,66 9-3-15,48-16-3 0,41-8 10 16,19 8-13-16,12 0-1 16,-6 4-4-16,-19 0-3 15,-28 0-1-15,-33-1-24 16,-32 10 15-16,-15-1-39 16,-19 7-1-16,-28-3-88 15,-6 8-138-15,0 0 48 16</inkml:trace>
  <inkml:trace contextRef="#ctx0" brushRef="#br0" timeOffset="-136014.99">7377 11754 671 0,'0'0'178'0,"0"0"-171"0,0 0-7 0,0 0 23 0,0 0 31 0,0 0-25 0,350 28 27 16,-279-28-47-16,4 0 13 16,-41 0-20-16,6 0-4 15,-15 0 9-15,-10 0-7 16,-2 20 11-16,-7 4-10 15,-6 12 28-15,0 5 3 0,0 3 8 16,-28 12-36 0,-31 12 30-16,-15 5-32 0,9 2 19 15,3 2-21 1,21-18 0-16,23-6-4 0,18-21-12 16,0-8 0-16,0-24-115 15,68 0 18-15,3-12-245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2T22:36:30.0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10499 16306 618 0,'0'0'61'0,"0"0"-15"0,0 0 45 0,0 0-16 0,0 0-38 0,0 0 34 16,0 0-16-16,-19-24-6 15,19 24 19-15,0 0-31 16,-6 0 6-16,-9 0-23 15,15 0 5-15,-13 0-24 16,-9 12 1-16,-9 24 0 16,-3 4-4-16,-6 8 0 15,12-12 1-15,3 0 1 0,4 5-1 16,21 7-2-16,0 9 3 16,0 2-7-16,0 9 7 15,52 1-2-15,17-5 2 16,-1-8-3-16,9-9-11 15,-8-9 14 1,11-10 0-16,1-9 0 0,6-11 0 16,-1-8 1-16,-5 0 2 15,-10 0 8-15,-9 0-15 16,-3-19 4-16,-6-25-1 16,3-22-4-16,-4-17 5 15,-17-14 0-15,-11-6 0 16,-24-2-4-16,0 5-2 15,-6 7 2-15,-59 9-22 16,-9 16 1-16,-13 20 7 16,-6 20 17-16,6 24 1 0,6 4 2 15,7 4 18-15,15 52-15 16,3 24-10-16,4 0-37 16,17 1-356-16</inkml:trace>
  <inkml:trace contextRef="#ctx0" brushRef="#br0" timeOffset="24295.6">9268 15159 1 0,'0'0'30'0,"0"0"14"0,0 0-8 0,0 0 234 0,0 0-129 15,0 0-72-15,-53-28 3 0,53 28 11 16,0 0-4-16,0 0-24 15,0 0-27-15,0 0-4 16,0 0 14-16,0 0-28 16,0 0 28-16,0 0-31 15,0 5 42-15,0 14-25 16,0 1 1-16,0 13-23 16,22-2 0-16,-16 10-2 15,13-2 10-15,9 2-18 16,-10 3 16-16,4 0-11 0,-3 1 13 15,-4 2-13 1,4 6 10-16,2-1-1 0,-2 7-6 16,-13-7 8-16,16 1-19 15,-16-17 25-15,-6-8-28 16,12-15 19-16,-12-5-10 16,7-8-3-16,-1 0 8 15,-6 0-6-15,0 0-1 16,15 0 4-16,-15 3 6 15,0 5 3-15,19-4 0 16,-19 0 3-16,6-4-7 0,3 0 20 16,-2 4-15-1,5 1-4-15,7-5 2 0,9 3-3 16,12 2-4 0,0-5 8-16,1 7-6 0,17 1 11 15,-11-3-16-15,-7-2 16 16,1 2-11-16,14-5 0 15,-17 0 0-15,-11 0-4 16,14 0 20-16,-13 0-21 16,-3 0 15-16,21 0-20 15,-18 0 19-15,6 0-9 16,-15 0 0-16,15 0 0 16,0 0 1-16,6 0-1 15,0 0 0-15,1 0 12 16,5 0-26-16,1 0 30 0,-1 0-20 15,-12 0 10-15,7 0-7 16,-1 0 1-16,-15-5 0 16,15 5 0-16,0-3 6 15,7-2-12-15,-1 5 17 16,7 0-18-16,-3 0 18 16,-13 0-14-16,19 0 6 15,-3 0-3-15,-13 0 0 16,6 0 4-16,-27 0-10 15,9 0 18-15,0 0-22 16,-3 0 23-16,9 0-22 16,-6 0 13-16,-4 0-8 15,4 0 4-15,0 0 0 16,-9 0-4-16,-7 0 0 16,10 0 1-16,-10 0 6 15,1 0 1-15,2-4 3 0,-9 0-2 16,7 0-1-16,-13 4-2 15,6 0-2-15,-6-3 5 16,16-5-10-16,2-1 12 16,4-3-17-16,-10-3 27 15,7-10-22-15,-10 17 13 16,-9-12-13-16,13 0 9 16,-13 12-4-16,0-8 0 0,0 0 8 15,0 8-16 1,0-9 23-16,0 2-27 0,6 2 25 15,-6 2-22 1,6-1 9-16,-6-4 0 0,0-5-3 16,0-2 14-16,0-10-22 15,0 17 26-15,0-7-27 16,0-2 28-16,0 9-28 16,0-12 16-16,0-5-8 15,0-3 0-15,0-3-2 16,0 14 6-16,0-2-1 15,0 2-2-15,0 5 6 16,0 1-5-16,0-1 8 16,-6 4-8-16,0-1 2 0,-7-2-3 15,13 2 1-15,0-7 4 16,0 1-5 0,0-6 3-16,0 1-13 0,0 4 26 15,0 16-15-15,0-8 6 16,0 11 4-16,0 2-5 15,0-5-2-15,0 0 9 16,0 8-8-16,-9 0-2 16,9 0 5-16,0 0-11 15,0-4 8-15,0 4-10 16,0 0 16-16,-6 0-6 16,-1 0 18-16,-5 0 1 15,-16 0 7-15,-6 0-20 16,-6 0-13-16,3 0 18 0,-13 0-22 15,3 0 17-15,-12-5-12 16,-9 5 4-16,-12 0-3 16,-7 0-1-16,0 0 8 15,10 0-13-15,2 0 18 16,13 0-13-16,3 0 14 16,0 0-14-16,3 0 4 15,-2 0-1-15,17 0-1 16,-11 0 2-16,11 0-5 15,-5 0 13-15,5 0-15 16,1 5 20-16,6-1-24 16,-6-4 22-16,15 0-15 15,-3 0 4-15,9 0-6 16,4 0 2-16,2 0 4 0,7 0-12 16,0 0 25-16,-9 0-16 15,2 0 8-15,-21 0-4 16,0 0-1-16,-19 0-2 15,19 0 2-15,-12 0-4 16,27 0 1-16,-3-4 2 16,10-1-7-16,-1 5 16 15,-14-8-16-15,14 8 15 16,-15 0-7-16,3 0 0 16,-2 0 2-16,5 0-5 0,3 0 6 15,7 0-11 1,-4 0 1-16,-8 0-14 0,2 0-65 15,-25 33-138 1</inkml:trace>
  <inkml:trace contextRef="#ctx0" brushRef="#br0" timeOffset="96484.59">14471 7672 532 0,'0'0'194'0,"0"0"-166"0,0 0 80 0,0 0-33 0,0 0-42 0,0 0-32 0,0 0 5 0,-34-225-5 0,34 149 5 0,0 4 88 15,6-12-9 1,6 7-32-16,22-15-36 0,-12-16-9 16,25-1-8-16,-7 1 0 15,0 8-1-15,-9 28 6 16,-3 16-10 0,-9 20 5-16,-4 20-4 0,-8 16-7 15,11 0 8-15,10 16-34 16,12 28 37-16,1 12 4 15,-7 12 0-15,-16 16-8 16,-11 8 2-16,-7 13-6 16,0 3-30-16,0-12-46 0,-19-12-125 15,-3-20-19-15,-3-7 12 16,4-26-89-16</inkml:trace>
  <inkml:trace contextRef="#ctx0" brushRef="#br0" timeOffset="96700.61">14338 7061 935 0,'0'0'0'15,"0"0"-55"-15,0 0 44 0,0 0-14 16,0 0-120-16,365 5 39 16,-290-21-145-16</inkml:trace>
  <inkml:trace contextRef="#ctx0" brushRef="#br0" timeOffset="97217.51">15460 7290 424 0,'0'0'138'0,"0"0"-97"16,0 0 74-16,0 0-34 0,0 0-9 16,0 0-19-16,-220 41-27 15,198 3 11-15,16 8-6 16,6 4 10-16,0-8-26 16,0-4-12-16,46-11 5 15,13-13-11-15,16 3 3 16,-7-15 0-16,-15 5 0 15,6-13-14-15,-19 0-3 0,-6 0-31 16,13-21-28 0,-20-19-145-16,-14 1-100 0</inkml:trace>
  <inkml:trace contextRef="#ctx0" brushRef="#br0" timeOffset="97750.1">16415 7331 304 0,'0'0'458'0,"0"0"-452"0,0 0 63 0,0 0 43 0,0 0-82 0,0 0-30 0,186 0 7 0,-164 0-16 15,-4 0-23-15,-2 0-64 16,-16 0-40-16,0 0 1 16,0-4-80-16</inkml:trace>
  <inkml:trace contextRef="#ctx0" brushRef="#br0" timeOffset="97950.3">16415 7331 810 0,'-282'-257'18'0,"310"257"-11"15,12 0 119-15,13 0-73 16,9-8-37-16,9-8-16 15,10-4-2-15,-1 0-97 0,-11 4-223 16,-11 3-196 0</inkml:trace>
  <inkml:trace contextRef="#ctx0" brushRef="#br0" timeOffset="98400.23">17423 6853 117 0,'0'0'424'15,"0"0"-345"-15,0 0 21 16,0 0 10-16,0 0-25 15,0 229-16-15,0-173-63 16,0 0 26-16,0-4-22 16,0 9 18-16,0-5-19 15,0-1-6-15,0-6-2 0,0-5 0 16,0-12-2-16,0-11-45 16,0-6-24-16,0-15-165 15,0 0-49-15,0-20-154 16</inkml:trace>
  <inkml:trace contextRef="#ctx0" brushRef="#br0" timeOffset="98999.27">17063 6789 444 0,'0'0'87'0,"0"0"-18"0,0 0 74 0,0 0-2 0,0 0-55 15,0 0-39-15,381 36-32 16,-288-27 2-16,0-6-16 16,0-3 7-16,-3 0-2 15,-31-3-2-15,6-22 2 16,-24-3 0-16,-7 0-4 16,-6-4 15-16,-16 8-17 15,-6 0-5-15,1 8 4 16,-7 12-9-16,0 4 4 0,0 0-9 15,0 0 6-15,0 0-42 16,0 0-77-16,0 0-92 16,0 0 65-16,0 12 29 15,0 4 63-15,0 0 49 16,-13-4-45-16,-15 0-116 16</inkml:trace>
  <inkml:trace contextRef="#ctx0" brushRef="#br0" timeOffset="99219.23">17792 6842 281 0,'0'0'305'0,"0"0"-225"16,0 0-10-16,0 0 11 16,-81 204-15-16,81-151-22 15,0-2-14-15,12 6-27 16,16-6 8-16,7 1-6 15,-8-3 2-15,-2-13-7 16,-3-13-5-16,9-14-53 16,3-9-170-16,0 0 8 15</inkml:trace>
  <inkml:trace contextRef="#ctx0" brushRef="#br0" timeOffset="99714.66">18127 7258 620 0,'0'0'168'0,"0"0"-57"0,0 0-57 0,0 0-47 0,0 0-7 0,0 0-2 0,0 0 1 0,0 0-13 0,0 0 4 0,0 0 10 15,0 0 13-15,0 0 29 0,-7 0-40 16,-8 0-2-16,2 0-71 16,7 0-163-16,6 0-258 15</inkml:trace>
  <inkml:trace contextRef="#ctx0" brushRef="#br0" timeOffset="100050.36">18127 7258 348 0</inkml:trace>
  <inkml:trace contextRef="#ctx0" brushRef="#br0" timeOffset="100449.45">18127 7258 348 0,'387'-272'199'0,"-387"272"-133"0,0 0-7 0,-6 0 215 15,-10 0-224-15,16 0-31 16,0 16-3-16,0 16-14 16,-6 20 21-16,6-8-7 15,0 16 4-15,0-4-11 16,-6 5-8-16,6-5 0 15,0-12 8-15,0-4-15 16,0 0 12-16,0-20-11 16,0-4 10-16,0-8-10 0,0-8 9 15,0 0-4-15,0 0 8 16,0 0-4-16,0-8 18 16,0-32-12-16,-12-12-10 15,-4-20 9-15,4 3-18 16,6 6 12-16,-1-1-3 15,7 7 0-15,0-3 0 16,0 11-8-16,0-3 17 16,0 9-19-16,7 6 20 15,20 9-17-15,4 8 7 16,16 9-8-16,3 2-9 16,15 1 9-16,3 4 1 15,-3 0-24-15,3 4 16 0,-27 0-20 16,-17 0 2-1,-2 0-96-15,-3-3-56 0,-13-2-28 16,3 2-198-16</inkml:trace>
  <inkml:trace contextRef="#ctx0" brushRef="#br0" timeOffset="101512.71">19140 6465 358 0,'0'0'210'0,"0"0"-137"0,0 0 9 0,0 0 37 0,0 0-37 0,0 0-24 0,0 0-26 0,0 0-7 0,16 0-21 16,9-8 11-16,9-8-13 15,6-1 11-15,7 1 9 0,-13 12-18 16,-16 4-4 0,-2 0-5-16,-4 0 2 0,-12 20 3 15,0 16 4-15,0 8 1 16,0 1 9-16,0-6-14 15,0-14-5-15,0 2 5 16,0-10-16-16,0 3 9 16,7-12 4-16,39-4 0 15,16-4-10-15,-3 0 11 16,15 0-5-16,-21-12-14 16,-6-12-145-16,-26 11-220 15</inkml:trace>
  <inkml:trace contextRef="#ctx0" brushRef="#br0" timeOffset="102714.57">18427 6938 171 0,'0'0'19'0,"0"0"-19"0,0 0 0 0,0 0 0 0,0 0 0 0,0 0 0 0,34 0-17 0,-34 0-8 0,0 0 25 15,0 0 46-15,0 0 32 16,0 0-21-16,7 0 64 15,-7 0-73-15,6 0-38 16,-6 0-7-16,0 0 16 16,0 0-17-16,0 0 16 0,0 0 23 15,0 0-7 1,0 0 34-16,0-8-10 0,6 0-33 16,0 0-8-16,0 0 36 15,-6 4-25-15,0-1 7 16,0 5-4-16,0 0-6 15,0-3 6-15,22-10-21 16,-3-3-10-16,15-4 12 16,-6 4-23-16,6 9 20 15,-16-1-18-15,1 8 9 16,-3 0 0-16,2 0-1 16,-2 0 1-16,2 0-3 15,16 15 7-15,1 9 3 16,-4-4 1-16,15-4 1 15,-6-3-9-15,7-6-16 0,-13-2-11 16,0-2 3-16,-15 5-30 16,-19 5-145-16,0 2-24 15</inkml:trace>
  <inkml:trace contextRef="#ctx0" brushRef="#br0" timeOffset="105810.34">25264 15945 242 0,'0'0'35'0,"0"0"-18"0,0 0-9 0,0 0 84 0,0 0 29 0,0 0-47 0,-6 36-6 0,0-31-9 15,6-2-38-15,0 2 3 16,0-2 6-16,0-3-26 15,0 0-4-15,0 0 0 16,0 0 0-16,0 0 12 16,0 0 25-16,-6 0-1 0,6 0 22 15,0 0-31-15,0 5-20 16,0-5 2-16,0 8-9 16,0-8 1-16,0 3 22 15,0-3-12-15,0 0 6 16,0 0-1-16,12 0-6 15,1 0-7-15,8 0 4 16,13 0-8-16,-15 0 7 16,0 0-12-16,8 0 1 15,1 0 5-15,-3 0-8 16,3 0 8-16,0-11-3 16,-3 11 8-16,-3-5-9 15,2-3 8-15,-2 0-3 0,12 4 3 16,-9 0-8-1,3 0-1-15,-10 4-5 16,-2 0 6-16,15 0 8 0,-3 0-10 16,6 0 12-16,-9 0-9 15,9-8 6-15,-22 8-4 16,16-3 2-16,6-2-2 16,-9 5 1-16,-3 0 0 15,6 0-3-15,-3 0 10 16,-19 0-14-16,9 0 10 15,-15-3-13-15,0-10-76 16,0-11-194-16,0-8-175 16</inkml:trace>
  <inkml:trace contextRef="#ctx0" brushRef="#br0" timeOffset="123378.21">25745 16066 74 0,'0'0'55'0,"0"0"-29"0,0 0 12 0,0 0 41 0,0 0-5 0,0 0 50 0,0 0-46 16,0 0-44-16,-19-13-25 16,7 10-6-16,12-1-6 15,0 4 2-15,0 0 0 16,0 0 2-16,0 0 79 15,0 0-4-15,0 0 8 16,0 0 13-16,0 0-62 0,0 0-14 16,0 0-18-16,0 0-2 15,0 0 3-15,0 0-6 16,0 0 14-16,0 0 3 16,0 0 0-16,0 0 9 15,-9 0 0-15,2 0-19 16,7 0 14-16,-6 0-18 15,6 0 26-15,0 0-25 16,-12 0 26-16,-4 0-23 16,10 4 4-16,-12-1-9 15,5 2 0-15,-9-5 6 16,-5 8-5-16,8 0-2 16,-9 4 8-16,-3-1-10 15,3 2 6-15,-6 3-1 16,9-4 2-16,-3 4-1 0,-6 0-3 15,9-4 1-15,4 0-4 16,-13 7 8-16,9-2-14 16,-9 3 18-16,6 9-18 15,3-2 7-15,9 10 2 16,4-1-4-16,6 8-1 16,6 3 5-16,-6 6-5 15,-10-1-2-15,16 0 14 16,-18-4-12-16,18-7 14 15,-7-5-5-15,7-5-4 16,0 2 0-16,7-2-2 0,45 5-6 16,1-3 5-1,9-1-8-15,3-8 0 0,-3-3-7 16,-3-6 8-16,9 1-30 16,4-8 28-16,14 0-20 15,10 4 9-15,-9 1 1 16,6 2-21-16,-18 6 34 15,-4-5-11-15,-3-1 13 16,-15-7 7-16,-13-3-8 16,1-5 8-16,-7 0-36 15,6-36 21-15,-9-13-36 16,3-3-40-16,0 4 12 0,-6 4 61 16,-9 8 9-1,9 0 9-15,-10-5 0 0,-2-7 12 16,-4-20-12-1,-12-8-1-15,0-12-8 0,0-9-73 16,0 17-69-16,-22 28 66 16,-30 16 85-16,5 21 53 15,-12 15 110-15,-3 0-121 16,-12 7-42-16,-13 17-20 16,-6 8-84-16,-6 8-240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2T22:39:04.0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3950 2948 327 0,'0'0'117'0,"0"0"-59"0,0 0 17 0,0 0-55 0,0 0-1 0,0 0-6 0,0 0-9 16,-21-81 10-16,8 73-9 16,13 8 27-16,0-4-5 15,-15 4 22-15,15 0-9 16,-13 0 38-16,13 0-10 15,-6-4-55-15,6-1 2 16,-12-2-15-16,5-1 5 16,-2 4 5-16,-3-4-18 15,12 4 20-15,-6-1-12 16,6 2 0-16,0-2 0 16,-7-2-2-16,-8 3 5 15,2 0-3-15,1-4 2 16,6 3 27-16,6-3-27 15,0 8 17-15,0-3-19 0,-9 3 8 16,9-4 0-16,0 4-4 16,0 0-4-16,0 0 1 15,0 0-9-15,0 0 15 16,0 0-15-16,0 0 13 16,0 0-19-16,0 0 17 15,49 0-3-15,-2 0 0 16,5 4 0-16,13-1-8 15,4 10 16-15,-1-10-19 0,3 2 27 16,-9 3-28-16,3-8 24 16,-12 7-16-1,3-2 4-15,-10-5 0 0,1 0 0 16,18 0 2 0,-9 0 9-16,-3 0-9 0,5 0 17 15,-2 0-15-15,-9 0 16 16,-7 0-15-16,-9 0 8 15,-3 0-10-15,0 0-2 16,-10 0 8-16,4 0-2 16,3 0 4-16,3 8-4 15,6-4 17-15,-3 0-21 0,3 0 5 16,-6-4-8-16,-9 0 0 16,-4 0 0-16,-2 0 8 15,-7 0-9-15,-6 0 11 16,0 0-12-16,0 0 16 15,0 0-17-15,0 0 9 16,0 0-4-16,0 0-2 16,0 0-1-16,12 0-4 15,4 0 10-15,-4 0-13 16,7-8 14-16,-4-1-12 16,4 1-13-16,-4 5 17 15,10-1-14-15,-13 4 12 16,4 0 4-16,3 0-1 15,-13 0-6-15,9 0 14 16,-9 0 2-16,1-4-7 0,-7 4 11 16,6 0-9-16,0 0 9 15,-6 0-12-15,16 0 5 16,-4 0 12 0,16 0-10-16,3 0 0 0,15-12-4 15,4-1 11-15,-13 6-7 16,4-6-12-16,-20 5 4 15,-2 5-8-15,-4-5 3 16,-15 3-3-16,7 5 4 16,-1-3-10-16,6-6 6 15,10-19-65-15,-10-4-104 16,-12 1-467-16</inkml:trace>
  <inkml:trace contextRef="#ctx0" brushRef="#br0" timeOffset="1399.28">5132 1736 31 0,'0'0'318'16,"0"0"-318"-16,0 0 81 0,0 0 62 0,0 0-81 0,0 0-19 0,0 0-9 0,0 0 9 16,0 0-43-16,6 0 7 15,-6 0 62-15,15 0 23 16,-8 0-21-16,-1 0-42 15,6 0-3-15,1-3-25 16,21-10 5-16,0-12 6 16,12-11-18-16,7-7 6 15,3 3-6-15,-31 7-26 0,2 18-48 16,-14 2-1-16,-7-7-35 16,-6 4 5-16,0 8-147 15</inkml:trace>
  <inkml:trace contextRef="#ctx0" brushRef="#br0" timeOffset="1618.67">5132 1736 293 0</inkml:trace>
  <inkml:trace contextRef="#ctx0" brushRef="#br0" timeOffset="1798.65">5132 1736 293 0,'-168'-64'79'0,"190"64"-79"0,3 0 0 16,9 0 256-16,0 0-178 15,-15-13 0-15,2-10 17 0,-2 7-28 16,3-17 6 0,-4 22-64-16,10-9 1 0,-9 7-9 15,9-7-1-15,-10 9 0 16,-2-6-9-16,-4 1-17 16,7 0-64-16,9-16-60 15,6 4 7-15,-22-8-86 16,-6 0-163-16</inkml:trace>
  <inkml:trace contextRef="#ctx0" brushRef="#br0" timeOffset="2998.07">5786 581 116 0,'0'0'213'0,"0"0"-88"0,0 0-1 0,0 0-76 0,-31-4 5 0,31 4-50 0,0 0 23 0,0 0-15 15,-9 0 4-15,-4 36 23 16,1 24 61-16,-16 16-21 15,9 20-73-15,-9-11 3 16,10-5-2-16,18-12-12 16,-10-11 4-16,10-9 2 0,-6-12 0 15,6-9 1-15,0-7-8 16,0-3 4-16,6-1 2 16,44-8 2-1,9 0-5-15,0-8 14 0,15 0-20 16,-5 0 6-16,-23-24-17 15,1 12-4-15,-1 12-1 16,-18-5-6-16,-16 5-15 16,-12 0 40-16,13 0 4 15,-13 0-5-15,6 0 16 16,0 0-7-16,-6 0 8 16,9 0 24-16,-9 0 5 0,0-11-13 15,7-6-9-15,-7-2-8 16,0 7 0-16,0 7-6 15,0 2 17 1,0-2-16-16,0-6 15 0,0 3-18 16,0-9 0-16,0 1-4 15,-16 9 8-15,-2-6-11 16,11 13 16-16,1-3-1 16,6 3 3-16,0 0 10 15,0 0-21-15,-6 0 7 16,6 0 9-16,-9 0-11 15,9 0 11-15,0 0-13 16,0 0 20-16,0 0-18 16,-7 3-1-16,7 38 5 15,0 7-6-15,0 16 3 0,0-16 0 16,0 12-6-16,0 0 6 16,7-8-13-16,8 17 18 15,-9-13-5-15,7 0 1 16,-1-12-1-16,4-16 28 15,-10 0-14-15,0-20-20 16,0-8-1-16,10 0-8 16,-10 0-4-16,13 0 1 15,-7-8-37-15,10-16 2 16,-10 3-203-16,-12 2-230 16</inkml:trace>
  <inkml:trace contextRef="#ctx0" brushRef="#br0" timeOffset="18067.41">8242 2791 22 0,'0'0'187'0,"0"0"-95"0,0 0 27 0,0 0-38 0,0 0-32 0,0 0-10 0,0 0-16 15,0 0-22 1,-22 0-2-16,22 0 10 0,0 0-9 15,0 0 11-15,0 0 48 16,0 0 0-16,0 0 28 16,0 0-56-16,0 0-23 15,0 0 31-15,0 0-29 16,0 0 10-16,0 0-20 16,0 0 29-16,0 0-20 15,0 0 12-15,0 0-10 0,0 0 5 16,0 0-2-1,0 0-14-15,0 0 11 0,0 0-9 16,0 0 10-16,0 0-5 16,0 0 10-1,0 0-16-15,0 0 11 0,0 0 4 16,0 0-11-16,0 0-5 16,0 0-10-16,22 0 4 15,15 0 12-15,19 0 0 16,3 0-4-16,9 0 21 15,-3 0-18-15,9 11-1 16,7 2 8-16,12-1-8 16,12-8 2-16,10-4 1 15,12 0-12-15,7 0 13 0,-7 0-3 16,-13 0-2-16,-2-4 6 16,-31-4-3-16,-13 4-6 15,-15 4 7-15,-1 0-5 16,16 0 11-16,-2 0-10 15,14 0 10-15,-12-8-11 16,7 3 7-16,-16 2-4 16,-19-1-4-16,-6 4 4 15,-28 0 3-15,1-4-6 16,-7 4 10-16,0 0-24 16,0 0 12-16,0 0-2 15,12 0-24-15,-6 0 12 16,16-4-26-16,-4 4-54 0,-8 0-38 15,-10 0-207-15</inkml:trace>
  <inkml:trace contextRef="#ctx0" brushRef="#br0" timeOffset="22815.28">8722 7672 223 0,'0'0'0'0,"0"0"-2"0,0 0 2 16,0 0 36-16,0 0 27 0,0 0 75 0,0 0-85 0,19 0 4 0,-19 0-5 0,0 0 28 0,0 0-18 15,0 0-6-15,0 0-37 16,0 0 11 0,0 0-11-16,0 0-17 0,0 0 16 15,0 0-6-15,0 0 23 16,0 0-22-16,0 0 39 15,0 0-29-15,0 0-4 16,0 0-19-16,6 0 2 16,16 0-5-16,-4 0 7 15,10 0-8-15,-9 0 10 16,-4 0-7-16,4 0 5 16,-13 0 5-16,10 0-7 15,-4 0 10-15,7 0-11 0,15 0 0 16,0 0-1-16,12 0 8 15,1 0-13-15,6 0 15 16,-7 0-16-16,-12 0 14 16,13 0-16-16,-19 0 16 15,6 0-8-15,-22 0 8 16,10 0-6-16,-4 0 8 16,1 0-10-16,15 0 17 15,-6 0-17-15,12 0 8 16,13 3-6-16,-13 2-3 15,7-5 3-15,-7 0 0 16,1 0 5-16,-14 0-3 16,11 0-5-16,-10 0 8 15,12 0-11-15,-12 3 9 16,-3 6-10-16,2 2 8 0,14-3-3 16,-7 1 8-16,6-5-8 15,-9-4 0-15,10 0 2 16,5 0-2-16,-6 0 3 15,1 0-3-15,-1 0 4 16,-6 0-8-16,0 0 9 16,-3 0-4-16,9 12 8 15,-5-4-8-15,-7-5-1 16,12 2 6-16,-15-1-5 16,3-4 4-16,12 8-9 15,-12-4 5-15,-3-4-1 16,15 0 0-16,-12 0 1 15,18 0-3-15,-12 0 4 16,7 0-5-16,-4 0 9 0,-9 0-11 16,6 0 8-16,-6 7-4 15,-3 1 2-15,3-3 0 16,-16 3-1-16,16-8 1 16,-3 4-5-16,3-4 12 15,-1 0-11-15,-14 0 10 16,12 0-12-16,3 0 9 15,-1 0-8-15,-2 0 5 16,3 8-1-16,0-8 0 16,-3 12 5-16,3-12-8 15,12 0 11-15,0 8-16 0,1-4 15 16,-10-4-10 0,3 0 3-16,0 0 0 0,0 0 0 15,-9 0 3-15,3 0 5 16,0 0-6-16,3 0 1 15,3 0 8 1,0 0-16-16,6 0 8 0,1 0-5 16,-17 0 2-16,4 0 0 15,0 0-1-15,-3 0 6 16,15 0-6-16,7 0 7 16,-7 0-3-16,0 0-1 15,7 0 4-15,9 0-5 16,-10 0-1-16,1 0 0 15,-1 0 6-15,1 0-9 0,-1 0 10 16,13 0-9-16,3 0 9 16,-9 0-13-16,6-4 11 15,-3-4-5-15,-10 8 0 16,1 0 1-16,-1 0-2 16,-12-4 3-16,13 4 5 15,-7-8-2-15,-6 8-4 16,19 0 5-16,6-8-8 15,-6 8 2-15,-4 0 0 16,-12-4-4-16,4 4 8 16,-7 0-13-16,6 0 19 15,0 0-18-15,1-8 20 16,-1 3-20-16,6-3 12 0,-11 8-5 16,11 0 1-16,-12 0-2 15,-15-7 2-15,9 7 0 16,-3 0-2-16,-4 0 11 15,4-4-16-15,3-4 14 16,12 4-10-16,1-4 3 16,5 0-1-16,-12 8-2 15,0 0 6-15,-3-5-6 16,-9 5 11-16,-10-7-14 16,23 7 15-16,-17 0-18 15,10 0 18-15,6 0-9 16,6-4 0-16,-5 0 0 15,11-1-3-15,-6 5 8 0,-9 0-17 16,3 0 26-16,1 0-18 16,-8 0 9-16,-2 0-6 15,16 0 3-15,-13 0-2 16,3 0 0-16,3 0 0 16,-6-3 0-16,6 3 4 15,-10 0 4-15,11 0-3 16,-8 0 1-16,-2 0-5 15,3 0 2-15,-9 0 0 16,2 0-2-16,-2 0-1 16,-3 0 7-16,-4 0-12 15,7 0 12-15,2 0-9 0,-2 0 4 16,-4 0-2 0,-8 0 4-16,11 0-4 0,-18 0 0 15,6 0-5-15,-6 0-3 16,0-5-28-16,0 2 1 15,0-5-82-15,0-1-302 16</inkml:trace>
  <inkml:trace contextRef="#ctx0" brushRef="#br0" timeOffset="52005.48">22824 15355 251 0,'0'0'325'0,"0"0"-325"0,0 0 14 15,0 0-10-15,0 0 12 16,0 0 14-16,0 0 30 15,0 0 40-15,0 0 4 16,0 0-42-16,0 0 3 16,0 0-48-16,0 0-2 15,0 0-12-15,0 0 19 0,0 0-8 16,0 0 25 0,6-3-21-16,22-30 6 0,25-6 0 15,21-10-22-15,1 1-2 16,-10 1 11-16,-3 6-24 15,-16 9 11-15,1 0-2 16,-19 8-18-16,-16 7-6 16,1 6-28-16,-13-1 11 15,0 4 9-15,0 0-42 16,0 0-19-16,0-1-50 16,0 6 127-16,-7 3-25 15,-20 0-46-15,-4 0 30 0,-19 3-67 16,3 17 95-16,16-7 14 15,-9-1 17-15,12-4 4 16,0-8 15-16,22 3 7 16,0-3 63-16,6 0 15 15,0 0 1-15,0 0 8 16,0 0 31-16,0 0-42 16,0 0-57-16,0 0 11 15,0 0-35-15,0 0 9 16,0-7-23-16,0-9 12 15,6 16-15-15,-6 0 11 16,0 0-5-16,0 0 1 16,0 0-9-16,0 0-14 15,-25 0 0-15,-15 23-40 0,-7-6 39 16,7 7 11-16,12-16 4 16,28-4 8-16,0-4 15 15,0 0-5-15,0 0-18 16,0 0-3-16,0-17-18 15,22 6 21-15,-10 3 0 16,-12 8 15-16,0 0 2 16,0 0 17-16,0 0-12 15,0 0-19-15,-12 16-3 16,-28 0-34-16,18-4 6 16,10-8 2-16,12-4 22 0,0 0-19 15,0 0 0 1,24-36-15-16,26-16 38 0,-19 3 1 15,-3 10 3-15,-28 14 24 16,0 9 0-16,0 16 7 16,-28 0-23-16,-25 0-12 15,1 32-2-15,11 1-34 16,19 3-46-16,10-16-306 16</inkml:trace>
  <inkml:trace contextRef="#ctx0" brushRef="#br0" timeOffset="53305.25">22303 15729 171 0,'0'0'161'0,"0"0"-107"0,0 0 41 0,0 0-21 0,0 0-31 16,0 0-43-16,28-20 0 16,-22 12 12-16,7 0-2 15,-7-4 22-15,22-1-7 16,-22 10 31-16,-6 3-25 15,0 0 23-15,0 0 66 16,0 0-48-16,0 0-25 0,0 0-28 16,0 0-13-16,0 3 6 15,0 30-6-15,0 11-2 16,-34 8 0-16,-6 4 1 16,-7 4-5-16,7 0 0 15,3-8 4-15,9-11-5 16,15-5 4-16,4-16-6 15,9-12 1-15,0 0 2 16,0 0-23-16,9-8 21 16,38 0-2-16,5 0 4 15,1 0 0-15,0 0-6 16,3 0 5-16,-16 0 2 16,-15 0-10-16,-10 0 17 15,-2 0-15-15,-13 0 8 0,6-5-1 16,6 5 0-16,4 0 1 15,2-11-7-15,4 11 5 16,-3-12-3-16,-1-4-16 16,10 4 6-16,-22-4-23 15,10 3 15-15,-16-2 2 16,6-6 11-16,-6-2-2 16,0 7-39-16,0-9-57 15,0 9-33-15,0 1 78 16,0 10-23-16,0 5 71 15,0 0 14-15,0 0 81 16,0 28 5-16,0 16-14 16,-34 17 85-16,-6 3-46 15,6 4-58-15,9-4-46 16,-3-12-4-16,9-4 1 0,19-15-8 16,0-10 6-16,0-7-4 15,0 1-12-15,0-9-35 16,0-8-38-16,0 0-197 15</inkml:trace>
  <inkml:trace contextRef="#ctx0" brushRef="#br0" timeOffset="54738.27">22402 10503 323 0,'0'0'356'0,"0"0"-325"0,0 0 12 0,0 0 70 0,0 0-18 0,0 0-89 0,-12-16 7 15,12 16-11-15,0 0-2 16,-6 0 16-16,6 0 14 16,-13 20 5-16,-14 16-35 15,-1 13 11-15,-19 10-4 16,1 1-8-16,-1 4 10 15,13-7-18-15,-13-13 14 16,23 1-5-16,-10-9 0 0,6 0 6 16,3 0-15-16,9-13 18 15,16-2-20-15,0-9 4 16,0-4-8-16,16 0-26 16,30-5 6-16,7 5 1 15,0-3-2-15,-19-5 23 16,-6 7 5-16,-10-7 0 15,4 8 16-15,-10-8-14 16,1 0 14-16,2 0-16 16,10 0-12-16,-12 0-1 15,8-8 20-15,-2-7 2 16,3 2-9-16,-10 2 16 16,-6 7-13-16,-6-9 11 15,0 5 5-15,0-4-6 0,0 1-1 16,6-5-4-16,-6 7-3 15,10-7-3-15,-10 13-28 16,0-2 30-16,0 5 8 16,0 0 24-16,0 0 19 15,0 0 21-15,0 0-40 16,0 8-6-16,-16 25-21 16,-24-2 1-16,9 18 4 15,-3-1-4-15,0-1 23 16,0 2-19-16,15-1 4 15,-9-7-8-15,22-2 1 16,6-6-3-16,0-10-26 16,0 6-39-16,0-6-181 15,0-7-123-15</inkml:trace>
  <inkml:trace contextRef="#ctx0" brushRef="#br0" timeOffset="56103.41">26870 10318 394 0,'0'0'168'0,"0"0"-150"0,0 0-6 0,0 0 32 0,0 0 71 0,0 0 42 0,0-16-61 16,0 16-38-16,0 0-1 16,0 0-23-16,-27 8 1 0,-1 20-32 15,3 13-2-15,-15 3 1 16,5 4-2-16,-5 16 0 15,6-7-1-15,9-10-4 16,-9 6 10-16,22-9-10 16,2-13 1-16,10-6 3 15,0-6-42-15,0-6-6 16,10-1 30-16,27-8 5 16,-3 3 1-16,19-2 3 15,-13-2 4-15,-12 2 8 16,0-1-13-16,3-4 13 15,-3 0-9-15,6 0-9 16,-9 0 4-16,9 0-1 0,-19 0 1 16,-2 0 11-16,-7 0-5 15,0 0 1-15,0 0 10 16,10 0-10-16,-4 0-4 16,1-9-63-16,8-10-23 15,-8-6-1-15,5-3 37 16,-8 20 34-16,-10 0 21 15,0 8 8-15,0 0 18 16,0 0 7-16,0 0 2 16,0 8-22-16,-16 13-6 15,-2-6-2-15,-10 10 2 16,9 3 44-16,-9 8 5 16,3 8 24-16,-3 8-3 15,-6 9-17-15,0-6-34 0,9 1-3 16,-3-12-19-16,10-3 0 15,-4-1-4-15,16-16 4 16,6 1-2-16,0-9-99 16,0 7-167-16,0 1-325 15</inkml:trace>
  <inkml:trace contextRef="#ctx0" brushRef="#br0" timeOffset="57266.77">26300 14718 557 0,'0'0'54'0,"0"0"-45"15,0 0 33-15,0 0-12 0,0 0 37 0,0 0 7 0,-59 89-13 0,31-66-27 0,-6 6 25 0,-3 2-21 16,-3 10-1-16,-1 3-15 16,20-12-14-16,8 4-8 15,13-12-1-15,-12-8 1 16,12-8-18-16,0-4 13 15,0 8-18-15,25-12 23 0,21 0 1 16,16 0 1 0,-3 0-4-16,0 0 2 0,-3 0-2 15,-10 0-32-15,-12 0 12 16,-3 0-27-16,-3 0-7 16,-15 0-1-16,-13 0 44 15,0 0 13-15,0 0 6 16,0 0 52-16,0 0-38 15,0 0-20-15,0 0-6 16,0-12-19-16,0 4-38 16,0-9 50-16,0-2 13 15,0 7 4-15,0 4-1 0,0 3-1 16,0 5 49 0,0 0-15-16,0 0-36 0,0 0 2 15,0 25-2-15,0 11 0 16,-25 13 35-16,-9-2 47 15,6 14-55-15,-3-2-3 16,3 1-18-16,0-7 8 16,16-9-11-16,5-11 6 15,7-14-9-15,0-2-14 16,0-14-49-16,0-3-171 16,0 0-125-16</inkml:trace>
  <inkml:trace contextRef="#ctx0" brushRef="#br0" timeOffset="58650.18">24182 12324 328 0,'0'0'29'0,"0"0"-1"0,0 0 30 0,0 0 10 0,0 0 0 0,0 0-12 0,0-5 38 0,0 5 9 0,0 0-11 0,0 0-42 16,0 0-1-16,0 9-49 16,0 7 6-16,0 8-3 15,0 4 4-15,-28 8 14 16,10 4-12-16,-10 0 38 15,15 0-21-15,-15 1-14 16,10-10-2-16,-4-2-12 16,22-9 2-16,-6-4 0 15,6-12-2-15,0 4-9 16,0-8-2-16,0 0-19 0,0 0 29 16,0 0 3-1,0 0-14-15,0 0 18 0,0 0-8 16,0 3 3-1,6 2 0-15,16 3 1 0,24-4-2 16,-5 4 0-16,-1-4 4 16,-6 0-4-16,-9-1 10 15,3-3-16-15,-16 0-3 16,-6 0 0-16,1 0 2 16,-7 0 5-16,0 0-2 15,0 0 12-15,0 0-15 16,0 0 20-16,0 0-19 15,0 0 11-15,15 0-6 16,-9 0 0-16,-6 0-5 16,0 0-1-16,0 0 8 15,0 0-7-15,0 0 16 16,0 0-9-16,0 0 9 0,0 0-7 16,0 0 4-16,0 8 0 15,0 9-2-15,0 2 7 16,0 11 11-16,-21-7-19 15,14 5 12-15,-11 4-6 16,12-4 10-16,-16-3-11 16,16-1 14-16,6-9-19 15,-6-7-2-15,6-3 0 16,0-2-42-16,0 6 1 16,0-9-26-16,0 11-126 15,6-11-80-15</inkml:trace>
  <inkml:trace contextRef="#ctx0" brushRef="#br0" timeOffset="60465.35">25714 13243 69 0,'0'0'50'0,"0"0"-50"0,0 0 0 0,0 0 1 0,0 0-1 16,0 0 5-16,12-81 66 16,-5 77 8-16,-7 0 20 15,0-9 5-15,0 13 9 16,0-3-32-16,0-2 19 0,0 5-21 15,0 0-41 1,0 0-36-16,0 0 0 0,0 0 5 16,0 0-4-1,0 0-1-15,0 0 15 0,0 0 59 16,0 0-26-16,0 0 1 16,0 8-22-16,-19 13-20 15,-31 11-9-15,13 4 0 16,-19 5-1-16,10-10 1 15,-7 1-5-15,19-7 11 16,15-5 3-16,-2-4-8 16,21-4 1-16,0-4-2 15,0 0-8-15,0 0-14 16,34-5 3-16,6 6 3 16,19-9 4-16,3 0 4 0,-15 0 11 15,5 0-7 1,-11 4 0-16,-1 3 2 0,-12 6 0 15,-10-1-2-15,10-8 4 16,-22 0-6-16,7-4 0 16,-7 0-38-16,0 0 39 15,-6 0 5-15,0 0 0 16,16-8 3-16,-16 0 21 16,6-4-22-16,0 4-2 15,16-9-2-15,-10 9-35 16,1 0-21-16,-1 8-34 15,-12 0 15-15,0 0 38 16,0 0 39-16,0 0 89 0,0 0-33 16,0 0 9-16,0 0-25 15,-12 16-16-15,-13 17-19 16,-25-2 17-16,19 14-7 16,3-9-1-16,10-4-14 15,-10-7 5-15,28-10-4 16,0 1 1-16,0 0-4 15,0-8-5-15,0 12-19 16,0-7-102-16,0-13-105 16,0 0-420-16</inkml:trace>
  <inkml:trace contextRef="#ctx0" brushRef="#br0" timeOffset="86959.87">21382 6693 173 0,'0'0'110'0,"0"0"112"0,0 0-66 0,0 0 44 0,0 0-65 0,0 0-86 0,0 0 2 16,0-8-20-16,0 4-8 16,0 4-20-16,0 0 7 15,0 0 0 1,0 0 26-16,0 0-11 0,0 0 3 15,0 0-6-15,0 0-20 16,0 0 14-16,0 0-15 16,0 0 34-16,0-4-29 15,0-20 25-15,0-4-25 16,0-16 10-16,0-13-12 16,0-10 3-16,0-13-7 15,25-1-2-15,-3 13-9 16,3 12 7-16,-4 7 0 15,-8 18-12-15,-13 11 2 16,21 7-11-16,-21 13 11 0,13 0-8 16,-1 0-6-16,16 41 22 15,-3 11 6-15,-3 12-7 16,-16 4 5-16,-6 4-2 16,0 1-5-16,0-1 6 15,0-8-4-15,0-4-12 16,0-8-14-16,-13-12-77 15,-8-8 43-15,8-11-45 16,-21-18-26-16,-12-3-43 16,5 0-175-16</inkml:trace>
  <inkml:trace contextRef="#ctx0" brushRef="#br0" timeOffset="87193.15">21249 6432 700 0,'0'0'348'0,"0"0"-338"0,0 0 3 0,0 0-15 0,0 0 4 0,0 0 3 16,214 0-1-16,-161 0-3 15,-13 0-1-15,-9 0-16 16,-9 0-8-16,-16-3-146 15,16 3-116-15,-10 0-137 0</inkml:trace>
  <inkml:trace contextRef="#ctx0" brushRef="#br0" timeOffset="87558.4">22037 6568 517 0,'0'0'177'16,"0"0"-142"-16,0 0 115 15,0 0 1-15,0 0-112 16,0 0-23-16,213 0-14 16,-178 0-2-16,-4 0-3 15,3 0-31-15,-13 0 4 16,-8 0-131-16,-13 0-84 0,0 0-23 15,0 0 8-15</inkml:trace>
  <inkml:trace contextRef="#ctx0" brushRef="#br0" timeOffset="87743.18">22037 6568 206 0,'105'-168'734'15,"-105"168"-681"-15,0 0 8 16,9 4 17-16,16-4-42 16,15 0-24-16,7 0-12 15,6 0-46-15,2 0-93 0,-2-12-306 16</inkml:trace>
  <inkml:trace contextRef="#ctx0" brushRef="#br0" timeOffset="90156.73">23100 6311 181 0,'0'0'223'0,"0"0"-214"0,0 0 69 0,0 0 18 0,0 0-51 0,0 0-10 0,-108 13 8 0,108-13-32 0,0 4 1 0,0 0-9 16,0-4 77-16,0 4-10 15,0-4-28-15,0 5-24 16,0-2 31-16,0-3-13 16,0 8-16-16,0 4-3 15,0 1 0-15,0 6 20 16,0-7-32-16,34 9 9 0,-16-9-5 15,16-12-14-15,-12 8 12 16,-3-8-3-16,2 0-4 16,4 0 4-16,22-33 21 15,15-11-14-15,-3-8 7 16,3 0-12-16,-16 8-11 16,-15 8 9-16,-9 12-8 15,-16 4-3-15,-6 4-1 16,0 3 8-16,-6 9-36 15,-47 4 9-15,-3 0 19 16,-9 9 1-16,-22 38 4 16,7 17-9-16,12 5 24 15,21-5-9-15,22-12-3 0,4-16-5 16,21-8 5-16,0-15-22 16,0-2 18-16,0 1-23 15,34 4 27-15,6-3 0 16,-6-1 1-16,-3 8-1 15,-9-1-1-15,-4-2 1 16,10-5 1-16,-9 3-1 16,-4-2 8-16,20-1-24 15,5-4 16-15,13 0-1 16,5-8-53-16,17 0-145 16,-22 0-63-16,-7 0-259 15</inkml:trace>
  <inkml:trace contextRef="#ctx0" brushRef="#br0" timeOffset="91039.29">23754 5715 422 0,'0'0'172'0,"0"0"-61"0,0 0 1 0,0 0-33 0,0 0-43 0,0 0 2 0,-21-24-27 0,36 15 22 15,10 1-25-15,3 5 1 16,12-5-4-16,-6 8-8 16,-15 0 3-16,-19 0-18 15,0 11-5-15,0 25 3 0,0 5 19 16,-19 3 1-1,-37-4 3-15,19 4 0 0,3-12 23 16,19 0-21 0,15-12-5-16,0-12-5 0,0-8-30 15,34 0 35-15,28 0-18 16,-10 0 2-16,1-8-24 16,-13-1-2-16,-12 9-120 15,-21 0-49-15,-7 0-188 16</inkml:trace>
  <inkml:trace contextRef="#ctx0" brushRef="#br0" timeOffset="91688.92">24102 6472 569 0,'0'0'45'0,"0"0"-39"0,0 0 12 0,0 0-17 0,0 0 14 15,0 0-12-15,52 65 6 16,-30-53 4-16,-3-12-13 15,-13 8 57-15,3-8-18 16,4 0 29-16,-1 0-2 16,16-20 18-16,12-24-44 15,-9-13-7-15,3-2-21 16,-12-10-12-16,-16-3 10 16,13 3-5-16,-10-3 2 0,3 5 0 15,1 2-6-15,-1 9 4 16,-2 8-10-16,-4 4-1 15,-6 11 5-15,18 14-3 16,4-1-14-16,-10 15 18 16,1 5-13-16,9 0 4 15,18 0 18-15,19 0 10 16,34 0-6-16,9 0 7 16,-3 0-20-16,1-3-2 15,-7-5-30-15,-13 8-56 0,-5 0-50 16,-29 0-10-1,-18 0 29-15,-28 0-197 0</inkml:trace>
  <inkml:trace contextRef="#ctx0" brushRef="#br0" timeOffset="92404.1">24709 6087 163 0,'0'0'276'0,"0"0"-160"0,0 0-28 0,0 0 54 0,0 0 39 0,0 0-129 0,22-8-51 0,9 4 12 0,-3-4-25 16,25 5 24-16,2 3-20 15,-14 0 8-15,-10 0-2 16,-3 0-8-16,-16 8 0 15,-12 23 10-15,0 2 4 16,0-5 16-16,-6-4-14 16,-22-9-10-16,9 6 6 15,7-6-4-15,6 2-1 16,6-5-8-16,0-5-17 16,0-2-62-16,0 3 16 0,18-4 59 15,-5 0 8-15,-13 0 12 16,0 0-5-16,0 3 0 15,0 10 32-15,0-1 47 16,0 17-34-16,-25-6-1 16,-9-2-29-16,6-5-3 15,3-4-7-15,-3-9-10 16,0 6-51-16,4-13-140 16,2 0 15-16,-3 0-251 15</inkml:trace>
  <inkml:trace contextRef="#ctx0" brushRef="#br0" timeOffset="93087.12">22691 7018 144 0,'0'0'44'0,"0"0"-40"0,0 0 74 0,0 0 117 15,0 0-55-15,0 0-8 16,0-16 39-16,0 16-90 15,0 0-52-15,6 0-20 16,28-5-7-16,41 5 7 16,24 0 18-16,22 0-11 15,24 0 6-15,23 0 2 0,21-3-18 16,-15-2-6 0,-16-3 5-16,-9-3-8 0,-22 7 11 15,-34-1-13-15,-19-3 13 16,-21 5-16-16,-13 3-17 15,-12 0-28-15,-3 0-47 16,-3 0-182-16,2 0-63 16</inkml:trace>
  <inkml:trace contextRef="#ctx0" brushRef="#br0" timeOffset="93953.39">23726 7163 89 0,'0'0'500'0,"0"0"-500"0,0 0 0 0,0 0-4 0,0 0-8 16,0 0 8-16,-24 0 4 15,24 0 0-15,0 0 40 16,0 0 33-16,0 0 44 16,0 0-3-16,0 0-87 15,0 0-22-15,0 8 7 16,0 3-12-16,0 1 8 0,0 9-3 15,0-1-6-15,-16 3 10 16,4 9-11-16,-7 1 4 16,10 3 0-16,3-5-1 15,6-6 4-15,0-5-10 16,0-8 15-16,0-8-21 16,0 4 11-16,0-4-11 15,27-4 4-15,26 0 7 16,9 0 0-16,-9 0 4 15,0 0-9-15,-19 0-42 16,6 0-6-16,-15 0 3 16,-10-4 47-16,-8-4 2 15,-7-4 1-15,6 0 4 0,0-4-4 16,-6 4 0 0,0 0 0-16,0 0 0 0,0 0 5 15,0 0-12-15,0 4-26 16,0 3 30-16,0 2 3 15,-6 3 29-15,-7 0 52 16,-2 0 1-16,2 0-66 16,7 0-9-16,-6 28-14 15,-4 16 14-15,-2 3-6 16,12 19 21-16,-16 1 23 16,3 5-14-16,-2-7 24 15,8-14-29-15,7-10-25 0,0-17 2 16,6-12-3-1,0-12-29-15,0 0-94 0,0 0-312 16</inkml:trace>
  <inkml:trace contextRef="#ctx0" brushRef="#br0" timeOffset="107826.31">16195 12280 996 0</inkml:trace>
  <inkml:trace contextRef="#ctx0" brushRef="#br0" timeOffset="140363.01">23354 5234 646 0,'0'0'0'0,"0"0"-75"0,0 0 75 16,0 0 62-16,0 0-20 0,0 0 77 0,-136 0 26 15,111 0-60-15,-15 0-59 16,6 0 36-16,-19 0-2 16,0 0-32-16,-3 0-17 15,-2 0-8-15,-1 0-5 16,-10 0 13-16,1-5-9 16,-3 5-1-16,-16-8 2 15,6 8 6-15,-5 0-9 16,-7 0 14-16,-16 0-12 15,10 21 9-15,-16 10-5 16,3 13-12-16,10-3 4 0,3-1 2 16,12-4-13-16,7 8 9 15,-1 0-8-15,0 8 12 16,1 12-4-16,-7 0 8 16,16 8-9-16,-4 0 9 15,22 5-13-15,-2-5 16 16,24 0-19-16,3-8 8 15,9-7-17-15,-3-1 17 16,-6-4 4-16,-3-4 0 16,10 8 1-16,-13-4 12 15,15 0-13-15,13 1 0 16,6 15 7-16,0 4-14 0,0 9 7 16,0-1 0-16,25-4 0 15,9-8 1-15,-6-4-6 16,12-3 13-16,0-6-16 15,7-10 10-15,27 7-8 16,13-4 1-16,18 4 5 16,4 0 1-16,24 9-1 15,7-2 0-15,6 1 6 16,21-4-14-16,13 1 15 16,-3-13-12-16,-13 4 9 15,3 0-6-15,-18-8 4 16,-3-4-2-16,-13-8 1 15,-6-11-1-15,0-9-7 16,7-8-17-16,-7 0 3 0,6 0-6 16,16-8 23-16,-3-9 5 15,3 6-1-15,-4-6 8 16,-11 1-8-16,5-12 2 16,-18-4 3-16,13-12-10 15,-7-1 3-15,0 1-18 16,-12-4-1-16,-10 12 13 15,-9 0-9-15,-9 8 17 16,0 9 0-16,-16 2 9 16,10 1-8-16,5-8 5 15,-11-8 7-15,18-12-11 0,-13-8 3 16,1-9-1 0,12 1-3-16,-18-4 4 0,18 8 16 15,-7-4 8-15,1 0-20 16,-12 0 10-16,-4-1-15 15,-15 6 0-15,-25 2-1 16,-10-2 9-16,7-6-11 16,-3-11 1-16,-3 3-4 15,3 2-6-15,-19-2 8 16,9 9-5-16,-15-1 3 16,0 2 4-16,0-5 13 15,-62-1-14-15,-18-15 2 16,-19 4-3-16,-7 4-1 0,-9 4 0 15,7 7-7 1,2 10 7-16,7 7 2 0,-16 8 17 16,-12 7-12-16,0 9 12 15,-12 4-11-15,-16 0-7 16,-13 0-2-16,-5 3-15 16,-7 10 11-16,-6 3-4 15,-10 0 8-15,10 0 4 16,-15 0 16-16,9 0-11 15,-4-5-9-15,10 5 2 16,13 0 0-16,11 0 0 16,35 0-8-16,28 0-42 15,25 0-118-15,15-7-599 16</inkml:trace>
  <inkml:trace contextRef="#ctx0" brushRef="#br0" timeOffset="176333.5">7671 11818 231 0,'0'0'66'0,"0"0"20"0,0 0 6 0,0 0-85 0,0 0 13 15,0 0 27-15,0 0-18 16,0 0 53-16,0 0 13 0,0 0 69 15,0 0-103 1,0 0-38-16,0 0-20 0,0 0 2 16,0 0-5-1,0 0 5-15,0 0-11 0,0 0 13 16,0 0 5-16,0 0-8 16,0 0 21-16,0 0-20 15,0-3 0-15,0 3 5 16,0 0-5-16,0 0 15 15,0 0-9-15,0-5-2 16,0 5 0-16,0-8-18 16,0 8 9-16,0-4-3 15,0 4 1-15,0 0 2 16,0 0 8-16,0 0-7 16,0 0 2-16,0 0 0 0,0 4-6 15,0 29 2-15,0-1-9 16,0 8 8-16,0 7-18 15,-12-6 12-15,5 7 6 16,-20 0-5-16,14 5 14 16,-15-6-15-1,10-2 17-15,2-1-8 0,4-13 5 16,12 5-8-16,0-7 2 16,0 7 0-16,0-8-6 15,0 12 8-15,0 1-11 16,0-2 18-16,0 2-17 15,0-2 16-15,0-6-14 0,0 3 6 16,0-5 0-16,0 7-4 16,0-2 10-16,0 3-13 15,0 2 14-15,0-2-15 16,-6 2 19-16,6-10-15 16,0-3 4-16,-7-7 0 15,7-6-1-15,0-6-2 16,0 10 2-16,0-2-2 15,-6 7-3-15,-9 12 12 16,8-3-4-16,1 6 1 16,-6 9-1-16,6-11-1 15,6-1-1-15,-10 0 0 16,10-8 4-16,0 0-9 16,0-8 15-16,0-1-10 15,-6 6 7-15,0-1-10 0,6 0 8 16,0 5-5-16,-6-6 0 15,6-2 1-15,0-6 0 16,-6-2 6-16,6-5-9 16,0-8 15-16,0 3-18 15,0 1 14-15,0-4-13 16,0 0 4-16,0 4-5 16,0-4 4-16,0 9 2 15,0-1-7-15,0 0 14 16,0 0-15-16,0-5 19 15,12 1-24-15,0-4 20 16,10 0-8-16,-16 5 0 0,7-2 0 16,2-3 21-16,4 13-13 15,2-10 5-15,10 6-5 16,10-1-8-16,15 0 12 16,2 0-12-16,11 0 0 15,-17 0 5-15,7-1-11 16,-12 1 13-16,-13-8-7 15,6 8 5-15,1 1-3 16,-1-9 10-16,-6 0-13 16,13 0 6-16,-1 0-4 15,7 0-1-15,6 0 3 16,3 0-7-16,-10 0 12 16,17 0-15-16,-4 0 18 15,-3 0-17-15,-3 0 15 16,-7 0-9-16,4 0 1 0,-9 0 0 15,5 0-1-15,1 0 3 16,9 0-4-16,-3 0 4 16,0 0-3-16,3 0 9 15,-9 0-18-15,-7 0 9 16,7 0 0-16,-13 0 1 16,13 0-1-16,3 8 0 15,-4 0 0-15,1 0-3 16,0 0 13-16,-4 4-20 15,17-9 16-15,8-3-9 16,-9 0 3-16,-9 0 0 16,3 0-2-16,-6 0 7 0,-7 0-13 15,1 0 17-15,-13 0-20 16,12 0 18-16,-18 0-10 16,6 0 6-16,-3 0-4 15,3 0 1-15,7 0-1 16,5 0-1-16,1 13 4 15,-1-5-8-15,-6-4 15 16,10 9-17-16,-13-2 14 16,-3-11-12-16,-6 8-9 15,6-4 15-15,-9 0 0 16,3 12 3-16,6-8-11 16,-9-4 20-16,15 4-19 15,1 1 17-15,-7-1-17 0,0-5 11 16,6 1-6-1,-15-4 2-15,3 0 0 0,-3 0-3 16,3 0 9-16,-16 0-7 16,10 0 8-16,-4 0-3 15,-2 0-1-15,9 0-3 16,2 0 2-16,1 0-1 16,-3 0-1-16,9 0 8 15,-6 0-11-15,-9 0 12 16,9 0-15-16,-10 0 15 15,4 0-12-15,-3-4 8 16,9-4-5-16,-4-8 13 16,10-7-11-16,7-10-2 0,-7 9 12 15,0-8-21-15,-3-4 22 16,-9 0-20-16,-4-5 14 16,4 13-14-16,-3-8 14 15,-4 12-4-15,-2 1 15 16,-7 2-17-16,0 5 0 15,6-4 7-15,4-3-14 16,-16-7 16-16,0 3-20 16,0-9 6-16,0-1 2 15,0 10-1-15,0-6 3 0,0 5-5 16,0-8 12 0,0 5-9-16,0-10 9 0,0 1-14 15,-16 0 3-15,4 0 4 16,12 8-2-16,0 0 2 15,0 3-4-15,0 6 9 16,-6-5-9-16,6-1 10 16,0-2-6-16,-6-10 0 15,6 1-2-15,-13-9-17 16,13-2 7-16,0-9 4 16,0 11 8-16,0-7-12 15,0 17 24-15,0-10-13 16,-9 1 5-16,3-1 2 15,-7-10-5-15,13 7-2 16,0-4 1-16,0 4-4 0,0 3 4 16,0-7-4-16,0 25-2 15,0-7 12-15,0 15-7 16,0-1 10-16,-6-9-11 16,6 2 2-16,0-5-2 15,0-5 1-15,0 10-3 16,0-2-3-16,0 13 14 15,0 0-19-15,0 8 24 16,0 0-10-16,0-4 1 16,0 0 2-16,0-4-1 15,0-8-1-15,0 0-6 16,0-5-10-16,0 5 6 0,0 20 14 16,0 5-13-1,0 3 11-15,0 0-5 16,0 0 14-16,0 0-9 0,-16 0 1 15,10-5-2-15,-6 2-8 16,-1-5 10-16,-8 4-16 16,-4-1 16-16,-3 5-6 15,-6-3 0-15,9-2 7 16,-15 2-5-16,0 3-2 16,-1 0 4-16,-5 0 3 15,-1 0-10-15,-9 0 12 16,-3 0-18-16,-9 0 15 0,9 3-9 15,0 2 3 1,4-2 0-16,2 6-2 16,-12 2 7-16,-10 5-11 0,1 1 17 15,0-1-16-15,8-4 13 16,14-1-15-16,11-3 13 16,1-8-12-16,-6 9 2 15,5-5 4-15,-5 0-4 16,-10 0 8-16,3 0-9 15,-6-1 10-15,4 2 1 16,2-5-4-16,0 3 0 16,0-3-2-16,7 5 0 15,-1-1-2-15,7-4 3 16,-16 8-5-16,25 0 8 16,-18-3-8-16,2 2 11 0,1 1-7 15,-7-8 1-15,0 0-1 16,0 0-5-16,4 0 5 15,12 0-1-15,-4 4 6 16,1 0-1-16,6 0 5 16,-6 0-9-16,-7 1 6 15,-6-2-5-15,7 5-1 16,6 0 0-16,-7 0-3 16,-3 4 5-16,10-4-8 15,-13-4 12-15,13 4-12 16,9-3 14-16,-9-5-10 15,6 0 4-15,6 0-4 16,-6 0 0-16,9 0 2 0,-3 0-5 16,-6 0 15-16,-6 0-20 15,9 0 15-15,-4 0-13 16,-11 0 0-16,18 0 5 16,-6 0 3-16,9 0 0 15,-9 0 0-15,22 0 3 16,-22 0-9-16,-1 0 14 15,11 0-16-15,-10-13 4 16,6 13 4-16,0-4-20 16,-3-4 12-16,-3 8 8 15,6 0 0-15,-3 0 0 16,3 0 4-16,0 0 4 16,3 0 1-16,3 0-18 0,-12 0 12 15,16 0-6 1,-10 0-5-16,22 0 1 15,6-3 6-15,-7 3 1 0,7 0-11 16,0 0 22-16,0 0-11 16,0 0 5-16,-12 0 1 15,12 0-5-15,-16 0-1 16,-2 0 0-16,18 0 4 16,-6 0-10-16,-1 0 16 15,-8 0-22-15,15 0 26 16,-6 0-20-16,6 0 12 15,0 0-9-15,0 0 4 16,0 0-1-16,0 0 0 0,0 0 4 16,0 0-12-1,0 0 8-15,0 0-7 0,0 0-5 16,0 0 6-16,0 0-6 16,0 0 12-16,0 0 3 15,0 0-2-15,0 0 29 16,0 0-30-16,0 0 7 15,0 0-7-15,0 0-3 16,0 0-80-16,0-9-237 16</inkml:trace>
  <inkml:trace contextRef="#ctx0" brushRef="#br0" timeOffset="207573.03">24871 14217 4 0,'0'0'127'0,"0"0"-19"0,0 0-57 0,0 0-12 0,0 0-2 0,0 0 19 0,0 0-27 16,18-20-26-16,-18 20 5 15,9-4-2-15,-9-5 22 16,7 6 4-16,-7 3-10 16,0-8-16-16,0 8 6 0,0 0 4 15,0 0 49 1,0 0 46-16,0 0-9 16,0 0-27-16,0 0-56 0,0 0-14 15,0 0 3-15,0 0-16 16,6 0-2-1,-6 0 8-15,0 0-19 16,0 0 12-16,0 0 9 0,0 0 5 16,0 0 21-16,0 0-20 15,0 0 13-15,0 0-16 16,0 0 0-16,0 0-3 16,0 0-1-16,0 0 1 15,0 0-2-15,0 0 2 16,0 0 0-16,0 0-7 15,0 0 14-15,0 0-13 16,0 0 9-16,0 0-6 16,0 0 2-16,0 0 1 0,0 0 0 15,0 0-1-15,0 0-1 16,0 0 4-16,0 0 8 16,0 0 15-16,0 0 12 15,0 0-27-15,0 0 2 16,0 0-12-16,0 0 0 15,0 0 0-15,0 0-1 16,0 0 0-16,0 0 2 16,0 0 5-16,0 0 2 15,0 0 31-15,0 0-30 16,0 0-2-16,0 0-7 16,0 0-24-16,0 0-3 15,0 0 13-15,0 0 9 0,0 0 9 16,0 0-11-16,-28-8 6 15,-19-20-120-15,-11-13-560 16</inkml:trace>
  <inkml:trace contextRef="#ctx0" brushRef="#br0" timeOffset="209240.36">24771 14193 49 0,'0'0'103'0,"0"0"-91"0,0 0 1 0,0 0 61 0,0 0-23 0,0 0 4 16,0 0 45-16,0 0-56 15,0 0 12-15,0 0-24 16,0 0-14-16,0 0-16 16,0 0 3-16,0 0 12 15,0 0 45-15,0 0 25 16,0 0 9-16,0 0-28 15,0 0-35-15,0 0-18 0,0 0-11 16,0 0-4 0,0 0 3-16,0 0-4 0,0 0 1 15,0 0-2-15,-9 0 0 16,3 0 4-16,-7 0-2 16,7 0 6-16,0 0-12 15,-9 0 11-15,15 0-13 16,-13 0 8-16,7 0 0 15,-6 0 0-15,-10 0 0 16,16 4-3-16,-1-4 7 16,-8 4-8-16,15-4 10 15,0 0-11-15,-6 0 10 16,0 0-6-16,6 0 1 16,-13 0-1-16,7 0-2 0,0 0 4 15,-16 0-5-15,10 0 8 16,-4 0 3-16,-3 0-7 15,19 0 20-15,0 0-9 16,0 0 3-16,0 0-14 16,0 0-5-16,-6 0 3 15,6 0 0-15,-6 0-8 16,6 0 20-16,-6 0-16 16,6 0 6-16,0 0-2 15,0 0-15-15,0 0-21 16,0 0-10-16,0 0-25 15,-9 0 53-15,2 0 20 16,-11 0 31-16,12 0-31 16,-10 0 0-16,-3 0-72 15,-2 0-66-15,2 0-118 0</inkml:trace>
  <inkml:trace contextRef="#ctx0" brushRef="#br0" timeOffset="210238.02">24334 14386 79 0,'0'0'217'0,"0"0"-184"0,0 0 5 0,0 0-11 0,0 0 34 0,0 0-40 16,-99 19 17-16,80-7 9 16,4 4-12-16,2 1-25 15,1-9-10-15,-10 3 0 16,22-6 1-16,-6-5-4 15,-13 0-15-15,-2 0-7 16,-4 0 2-16,9 3-59 16,-2 1-1-16,-10-4-9 15,16 13-8-15</inkml:trace>
  <inkml:trace contextRef="#ctx0" brushRef="#br0" timeOffset="210818.59">23733 14577 43 0,'0'0'0'0</inkml:trace>
  <inkml:trace contextRef="#ctx0" brushRef="#br0" timeOffset="211303.4">23733 14577 23 0,'0'0'151'0,"0"0"-56"0,0 0-51 16,0 0-44 0,0 0-4-16,0 0 3 0,-7 0 1 15,7 0 15-15,0 0 29 16,-6 0 17-16,6 0 34 15,-6 0-40-15,6 0-29 16,0 0-26-16,0 0 8 16,0 0-7-16,0 0-1 15,0 0 0-15,0 0 5 16,-6 0 18-16,0 0 30 16,6 0 12-16,-7 0-29 15,-2 5-20-15,9-5-16 16,0 4-10-16,-12 4-11 15,12-5-5-15,0 2 14 0,0-2 9 16,-7 2 2-16,-5 3 2 16,3-4 41-16,3 0-33 15,-1 0 2-15,7-4-11 16,-6 3 4-16,6-3-9 16,0 0 6-16,0 0-4 15,0 0 5-15,-6 5-2 16,0 3 35-16,-10-4 53 15,10 0-31-15,6 0-32 16,0-4-16-16,0 0-7 16,0 0-4-16,0 0-20 15,-6 0 18-15,0 0-36 0,-7 8 22 16,-8 0-3 0,2 4-13-16,-3-4-14 0,10 0 26 15,6-8-2-15,6 0-72 16,0 0-52-16,-16 0-244 15</inkml:trace>
  <inkml:trace contextRef="#ctx0" brushRef="#br0" timeOffset="213485.11">23540 14610 192 0,'0'0'239'0,"0"0"-225"0,0 0 12 0,0 0 41 0,0 0-56 0,0 0-11 0,-6 0 2 0,6 0-2 0,0 0 20 16,0 0 3-16,0 0 29 0,0 0-34 15,0 0-18-15,0 0-16 16,0 4 11-16,0-4 2 16,0 0 3-16,0 0 0 15,0 0 14-15,0 0 1 16,0 0 7-16,0 0-17 15,0 0 0-15,0 4-9 16,0 0 4-16,0 0-1 16,0 3-19-16,0 1 13 15,0-3 0-15,0 3-1 16,0-4 0-16,0 0 8 16,0-4-5-16,0 0 13 15,0 0-14-15,0 0 8 16,0 0-2-16,0 0 0 15,0 0 3-15,0 0-1 0,0 0 0 16,0 0 21 0,0 0-13-16,0 0 16 0,0 0-25 15,0 0-2-15,0 0-3 16,0-16-7-16,0-8-7 16,0-4 7-16,0-8-1 15,13 0-19-15,-13 8 27 16,0 0 2-16,0-5-6 15,0 17 15-15,0 0-13 16,0 1 6-16,0-10-4 0,27-7-16 16,-14 4-134-1,-1 0-46-15</inkml:trace>
  <inkml:trace contextRef="#ctx0" brushRef="#br0" timeOffset="214054.22">23702 13747 302 0,'0'0'168'0,"0"0"-122"0,0 0-46 0,0 0-1 0,0 0-22 0,0 0-65 0,24-83 0 0,-17 70 4 0,-7 6-57 16</inkml:trace>
  <inkml:trace contextRef="#ctx0" brushRef="#br0" timeOffset="214401.15">23829 13403 304 0,'0'0'112'0,"0"0"-106"15,0 0-12-15,0 0 5 16,0 0 1-16,0 0 2 16,12-60 72-16,-12 48-24 15,0-1 25-15,0-11-25 16,0 9-50-16,13-10-19 16,-7 1-76-16,-6 8-83 15,0 0-127-15</inkml:trace>
  <inkml:trace contextRef="#ctx0" brushRef="#br0" timeOffset="-214529.47">24049 12504 376 0,'0'0'165'0,"0"0"-115"0,0 0-29 0,0 0-21 0,0 0-6 0,0 0-16 15,0-72 1-15,0 68 21 16,0-3 9-16,0 2 33 16,0 1 37-16,0-8-4 15,0 3-61-15,18-6-14 16,-2-1-32-16,-4-8-7 15,-5 12-48-15,-1-8 1 16,-6 4-113-16,0 0-93 16</inkml:trace>
  <inkml:trace contextRef="#ctx0" brushRef="#br0" timeOffset="-214213.65">24148 11975 461 0,'0'0'112'0,"0"0"-46"0,0 0 13 16,0 0-37-1,0 0-26-15,0 0-16 0,28-116-7 16,-22 92-59-16,7-1 24 16,-7 2 9-16,-6 7-24 15,0-4-65-15,0-1-64 16</inkml:trace>
  <inkml:trace contextRef="#ctx0" brushRef="#br0" timeOffset="-213896.52">24201 11365 93 0,'0'0'236'16,"0"0"-236"-16,0 0 6 15,0 0 12-15,0 0-17 16,0 0 5-16,0-87-3 15,0 74 27-15,0 1-10 16,0-4 4-16,0 8-24 0,0-9-30 16,0 9-96-16</inkml:trace>
  <inkml:trace contextRef="#ctx0" brushRef="#br0" timeOffset="-213629.66">24188 10932 22 0,'0'0'224'0,"0"0"-86"16,0 0 14-16,0 0-33 15,0 0 23-15,0 0 9 16,0-64-96-16,0 48-45 15,13-12-10-15,9 0-14 16,2-4 1-16,-8 7-23 16,-4 2 6-16,-6-13-57 15,1 11-21-15,-7-15-13 16,0 12-222-16</inkml:trace>
  <inkml:trace contextRef="#ctx0" brushRef="#br0" timeOffset="-213330.44">24303 10379 488 0,'0'0'21'15,"0"0"52"-15,0 0 14 16,0 0-19-16,0 0 16 16,0 0-2-16,0-48-57 0,0 32-19 15,0 3-12 1,0-7 4-16,0 4-12 0,0-4-101 16,6-4 24-16,-6 4 19 15,7 0-51-15,-7 4-233 16</inkml:trace>
  <inkml:trace contextRef="#ctx0" brushRef="#br0" timeOffset="-213113.57">24443 9958 238 0,'0'0'194'15,"0"0"-128"-15,0 0-20 16,0 0-43-16,0 0-3 16,0 0-18-16,80-149-1 0,-74 137-42 15,7-4 34-15,2 0 27 16,-8-4-7-16,-7 0-8 16,6-1-129-16</inkml:trace>
  <inkml:trace contextRef="#ctx0" brushRef="#br0" timeOffset="-212947.18">24570 9617 262 0,'0'0'154'0,"0"0"-154"0,0 0-29 15,0 0-49-15,0 0-109 16</inkml:trace>
  <inkml:trace contextRef="#ctx0" brushRef="#br0" timeOffset="-212864.92">24570 9617 7 0,'93'-109'220'0,"-93"109"-220"15,0-7 43-15,0-9-43 16,0 7-118-16,0-7-34 16</inkml:trace>
  <inkml:trace contextRef="#ctx0" brushRef="#br0" timeOffset="-178269.62">24223 14674 218 0,'0'0'166'0,"0"0"-53"0,0 0 0 0,0 0-24 0,0 0-33 0,0 0-14 0,0 0-12 15,0 0 10-15,0 0-19 0,0 0 16 16,0 0-27 0,0 0 26-16,0 0-27 0,0 0 19 15,0 0 3-15,0 0 1 16,0 0 0-16,0 0-20 16,0 0 4-16,0 0-9 15,0 0 5-15,0 0-7 16,0 0-1-16,0 0-2 15,0 0 4-15,0 0 5 16,0 0-6-16,0 0 8 16,0 0-7-16,0 0 16 15,0 0-19-15,0 0 6 16,0 0-6-16,0 0 0 16,0 0-1-16,0 0-2 0,0 0 8 15,0 0-6-15,0 0-2 16,0 0 9-16,0 0-18 15,0 0 18-15,0 0-12 16,0 0 4-16,0 0-1 16,0 0 0-16,0 0-3 15,0 0 1-15,0 0-1 16,0 0-5-16,0 0 16 16,0 3-16-16,0-3 14 15,0 0-16-15,0 0 10 16,0 0-1-16,0 9 0 0,0-5 1 15,0 8 14 1,0-4-12-16,0 4 3 16,0 0 3-16,0 5-15 0,0 6 7 15,0-3-2-15,0 1 0 16,0-2 1-16,-7-2-4 16,1-6 4-16,6 6-1 15,-9-6 4-15,9 2 0 16,-6-1 3-16,6 7-7 15,0 1 2-15,-7 9 0 16,7-5-3-16,-6 12 7 16,6-9-16-16,-12-2 25 15,-4-1-18-15,10 4 13 16,0-3-16-16,0-2 12 0,-7 6-4 16,-2 2 0-16,9-6 0 15,-1-5-2-15,-5-4-4 16,12 4 3-16,-16-1 6 15,10 6-6-15,6 3 11 16,-12 0-10-16,12-1 4 16,0 6 1-16,-6-5 3 15,6 0-1-15,0-4-10 16,0-4 10-16,0 1-10 16,0-6 10-16,-16 6-10 15,16-6 7-15,0 1-2 16,0 9 4-16,0-9-3 15,0-1-2-15,0 1 2 16,0 1-5-16,0-1 14 0,0 4-18 16,0 4 14-16,-6-1-12 15,6-2 8-15,-12 3-2 16,12-3 3-16,-7-6 0 16,7 6-5-16,-6-2 13 15,6 1-9-15,0 0 4 16,0-4-12-16,0-3 10 15,0-9-8-15,0-1 4 16,0-3-8-16,0 0-12 16,0 0-55-16,0 0-84 15,0-28-389-15</inkml:trace>
  <inkml:trace contextRef="#ctx0" brushRef="#br0" timeOffset="-177393.37">23974 15047 79 0,'0'0'176'0,"0"0"-144"0,0 0-7 0,0 0 22 0,0 0 20 0,0 0 3 16,0 0-7-16,13 0-16 16,-13 0-33-16,0 0 0 15,9 0 15-15,4-16-8 16,-1 0 28-16,-6-9-22 16,16 14 57-16,-10-6-35 15,10-2-16-15,-10-6-29 16,22-6-4-16,7-5-1 15,-1 0-6-15,-3-5-12 16,-3 18-59-16,-6 6 34 16,-15 9 14-16,-13 8 14 15,0 0-20-15,0 0 30 0,0 0 12 16,0 0 10-16,0 20 43 16,0 0 17-16,0 4 9 15,0 9-36-15,-6 11 3 16,-22-8-34-16,21 4 4 15,1-16-20-15,6-4-4 16,0-20-71-16,0 0-249 16,0 0-312-16</inkml:trace>
  <inkml:trace contextRef="#ctx0" brushRef="#br0" timeOffset="-176561.83">24148 16924 371 0,'0'0'289'0,"0"0"-158"0,0 0 14 0,0 0-85 0,0 0-44 15,0 0-10 1,-12-141 31-16,5 94 15 0,7-6 11 15,-6-7-24-15,6-4-12 16,0-8-26-16,0 3 0 16,0 13-2-16,0 17-6 15,0 22-6-15,0 17-19 16,0 0 12-16,0 24-36 16,0 33 53-16,-21 10 6 15,-32 10-4-15,13-17 1 16,5-7-56-16,17-17-68 15,-4-13-210-15,10-3-163 16</inkml:trace>
  <inkml:trace contextRef="#ctx0" brushRef="#br0" timeOffset="-176078.63">23754 17261 545 0,'0'0'301'0,"0"0"-133"0,0 0-112 0,0 0-37 0,0 0-19 0,0 0 0 16,140-57 29 0,-38 29 42-16,4 0-53 0,-13 9 1 15,-19 2-17 1,-15 9 5-16,-13 8-14 0,-5 0-21 16,-7 0-28-16,-12 0-51 15,-16 0-163-15,-6-3-252 16</inkml:trace>
  <inkml:trace contextRef="#ctx0" brushRef="#br0" timeOffset="-175443.72">24154 17329 39 0,'0'0'543'0,"0"0"-475"0,0 0-50 0,0 0-4 0,0 0-5 15,0 0 19-15,134-48-26 16,-100 48 6-16,-22 0 5 16,-12 0 0-16,0 28 42 0,0 12 83 15,0 8-107-15,0 0-23 16,-6 1-6-16,-13-18-4 16,-2-7 2-16,21-7-11 15,0-9 7-15,0-8-49 16,0 0-14-16,46 0 23 15,10 0 39-15,-3 0 5 16,-19 0 10-16,-22 0 3 16,-12 0 9-16,0 0 54 15,0 16-14-15,0 4 21 16,0 11-15-16,0 14-2 16,-40 3-55-16,-13 5-5 15,13-10-6-15,0-11-13 16,5-12-36-16,17-12-101 15,18-8-248-15</inkml:trace>
  <inkml:trace contextRef="#ctx0" brushRef="#br0" timeOffset="-174480.3">24843 16274 354 0,'0'0'273'0,"0"0"-241"0,0 0-12 0,0 0 16 0,0 0-36 0,0 0 0 0,0-8 4 0,0 8 51 0,0 0 91 15,0 0-35-15,0 13-61 16,0 14 21-16,15 26-48 16,4-2-18-16,9 14-4 15,-16 7 6-15,-6 4-2 16,-6 0 2-16,0 5 13 16,0-9-18-16,0-8 3 15,0-4-5-15,0 1-1 16,0-18-2-16,0 1 6 15,0-15-12-15,0-17 17 16,0-4-14-16,0-5 6 16,0-3-9-16,0 0-3 0,0-3 12 15,0-38 4-15,0-7-3 16,0 4-2-16,6 3 8 16,10 10-14-16,3 11 14 15,8 4-16-15,-8 11 6 16,-3 5 2-16,2 0-4 15,1 5 5-15,3 31 11 16,-4 8 1-16,10 4 3 16,0-4-6-16,-3 0-9 15,-4-11 0-15,4-13-8 0,9-12-19 16,-6-8-95 0,19-25-94-16,-7-39-133 0</inkml:trace>
  <inkml:trace contextRef="#ctx0" brushRef="#br0" timeOffset="-168169.4">28700 7418 512 0,'0'0'72'0,"0"0"-20"0,0 0 61 0,0 0 21 0,0 0-38 0,0 0-62 0,0 0 12 0,-19 0-24 0,19 0 41 16,0 0-22-16,0 0-10 16,0 0-6-16,0 0-12 15,0 0 18-15,0 0-31 16,0 0 15-16,0 17 1 15,0 31-27-15,0 28 25 0,-21 40-13 16,14 9-1 0,-5 15 0-16,-10-4 0 0,10-11 10 15,-7-4-18 1,-2-10 19-16,2-14-16 0,3-17 13 16,10-24-16-16,0-20 7 15,6-28-5-15,0-8 0 16,0-20-15-16,0-48 15 15,53-29 12-15,21-6-15 16,7 6 19-16,-1 29-23 16,-27 24 15-16,-13 32-4 15,-5 12-7-15,-4 3-7 0,-4 50 13 16,8 15 6-16,-17 8 7 16,-12 4-4-16,-6-11-3 15,0-17 5-15,16-12-16 16,-4-19-1-16,16-21-23 15,25 0-78-15,12-28-136 16,3-37-254-16</inkml:trace>
  <inkml:trace contextRef="#ctx0" brushRef="#br0" timeOffset="-167819.33">29717 8474 660 0,'0'0'293'0,"0"0"-184"0,0 0-64 0,0 0 37 0,0 0-75 0,0 0 2 0,59 0-6 0,-19 0 23 0,7 4 12 16,-1-1-37-16,-12 2-1 0,0-2 14 16,-15 2-28-1,-4-5 7-15,-8 0-16 0,-7 0-48 16,0 0-42-16,0-8-83 15</inkml:trace>
  <inkml:trace contextRef="#ctx0" brushRef="#br0" timeOffset="-167653.63">29717 8474 984 0,'-81'-204'40'16,"134"204"-7"-16,21 0-16 15,1 0 3-15,-4 0-20 0,10 0 0 16,-7-9-27 0,-6 1-136-16,-15-3-198 0</inkml:trace>
  <inkml:trace contextRef="#ctx0" brushRef="#br0" timeOffset="-167168.64">30678 8370 335 0,'0'0'212'16,"0"0"-160"-16,0 0-13 15,0 0-20-15,0 0 5 16,0 0 2-16,295 96 3 15,-233-101 43-15,-16-23 53 16,1-16-17-16,-16-12-93 16,-10-16 7-16,-21-8-16 15,0-13-12-15,0 9-3 16,-34 8-18-16,-25 33-36 16,-9 22 17-16,-3 21-20 15,-25 28 66-15,15 45 5 16,10 19-2-16,9 4 69 0,37-16-45 15,25-12-6-15,0-16-21 16,47-19-2-16,39-13 0 16,20-20 4-16,-4 0-1 15,4 0 10-15,-26 0 2 16,-21 0-12-16,-19 0-2 16,-12 16 8-16,-15 20 0 15,2 3 44-15,-9 2-26 16,19-13-25-16,15-12 0 15,16-12-37-15,-3-4-141 16,-6 0-81-16,-29 0-257 16</inkml:trace>
  <inkml:trace contextRef="#ctx0" brushRef="#br0" timeOffset="-166719.53">31962 8317 841 0,'0'0'150'0,"0"0"-138"0,0 0-12 0,0 0-1 0,0 0-17 0,0 0-46 0,108 128 54 0,-89-128 13 0,-13 0-3 0,-6-7 81 16,16-45 4-16,-10-20-20 0,-6-13-60 15,0-12-5-15,6-6 11 16,0-10-24-16,16-3-7 16,-16 19 16-1,-6 14-17-15,0 22 21 0,0 22 44 16,0 14 7-16,0 5 3 15,0-1-46-15,0-6-16 16,47-5 8-16,39-4-10 16,14 0 9-16,14-5 1 15,-2 17-1-15,-10 4 1 0,-21 17-11 16,-22 3-38 0,-6 0-64-16,-25 0-257 0,-10 0-158 15</inkml:trace>
  <inkml:trace contextRef="#ctx0" brushRef="#br0" timeOffset="-166238.17">32498 7872 725 0,'0'0'278'0,"0"0"-230"0,0 0-7 15,0 0-41-15,0 0-1 16,0 0-3-16,59-56-9 16,-31 48 11-16,-9 8-8 15,-19 0-9-15,0 0 0 16,0 24 17-16,0 16 4 15,0-8-10-15,0 8 22 16,0-8-26-16,-7-12 16 16,7-12-8-16,0-8 1 15,0 0 1-15,28 0-3 16,13-3 10-16,-4-10 0 0,-15 10 2 16,-10 3-13-16,3 0 29 15,-8 0-37-15,-7 28 28 16,0 8-13-16,0-4 22 15,0 0-20-15,0 4 15 16,0 0-6-16,-41 8 21 16,-5 5-25-16,-22-2-16 15,9-2 3-15,3-6-56 16,25-10-232-16,9-6-231 16</inkml:trace>
  <inkml:trace contextRef="#ctx0" brushRef="#br0" timeOffset="-165736.22">30787 9095 257 0,'0'0'134'0,"0"0"16"0,0 0-43 0,0 0-36 0,0 0-52 0,0 0 46 0,285 0 130 15,-90 0-143-15,32-12 14 16,33-12-11-16,28 4-11 0,-15 4-14 16,-12 12-30-16,-32 4-2 15,-43 0-61-15,-46 0-95 16,-60 0-254-16</inkml:trace>
  <inkml:trace contextRef="#ctx0" brushRef="#br0" timeOffset="-165271.55">31723 9601 523 0,'0'0'144'15,"0"0"-99"-15,0 0-29 16,0 0 30-16,0 0-15 15,419-69-28-15,-345 69-3 0,-27 0-6 16,-41 8-4-16,-6 40 10 16,0 17 84-16,-25 7-38 15,-22 4 0-15,13-12-40 16,13-15 51-16,21-13-52 16,0-25-5-16,46-11-11 15,50 0 11-15,10 0 3 16,15-23-1-16,-7-6 26 15,-2-7-23-15,-3 21-6 16,-10 2 4-16,-12 1-6 16,-19 12-69-16,-28 0-158 0,-40 0-153 15</inkml:trace>
  <inkml:trace contextRef="#ctx0" brushRef="#br0" timeOffset="-156245.14">5091 12709 336 0,'0'0'176'0,"0"0"-151"0,0 0 11 16,0 0-23-16,0 0 0 0,0 0 8 15,0 0 52 1,-24-5-24-16,24 5 28 0,0 0-36 16,-10 0 36-1,4 0-55-15,-13 0 13 0,-2 0-11 16,2 0-5-16,-9 0-2 15,16 0 1-15,-10 0 26 16,-3 0-38-16,10 0 31 16,-4 0-17-16,13 0 16 15,0 0-23-15,6 0-8 16,0 0 2-16,0 0-2 16,0 0-10-16,0 0 16 15,0-3-25-15,0-5 15 16,0 8-8-16,18 0 4 15,57 0 3-15,30 0-1 16,38 0 4-16,3 0 0 16,27 0 4-16,1 0-12 0,-7 0 16 15,-12 0-12-15,-15 0 6 16,-19 0 4-16,-22 0-8 16,-25 0 2-16,-8 0 5 15,-11 0-3-15,4 0-6 16,0 0 11-16,-3 0 3 15,-16 0-10-15,-15-12 4 16,-13 4-4-16,-2 8-6 16,-10-16-17-16,0 4-15 0,0-16-24 15,0 4-185 1,0 15-219-16</inkml:trace>
  <inkml:trace contextRef="#ctx0" brushRef="#br0" timeOffset="-155242.6">6530 12457 617 0,'0'0'106'0,"0"0"-4"0,0 0-70 0,0 0-19 0,0 0 47 0,0 0-15 0,99 0 24 0,-46 3-26 0,15 9 23 15,3-4-26-15,10 8-24 16,6-8-15-16,9 9 14 16,-18-9-24-16,8 7 23 15,-24 1-28-15,-27 0 23 16,-17 9-22-16,-18-2 13 15,0 1 0-15,0 1 1 16,-18 11 3-16,-57-8-8 0,-12 0 13 16,7-9-5-16,5 2 4 15,23-9 11-15,17 4-17 16,4 4-4-16,16-4 1 16,9 1-13-16,6-2 0 15,0-7-1-15,0 0 12 16,0-3 6-16,0-5-10 15,0 0 15-15,0 0 14 16,0 0-21-16,-6 0 10 16,6 0-11-16,0 8-4 15,0-5-17-15,0 9-57 0,0-7 39 16,0 6-10 0,0-6 36-16,0 3 13 0,-7-8 0 15,1 12 36 1,-3-9-20-16,3-3-9 0,6 0-5 15,0 0-4-15,0 0-17 16,0 0 15-16,0 0 8 16,0 0-13-16,0 0 19 15,-25-15 28-15,9-9-17 16,-9-25-19-16,-2-15 5 16,-1-16-1-16,3-9-12 15,-3 14-36-15,9 19 31 16,-15 23-3-16,6 17 12 15,16 16 4-15,-7 0 2 0,-2 0 46 16,14 16-28-16,-5 32 16 16,-3 17-26-16,8 11-8 15,7-16-4-15,0-16-31 16,0-24-64-16,0-20-271 16</inkml:trace>
  <inkml:trace contextRef="#ctx0" brushRef="#br0" timeOffset="-157791.83">7584 11342 543 0,'0'0'28'0,"0"0"-10"0,0 0 5 0,0 0 86 0,0 0-52 0,0 0 4 0,0 0-23 0,0 0-11 16,0 0 17-16,0 0-6 16,0 0 33-16,0 0-41 15,0 0 42-15,0 0-64 16,0 0 15-16,0 0-20 0,0 0-2 15,0 0-1 1,0 0 0-16,0 16-10 0,0 20 22 16,-12-8-15-16,6 16 14 15,6-5-22-15,0 14 18 16,0 3-9-16,0 1 4 16,12-6-1-16,-12 1-1 15,6-3 2-15,0-5-12 16,10-1 23-16,-10 1-25 15,-6 13 25-15,0-1-17 16,0-4 4-16,0-7 0 16,0-1 0-16,0-5 2 0,0 5-12 15,0-3 22 1,0-1-17-16,0 4 14 16,0 0-11-16,0 0 4 15,-6-4-3-15,0 0 1 0,-10 0 0 16,10 4-3-16,6-3 8 15,-6 7-13-15,0-4 16 16,6 0-16-16,-7-3 14 16,-2 6-12-16,9 6 8 15,-6-1-6-15,0-12 4 16,6 8 0-16,-6-12-5 16,6-4 14-16,0 4-18 15,0-4 22-15,0 0-28 0,-7 8 15 16,1 0-6-1,6 4 3-15,-6-3 3 0,-3-2 0 16,-4-6 2-16,-5 0-15 16,8-10 26-16,-2 13-21 15,6-8 17-15,0-7-16 16,-7-2 12-16,-2 6-7 16,15-2 2-16,-7 18 0 15,1-5-11-15,0-8 25 16,-9-4-30-16,15-12 32 15,0 4-29-15,0-12 13 16,0-4-2-16,0 0-17 16,0 0-12-16,0 0 25 15,0 0-7-15,0 0 5 0,0 0 12 16,0 0-9-16,0 0 6 16,0 0-2-16,0 8 0 15,0-8 1-15,0 13 14 16,0-10-13-16,9-3 12 15,-3 0 3-15,6 0-29 16,-5 0 30-16,8 0-17 16,4 8 4-16,-1 4 5 15,16 1-9-15,1 2 1 16,-1 1-4-16,12 4 12 16,1 9-1-16,-7-9-7 15,13-9 9-15,-7-6-2 16,16-5-7-16,3 0 0 0,10 0 0 15,5 0-1 1,-15 0 5-16,4-5-12 0,-23 5 15 16,-5 0-17-16,-1 0 18 15,6 0-12-15,1 0 3 16,12 0 0-16,-3 0 0 16,-4 0 2-16,13 0-5 15,10-11 10-15,-7-9-16 16,13 4 20-16,-16 3-18 15,-3 13 17-15,3 0-19 16,3 0 13-16,-9 16-4 16,9 4 1-16,-9-4 1 0,0-8-4 15,-3-3 11 1,3-5-18-16,0 7 20 16,9-3-22-16,-9 0 16 15,9 4-5-15,6 0 0 0,-8 0 0 16,8-3-5-16,0-2 11 15,-8-3-11-15,14 0 10 16,-12 0-10-16,-9 0 5 16,0 0-1-16,-9 0-5 15,15 9 6-15,-12-1 0 16,2 8 4-16,11-9-1 16,-14 1 10-16,23-8-23 15,-1 5 32-15,1-5-31 16,2 0 15-16,10 0-9 15,-7 0 3-15,-5 0-2 0,-7 0-3 16,-15 0 2 0,6 0-8-16,-13 0 19 0,-5 0-16 15,-1 0 15-15,0 3-8 16,-6 2 1-16,-6-5 0 16,-3 0-1-16,9 0 1 15,0 0-4-15,-15 0 8 16,15 0-8-16,-6 0 18 15,-3 0-28-15,-10 0 14 16,4 0-4-16,-13 0 4 16,16 0-5-16,-16 0-1 15,6 0 12-15,1 0-16 0,-4-8 21 16,-3-5-20-16,19 1 20 16,-3-4-19-16,-4-4 8 15,23-8 0-15,-7-4 0 16,0 1 1-16,0 6-10 15,-9 5 20-15,-4 8-21 16,-8-4 24-16,-7 8-23 16,0-8 13-16,-6 0-4 15,0-12 0-15,0 0 1 16,0-13 0-16,0-3 7 16,0 1-7-16,0 2 10 15,0 2-18-15,-18 6 17 16,-4-3-14-16,9 0 4 15,-5-5 0-15,-4 2-2 0,16-10 7 16,-16-7-12-16,4-11 8 16,-1-2-11-16,-3-8 0 15,10 14 2-15,6 7 14 16,-10 3-8-16,16 14 2 16,0-5-4-16,-12 3 4 15,-1-3 0-15,-2-9-13 16,-10-6 6-16,19-6-9 15,-16 1-20-15,10 5 27 16,-4 10 7-16,4 9 2 16,12 0 4-16,-12 4 22 15,12-9 0-15,-13-7-19 16,13-12-4-16,0-8 12 16,0 0-30-16,0 3 8 0,0 5-3 15,0 12-3-15,0 8 13 16,0 4 12-16,-9 13-9 15,3-10 18-15,-7-3-19 16,13-8-4-16,0-4 9 16,0-1-19-16,0-2 11 15,0 2-18-15,0 9 18 16,0 8 0-16,0 8-12 16,0 12 26-16,0 4-5 15,0-1-6-15,0-6 4 16,0-6-6-16,0-11-16 15,0 0-2-15,0 0-11 0,0 0 18 16,0 13 7-16,0 7-10 16,0-1 28-16,0-2-18 15,-6-2 10-15,0-11-12 16,6 8-3-16,-10 1-8 16,4 6 13-16,-6 17 0 15,6 0-3-15,-1 0 14 16,-8 0-3-16,-10 0 4 15,10 0-6-15,-4 0-2 16,-15 8 0-16,9 8-2 16,3 0 3-16,-12-3-7 15,-6-2 12-15,15 1-15 0,-21 1 21 16,5-2-20-16,1 6 14 16,-6-6-7-16,-1-3 1 15,7 0 0-15,-16 1-1 16,9 2 5-16,-5 5-4 15,-7-4 2-15,19 13 7 16,-7-6-2-16,1 1-5 16,11-4 6-16,-5-8-8 15,12 5 0-15,-6-6 1 16,3-7 7-16,-9 0-1 16,-1 0-5-16,-11 0 7 15,-4 8-5-15,-9-3 4 16,-16 3 8-16,1 0-16 15,-7 4 0-15,12 0-3 16,10 4 11-16,3-5 6 0,9-6-6 16,1 3-1-16,-1-4 1 15,-3-4-15-15,4 0 14 16,-1 4-9-16,6 0 2 16,-5 1 0-16,2-5 6 15,-3 0-2-15,-6 7-3 16,19-7 9-16,-22 0-20 15,16 0 7-15,-1 0-1 16,-12 0-8-16,13 0 12 16,-7-7 0-16,-3 7 12 0,3 0-12 15,7 0 11 1,-7 0-13-16,7 0 15 0,12 0-22 16,6 0 15-1,3 0-12-15,-3 0 5 0,-6 0-5 16,-6 0 1-16,-7 0 10 15,0 0-14-15,1 0 20 16,6 0-21-16,6 0 20 16,-13 0-20-16,13 0 6 15,-6-5 0-15,15-3 4 16,-3 4-16-16,16-4 9 16,-10 3 14-16,-3 2-20 15,3 3 13-15,-9-8-6 16,10 8-6-16,-14 0 12 15,11 0 15-15,-4 0-11 16,9 0-4-16,-3-8-2 0,-2 8-10 16,-4-4 24-16,15 4-21 15,4 0 18-15,9 0-12 16,0 0 3-16,0 0-2 16,0 0 2-16,-12 0-17 15,12 0 12-15,0-4 10 16,-7 4-16-16,7 0 24 15,-12 0-25-15,-3 0 12 16,8 0 0-16,1 0 0 16,-6 0-2-16,12 0-1 15,-6 0-3-15,-16 0-2 0,16 0 0 16,-7 0 1-16,-2 0 11 16,2 0-10-16,1 0 6 15,12 0 0-15,-16 0-4 16,-2 0 10-16,12 4-16 15,-16 0 20-15,-9 4-19 16,22-8 24-16,-10 0-9 16,13 0-4-16,0 0 23 15,-4 0-17-15,4 0-5 16,0 0-6-16,6 0 8 16,0 0-24-16,-6 0 34 15,-1 0-20-15,-8 8 10 16,9-8-10-16,6 3-2 15,0-3-26-15,0 5-87 16,0-5-377-16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2T22:45:04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10487 11060 13 0,'0'0'93'0,"0"0"76"0,0 0 5 0,0 0-64 0,0 0-80 0,0 0-14 0,0 0 7 0,0 0-8 0,0-3 35 15,0 3-14-15,0 0 18 16,0 0-15-16,0 0 45 16,0 0-20-16,0 0-17 15,0 0-33-15,0 0-12 16,0 0-2-16,0 0 8 15,0 0-10-15,0 0 7 16,0 0 25-16,0 0-15 16,0 0 41-16,0 0-15 15,0 0-18-15,0 0-16 0,0 0-1 16,0 0-11 0,0 0 19-16,0 0-16 0,0 0 8 15,0 0 4-15,0 0-10 16,0 0 10-16,0 0-10 15,0 0-5-15,12 0 1 16,16-5-12-16,37 5 11 16,31-4 10-16,28-4 9 15,19 0-5-15,9 5 10 16,-4-5-11-16,-14 8-8 16,-13 0 0-16,-22 0 0 15,-18 0-4-15,-23 0 13 16,-11 0-18-16,-7 0 19 0,1 8-17 15,-7-8 14-15,-6 3-10 16,-22 2 3-16,6-5-3 16,-12 3-12-16,0 1-38 15,0 4-94-15,0 8-282 16</inkml:trace>
  <inkml:trace contextRef="#ctx0" brushRef="#br0" timeOffset="5176.85">10173 14594 306 0,'0'0'285'0,"0"0"-265"0,0 0-18 0,0 0 18 0,0 0-6 0,0 0 14 16,0 0 3-16,0 0 14 16,0 0-1-16,0 0 37 15,0 0 11-15,0 0-57 16,0 0-11-16,0 0-12 15,0 0 17-15,0 0-10 16,0 0 21-16,0 0-27 0,0 0 7 16,0 0-4-1,25 0-4-15,22 0-10 0,21-8-2 16,19 8 12-16,24-17-11 16,10-6 15-16,13 7-13 15,33-17 20 1,0 13-13-16,1 1 4 0,-1 6-7 15,-21 13-5-15,-13 0 6 16,-24 0-5-16,-22 0-6 16,-19 0 9-16,-37 0-9 15,-3 0 9-15,-28 0-12 16,0 0 6-16,0 0-4 0,0-15-4 16,0-21-13-1,-28 7-66-15,-53 5-492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2T22:45:54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14756 2538 314 0,'0'0'70'0,"0"0"-16"0,0 0-33 0,0 0 3 0,0 0-22 0,0 0-4 0,0 0 4 0,0 0 12 0,0 0 12 16,0 0-16-16,0 0 33 15,0 0-36-15,0 0-6 16,0 0-1-16,0 0-7 0,0 0-3 16,0 0 10-16,0 0 23 15,0 0 30-15,0 0 79 16,0 0 47-16,0 0-106 16,0 0-56-16,0 0-5 15,0 0-8-15,0 0-6 16,0 0 2-16,0 0-5 15,0 8-1-15,0 24 12 16,0 0-12-16,-6-7 15 16,6 3-15-16,0-12 17 15,0-1-7-15,0-7 0 16,0-8 22-16,0 0 32 0,0 0-30 16,0 0 11-16,-6-8-16 15,6-51 15-15,0-13-34 16,0-41 6-16,0-3-6 15,0-9 2-15,0 12-3 16,0 22-4-16,0 15 2 16,0 7-1-16,0 9 0 15,0-4 3-15,0-13-12 16,0 5 16-16,28 8-14 16,31 12 0-16,9 37 1 15,9 2 6-15,13-7-4 16,9-4-2-16,7-16 12 15,2-4-15-15,-8 0 7 0,-14 3-9 16,-33 21-39 0,-25 17-68-16,-28 3-63 0,0 8-172 15,-6 23-118-15</inkml:trace>
  <inkml:trace contextRef="#ctx0" brushRef="#br0" timeOffset="284.01">14576 2293 883 0,'0'0'53'0,"0"0"-21"0,0 0 37 0,0 0-39 0,0 0 15 0,0 0 3 0,140 0-48 15,-84-4-15-15,-4-7-77 16,1 3-18-16,-19 0-219 16,-15 8-162-16</inkml:trace>
  <inkml:trace contextRef="#ctx0" brushRef="#br0" timeOffset="700.34">15165 2563 450 0,'0'0'26'15,"0"0"-21"-15,0 0 63 16,0 0-4-16,0 0-14 16,0 0 104-16,0 51-12 15,7-51-68-15,11-51-38 16,16-18 36-16,7-19-17 0,-1-1-11 16,0 14-14-16,1-2-24 15,-1 13 6 1,6 4-8-16,-11 12-8 0,-1 20 8 15,-16 12-9-15,-5 16-11 16,8 0-17-16,-8 16 5 16,-7 51 28-16,0 22-5 15,-6 11 8-15,0 5-6 16,0 3-9-16,0 0 7 16,0-4-28-16,0-7 9 15,0-9-11-15,0-20-3 16,0-19-16-16,0-26-101 15,0-19-74-15,0-4-78 0</inkml:trace>
  <inkml:trace contextRef="#ctx0" brushRef="#br0" timeOffset="934.07">15438 2610 713 0,'0'0'128'0,"0"0"-44"0,0 0 18 0,0 0-98 0,0 0 17 0,0 0-17 0,329-60-4 0,-248 36 0 0,-10-4-27 0,-3 0-63 15,-15 0-83-15,-13 0 32 16,-18 0-101-16</inkml:trace>
  <inkml:trace contextRef="#ctx0" brushRef="#br0" timeOffset="1231.94">15906 1885 784 0,'0'0'343'0,"0"0"-288"15,0 0-12-15,0 0-31 16,0 0-5-16,202-290-14 15,-109 190-3-15,-6 0-57 16,-13 28-85-16,-15 20-242 16,-25 16 45-16</inkml:trace>
  <inkml:trace contextRef="#ctx0" brushRef="#br0" timeOffset="1782.22">16871 1816 577 0,'0'0'124'0,"0"0"-102"16,0 0 112-16,0 0-16 16,0 0-55-16,0 0-42 0,-202 28 14 15,140-12-14 1,3 9-20-16,-6 19 11 0,-15 15 3 16,-1 26 8-16,0 15-18 15,7 8 21-15,27-3-20 16,29-17 21-16,18-16-27 15,0-16-2-15,59-8-1 16,34-4 6-16,21-19-6 16,14-14 9-16,5-11-12 15,-12 0-22-15,-16-20 18 16,-18-27-4-16,-31-2 9 16,-25 9-20-16,-9 8-22 0,-22 12 23 15,0 8 23-15,0 12 1 16,0 0 8-16,6 0-8 15,-6 0-1-15,6 0 0 16,6 12-11-16,16 24 12 16,0 5 2-16,3 6 1 15,3 6-6-15,7-9-8 16,-1-13 1-16,7-10-244 16,-1-17 33-16,-12-4-158 15</inkml:trace>
  <inkml:trace contextRef="#ctx0" brushRef="#br0" timeOffset="2286.66">17305 1869 948 0,'0'0'134'0,"0"0"-75"0,0 0 28 0,0 0-58 0,0 0-16 0,0 0-13 15,-22 0-12-15,22 0-57 0,0 0-139 16,6 8-194-16,10 3-135 16</inkml:trace>
  <inkml:trace contextRef="#ctx0" brushRef="#br0" timeOffset="2697.67">17832 1913 634 0,'0'0'101'15,"0"0"-2"-15,0 0-34 16,0 0 10-16,0 0-70 16,-99 236 3-16,52-151-5 15,7-2 1-15,6-2-4 16,21-21 0-16,4-4 33 15,9-15-22-15,0-18 17 16,9-7-21-16,63-16 3 16,21 0-6-16,22 0 53 15,5 0-21-15,-14-12-15 0,-32 8-21 16,-21 4 1 0,-6 0-6-16,-20 0 8 0,-8 0-6 15,3 0-47-15,-4 16-11 16,4 4-21-16,-16-4-176 15,7 12-155-15</inkml:trace>
  <inkml:trace contextRef="#ctx0" brushRef="#br0" timeOffset="41572.1">19289 5414 348 0,'0'0'144'0,"0"0"-112"0,0 0 30 0,0 0-24 0,0 0-10 0,0 0-21 15,0 0 60-15,-6 67-3 0,6-54 7 16,0-1-5-1,0 4-1-15,0 8-31 0,0 0-5 16,-6 5-5-16,-3 2-18 16,-4 5 17-16,7 5-17 15,-6 3 15-15,-10 0-20 16,10 7 8-16,-10 2-9 16,9 2 2-16,-5-2-2 15,8 7 0-15,-2-7-3 16,6-6 6-16,6-14-8 15,0-13 0-15,0-16 4 16,0-4-8-16,0 0 5 16,0 0 8-16,0 0-3 0,0 0 5 15,0 0-3 1,0 0 15-16,0 0-13 0,0 0-7 16,0 0 13-16,0 0-15 15,18 0 8-15,23 0-1 16,15 0-1-16,15-4 3 15,3 0-4-15,13-1 3 16,-6 5-8-16,-1 0 9 16,7-3-11-16,-12 3 12 15,-16-5-4-15,-7 2-2 16,-11-2 0-16,-14 2-3 16,-20 3-2-16,11 0-5 15,-18-4-22-15,0-9 8 16,16-6-44-16,-16-14-65 15,0 2-284-15</inkml:trace>
  <inkml:trace contextRef="#ctx0" brushRef="#br0" timeOffset="42397.33">19389 5450 476 0,'0'0'124'0,"0"0"-110"0,0 0 5 0,0 0 20 0,0 0 16 0,0 0-8 0,74-5 55 0,-40 5-39 0,25 0-21 15,9-11-33-15,4-6 16 16,2 2-24-16,0-6 7 16,-15 10-5-16,-18 11 5 15,-14 0-8-15,-20 0 0 0,5 0-3 16,-12 0 6-16,0 0-11 16,0 0 10-16,0 0-4 15,0 0 4-15,0 0 9 16,0 0-7-16,0 0-2 15,0 0 1-15,0 0 3 16,0 0-2-16,6 0-1 16,-6 19 2-16,22 14-3 15,-16-2 15-15,7 10-17 16,-4 3 2-16,-9 4 7 16,0 1-8-16,0 2-1 15,0 6 6-15,0-5 12 16,-16-1 0-16,-2 2 30 15,2-9-29-15,-2 0 4 16,11-3-16-16,-14 3-5 0,-4-5-2 16,3 2-10-16,10-5-21 15,-10 4-94-15,16-4-127 16,0-8-170-16</inkml:trace>
  <inkml:trace contextRef="#ctx0" brushRef="#br0" timeOffset="43113.47">19302 5466 82 0,'0'0'420'0,"0"0"-319"0,0 0-49 0,0 0-6 0,0 0 34 0,0 0 36 0,294-141-34 0,-207 89-38 0,-6 13-22 16,-13 6-21-16,-31 9-1 15,3 12-5-15,-24 0-61 16,9 12-128-16,-19 0 22 16,-6 0-92-16</inkml:trace>
  <inkml:trace contextRef="#ctx0" brushRef="#br0" timeOffset="43630.42">19990 5430 448 0,'0'0'43'0,"0"0"-2"0,0 0 27 0,0 0-8 16,0 0-37-16,0 0 29 0,-12-5-14 0,52-14 63 0,0-6-5 0,1 5-60 0,-1 4-14 15,0-4-21-15,1 1 2 16,5-2-3-16,1-3-25 16,-1 5-56-16,-6-2-125 15,-15 9 79-15,15 12-99 16</inkml:trace>
  <inkml:trace contextRef="#ctx0" brushRef="#br0" timeOffset="44329.23">19909 6220 455 0,'0'0'56'0,"0"0"-30"0,0 0 2 0,0 0-11 16,0 0-3-16,0 0 15 15,41 0 60-15,-35 0-29 0,3 0 6 16,-9 0 38-16,0 0-43 15,0 0-41-15,6 0-15 16,1 0 0-16,27 0 8 16,0 0 16-16,19-32-18 15,6-12 17-15,15-8-16 16,-9-1 2-16,3 9-13 16,-21 3 9-16,-13 18-10 15,-16 10-15-15,-2-6-23 16,-4 7-32-16,-5-8-98 15,21-1-83-15,-16-2-89 16</inkml:trace>
  <inkml:trace contextRef="#ctx0" brushRef="#br0" timeOffset="44944.94">20527 5265 141 0,'0'0'120'0,"0"0"-120"0,0 0-71 0,0 0 71 0,0 0 49 0,0 0-31 0,34-12 51 0,-34 12 100 0,0 0-47 0,0 0-47 16,0 0 87-16,0 0-62 15,0 0-65-15,0 0-32 16,0 0-3-16,0 0-11 15,0 0 6-15,0 12 5 16,0 29 29-16,0 11 12 16,0 12-25-16,0-5-5 15,0 2-10-15,0-12-2 16,0-2 1-16,0 1-7 16,-10-7-4-16,-2-2-33 15,-16 2 9-15,9-13-64 0,-2-17-33 16,2-11-66-16</inkml:trace>
  <inkml:trace contextRef="#ctx0" brushRef="#br0" timeOffset="45462.17">19897 5177 521 0,'0'0'226'0,"0"0"-176"0,0 0-50 0,0 0 20 0,0 0-3 0,0 0 85 16,261-9-8-16,-147-2-68 0,7-1 41 16,-15-1-57-16,-7 6 2 15,-19-5-12-15,-24 3-15 16,-19 9-37-16,-27 0-94 15,-10 0-290-15</inkml:trace>
  <inkml:trace contextRef="#ctx0" brushRef="#br0" timeOffset="46761.11">19389 6737 94 0,'0'0'223'0,"0"0"-120"15,0 0 7-15,0 0-57 0,0 0-14 0,0 0 5 0,-7 0 29 0,7 0-32 0,0 0 14 16,0 0 44-16,0 0-10 16,0 0-49-16,0 0 22 15,0 0-25-15,0-28-17 16,0-16-19-16,0-20 6 16,7 0-10-16,14-1 7 15,-8 1-8-15,-13 24-5 0,0 13 1 16,0 14 8-16,0 13 0 15,0 0 12-15,0 0-4 16,0 0-8-16,0 16-17 16,-28 17-28-16,3 14-59 15,-15-3-136-15,-1 1 66 16,-11-9-77-16</inkml:trace>
  <inkml:trace contextRef="#ctx0" brushRef="#br0" timeOffset="47544.06">20232 6668 249 0,'0'0'36'0,"0"0"-11"0,0 0 56 0,0 0 66 0,0 0-93 0,0 0-5 0,0 0-24 0,0 0 16 16,0 0 10-16,0 0 52 15,6 0 30-15,-6 0-57 16,0 0 5-16,0 0-40 16,0-15-10-16,0-17-30 0,0-1 5 15,0 13-1-15,0-3-6 16,0 10 2-16,0-3-1 15,0 13 0-15,0-9-1 16,0 4-4-16,0-13-27 16,0 9 6-16,0-7-56 15,0 10 15-15,0 9-10 16,0 0 56-16,-18 0 0 16,-23 25-20-16,-5 11-161 15,-4-13-164-15</inkml:trace>
  <inkml:trace contextRef="#ctx0" brushRef="#br0" timeOffset="48592.28">20973 5594 58 0,'0'0'370'0,"0"0"-274"0,0 0-21 0,0 0-70 0,0 0 8 0,0 0-8 0,0 0 28 0,0 0-2 0,0 0 55 15,0 0 51-15,0 0-38 16,0 0-36-16,0-8-12 15,0-17-12-15,0-11-38 16,0-8-2-16,6-3 6 16,22-6-7-16,-9 9 2 15,-4 21 0-15,-9 7-1 0,-6 11 1 16,0 5 4 0,0 0-4-16,0 0-2 0,0 0-21 15,-6 13-6-15,-28 18-25 16,0 2 1-16,-13 3-200 15,13-12-1-15</inkml:trace>
  <inkml:trace contextRef="#ctx0" brushRef="#br0" timeOffset="49309.06">20424 4929 326 0,'0'0'175'0,"0"0"-140"0,0 0 6 0,0 0 10 0,0 0 14 0,0 0 85 0,0-52-57 0,0 31-47 0,16-7-40 16,-4 0 18-16,-6 0-23 15,0 8 30-15,-6 16-13 16,0-5-8-16,0 9 1 16,0 0-8-16,0 0-3 0,0 0-7 15,0 0-14-15,0 0-76 16,0 0-273-16</inkml:trace>
  <inkml:trace contextRef="#ctx0" brushRef="#br0" timeOffset="49991.32">19677 5109 439 0,'0'0'104'0,"0"0"-25"0,0 0-22 0,0 0 16 0,0 0-2 0,0 0-71 0,6-96-9 16,7 68-11-16,2 0 17 16,-9 3 6-16,-6 9 1 15,0 8 8-15,0 8 22 16,0 0 0-16,0 0-7 15,-21 8-13-15,-10 20-14 16,9 5-35-16,9-14-96 16,7-11-45-16,-9-8-107 15</inkml:trace>
  <inkml:trace contextRef="#ctx0" brushRef="#br0" timeOffset="50807.77">19116 5835 32 0,'0'0'231'0,"0"0"-120"0,0 0 14 0,0 0-39 0,0 0-12 0,0 0-17 0,0 0 45 16,0 0 35-16,0 0-50 16,0 0-41-16,0 0 31 15,0 0-41-15,0 0-11 16,0-12-17-16,0-16-7 15,0-4-2-15,0-1 3 16,0 13-11-16,0 4 5 16,0 16-3-16,0 0 3 15,0 0 3-15,0 0-12 0,-13 0-6 16,-8 16 11-16,-7 4-60 16,9-4 23-16,0 1-90 15,-2-14-284-15</inkml:trace>
  <inkml:trace contextRef="#ctx0" brushRef="#br0" timeOffset="100815.43">20886 12308 30 0,'0'0'191'0,"0"0"-156"0,0 0 6 0,0 0-29 0,0 0-12 0,0 0-32 0,6 0-56 0,-6 0-14 0,0 0 102 0,0 0 0 16,0 0 157-16,0 0-78 15,0 0-71-15,0 0-8 0,0 0-16 16,0 0-30-16,0 0-112 15</inkml:trace>
  <inkml:trace contextRef="#ctx0" brushRef="#br0" timeOffset="154269.26">21348 12609 91 0,'0'0'0'0,"0"0"-53"0</inkml:trace>
  <inkml:trace contextRef="#ctx0" brushRef="#br0" timeOffset="-211598.44">23007 4752 638 0,'0'0'80'0,"0"0"-1"0,0 0-35 0,0 0-11 0,0 0-27 16,0 0 19-16,0 0 25 15,0 23 15-15,0 2-18 16,0 16 30-16,0 3-16 16,6 12-54-16,13-1-7 15,9 9 12-15,12-11-21 16,7-9 23-16,-1-12-19 16,-6-15 10-16,1-14-10 15,-7-3 9-15,-3 0-4 16,15 0 18-16,10-36-12 15,9-44 7-15,10-25-6 16,-16-19-9-16,-4-20 4 0,-17-1-4 16,-4 26-10-16,-13 34 3 15,-8 41 6-15,-7 40-19 16,-6 4-13-16,0 12-196 16,-19 24-465-16</inkml:trace>
  <inkml:trace contextRef="#ctx0" brushRef="#br0" timeOffset="-211014.91">24309 5157 298 0,'0'0'164'0,"0"0"-35"0,0 0-30 0,0 0 47 16,0 0 6-16,0 0-91 16,0-4 36-16,0 0-50 0,19 0-35 15,21 0-6 1,16-5 11-16,-3 2-6 0,-7 3-9 16,-21-4-2-16,-3 8-2 15,-10-4-4-15,16-1-26 16,-3 2 19-16,3-10-32 15,-6 2-12-15,-22 2-6 16,0 1-80-16,-22 8-123 16,-43-8-278-16</inkml:trace>
  <inkml:trace contextRef="#ctx0" brushRef="#br0" timeOffset="-210880.1">24309 5157 1084 0</inkml:trace>
  <inkml:trace contextRef="#ctx0" brushRef="#br0" timeOffset="-210798.68">24309 5157 1084 0,'-266'-233'41'0,"371"233"-22"0,22 0 67 0,22 0-22 15,9-11-71-15,-77 11-58 16,-13 0-134-16,-49-8-447 15</inkml:trace>
  <inkml:trace contextRef="#ctx0" brushRef="#br0" timeOffset="-209862.38">25612 5370 489 0,'0'0'130'0,"0"0"-35"0,0 0-37 0,0 0 0 0,15 0 25 0,-15 0 14 0,0-12-37 0,0-17-18 0,0-2 15 16,0-6-50-16,0-26 12 15,0-14-8-15,6-12-2 0,1-2-9 16,-7 6 0 0,0 9-2-16,0 16 1 0,0 20-3 15,0 16 8-15,0 24-2 16,0 0 10-16,-35 0-21 15,1 39 19-15,-31 18-20 16,-3 11-7-16,3-8-67 16,-16-8-25-16,7-4-227 15,-13-4-206-15</inkml:trace>
  <inkml:trace contextRef="#ctx0" brushRef="#br0" timeOffset="-209017.56">26015 4218 479 0,'0'0'156'0,"0"0"-71"0,0 0 3 0,0 0 59 0,0 0-69 0,0 0-30 0,-16-27-7 16,16 15-32-16,0-4-9 16,28 3-6-16,6 5-1 15,-9 8 7-15,15 0-5 0,-18 0-16 16,-10 4 0 0,-12 32 12-16,0 9-3 0,0 7 2 15,-40-4 0-15,6-8 8 16,9-8-27-16,19-13 12 15,6-10-16-15,0-1-135 16,6-8 44-16,47 0 76 16,-7 0 28-16,-11 0 20 15,-17 0 9-15,-18 4 4 16,0 8 43-16,0 8-27 16,0 8 22-16,0 8-22 15,-6-4-20-15,-22-4-8 16,-3-3-1-16,-3-14-42 15,-6 6-56-15,-7 2 57 16,1-2-158-16,-1-1-26 0</inkml:trace>
  <inkml:trace contextRef="#ctx0" brushRef="#br0" timeOffset="-208634.41">26790 5065 607 0,'0'0'228'0,"0"0"-51"0,0 0-130 0,0 0-24 0,0 0-1 0,0 0-12 0,198-13-20 0,-142 13-29 0,-9 0-56 16,-23 0-191-16,-17 0 73 16</inkml:trace>
  <inkml:trace contextRef="#ctx0" brushRef="#br0" timeOffset="-208434.34">26790 5065 955 0,'-248'-144'104'15,"248"144"-97"-15,40 0 34 0,19 0 7 16,9 0-31 0,-15 0-17-16,6 0-31 0,-3 0-46 15,-4 0-213-15,-11 0-130 16</inkml:trace>
  <inkml:trace contextRef="#ctx0" brushRef="#br0" timeOffset="-208000.99">27912 5201 25 0,'0'0'733'0,"0"0"-616"15,0 0 3-15,0 0-67 16,0 0 12-16,0 0-46 16,59-177 23-16,-37 94-28 15,3-6 9-15,-10 21-12 16,-9 8-10-16,-6 24 13 0,0 15 2 16,0 10 2-16,0 11-17 15,-21 0 13-15,-10 0-14 16,-10 0 0-16,-14 32-17 15,-26 12 16-15,22 8-14 16,-15 5-10-16,33-6-34 16,23-14-73-16,5-14-267 15</inkml:trace>
  <inkml:trace contextRef="#ctx0" brushRef="#br0" timeOffset="-195846.72">2698 12352 274 0,'0'0'0'0,"0"0"-186"0,0 0 130 0</inkml:trace>
  <inkml:trace contextRef="#ctx0" brushRef="#br0" timeOffset="-195312.02">2698 12352 22 0,'0'0'183'0,"74"0"-127"0,-52 0-11 16,-10 0 88-16,1 0-71 15,-7 0-38-15,3 0 14 16,-9 0 49-16,0 0 21 16,0-5 50-16,0-6-38 15,0 11-4-15,0 0-41 16,0-8-57-16,0 4 3 16,-9-9-19-16,-10 2 18 15,-9-6-17-15,3-2 14 16,-15-6-14-16,-28-6 13 15,3 6 10-15,-16-3-17 0,-27 1-5 16,-13 7 0-16,-13 12-3 16,7 8 2-16,0 0 10 15,-19 0-12-15,19 15 15 16,-6 21-16-16,34 4-5 16,30 16 4-16,35 8-25 15,16 25 15-15,2 12-1 16,16-1 8-16,0 3-4 15,0-6 8-15,62-4-4 16,31-13-1-16,28 0-5 16,31-16-8-16,3-8 10 15,-15-8-9-15,2-16 15 0,-42-15 2 16,-7-6-9 0,6-11 13-16,-3-11-4 0,-3-46 4 15,28-39-4-15,-3-17 0 16,-10-19 0-16,-21-1-4 15,-34 10 7-15,-53 22-6 16,0 6-13-16,-25 10-6 16,-65 21-27-16,-22 16 21 15,-36 19 20-15,-17 25-13 16,-36 4-32-16,-7 25 26 16,6 39 24-16,4 16-3 15,37 8 1-15,34 8-8 16,40-11-146-16</inkml:trace>
  <inkml:trace contextRef="#ctx0" brushRef="#br0" timeOffset="-111451.39">12558 7547 377 0,'0'0'124'0,"0"0"-49"0,0 0-16 0,0 0-18 0,0 0 9 0,0 0 9 0,0 0 0 0,0 0-17 0,0 0 0 0,0 0-34 0,0 0 24 16,0 0 2-16,0 0-14 15,0 0 10-15,0 0-16 16,0 0 4-16,0 0-10 16,0 0-11-16,0 0 17 15,0 0-3-15,0 0-5 16,0 0 26-16,0 0-13 15,0-19-2-15,0-10-11 16,0-7-3-16,0-9-4 16,0 2 6-16,0-5-9 15,12-8 4-15,10 12-3 16,-10-1-10-16,10 21-25 16,-16 4 6-16,7 12 6 0,-13 8 24 15,0 0-14 1,6 0 13-16,0 12-12 0,9 20 10 15,4 9 10-15,-13 2-3 16,4-11-2-16,2 13-25 16,-6-5-18-16,-6 0 43 15,0-4-3-15,0-4 9 16,0-8-8-16,0-8 2 16,6-8-22-16,-6-4-160 15,0-4-49-15,0 0-240 16</inkml:trace>
  <inkml:trace contextRef="#ctx0" brushRef="#br0" timeOffset="-111200.2">12657 7427 496 0,'0'0'91'0,"0"0"-72"0,0 0-19 0,0 0-13 0,0 0-36 15,0 0-51-15,109-24-75 0</inkml:trace>
  <inkml:trace contextRef="#ctx0" brushRef="#br0" timeOffset="-110384.14">13807 7202 240 0,'0'0'127'0,"0"0"-11"0,0 0-42 0,0 0-32 0,0 0 36 0,0 0-18 0,-6 180 26 0,6-144 29 16,0-3-72-16,0-9-28 0,13-4-12 16,2-4-3-1,-9-4 4-15,-6-4-9 0,0 0-12 16,0 0 1-1,0-8-34-15,0 0-79 0,0 0-17 16,0 0-72 0,0 0-200-16</inkml:trace>
  <inkml:trace contextRef="#ctx0" brushRef="#br0" timeOffset="-109800.85">13727 7194 383 0,'0'0'10'15,"0"0"-7"-15,0 0 51 16,0 0-13-16,0 0-31 16,0 0-6-16,149-12-1 0,-137 12-6 15,0 20 14-15,-12 0-5 16,16-4 27-16,-16 4 3 15,0 1-10-15,0 2 4 16,0 6 5-16,0-1 3 16,0 0-1-16,-16-4-14 15,4-12 19-15,12-12-31 16,0 0-11-16,0 0-18 16,0 0-46-16,0 0-5 15,0 0 62-15,40 0-1 16,-12 0 10-16,-3 0-5 15,-10 0 6-15,-8 0-2 0,-7 0 0 16,0 8 41 0,0 15 12-16,0 10 99 0,-7 8-59 15,-42 6-56 1,2 1-3-16,-5-12-14 0,-1-3-10 16,6-17-8-16,7-16-6 15,18 0-31-15,4 0-46 16,18-25-58-16,0-7-185 15</inkml:trace>
  <inkml:trace contextRef="#ctx0" brushRef="#br0" timeOffset="-108918.73">14738 7282 10 0,'0'0'305'0,"0"0"-174"0,0 0-11 0,0 0-58 0,0 0-23 0,0 0 24 16,0 8-8-16,0-8 54 15,0 0-33-15,0 12-9 16,0-4-16-16,0 5 1 15,-22 10-36-15,-9 6-3 16,3 3-4-16,0 8-3 16,16 0-9-16,5 1 8 15,1-2 3-15,6 2-6 16,0-10-1-16,6-11-1 16,47 1-6-16,9-21 0 0,16 0-25 15,8 0-11 1,-5-36-34-16,-13-5-115 0,-27-3-98 15</inkml:trace>
  <inkml:trace contextRef="#ctx0" brushRef="#br0" timeOffset="-108150.91">14691 8397 176 0,'0'0'0'0,"0"0"-84"0,0 0 24 0,0 0 60 0,0 0 148 15,0 0-24-15,0-39 66 16,0 39-63-16,0 0 2 15,0 0 29-15,0 0-77 16,0 0-28-16,0 0-27 16,0 0 31-16,0 0-2 15,0 0-25-15,0 7-28 16,12 14 13-16,-5 2-2 0,8 6-9 16,4-6-4-1,-7 10 0-15,4-2-3 0,-10 2-18 16,-6-5 7-16,6-4-51 15,-6-12-24-15,0-8-211 16,0-4-120-16</inkml:trace>
  <inkml:trace contextRef="#ctx0" brushRef="#br0" timeOffset="-107784.29">14617 8726 491 0,'0'0'30'0,"0"0"-20"0,0 0 39 16,0 0-4-16,0 0-21 15,0 0 35-15,220-80-20 16,-205 56 19-16,-2 8 65 15,-13 0-43-15,0-4-24 16,0-4-21-16,0-8 0 16,0-12-28-16,0 4-7 15,0-4 4-15,-7 11-11 16,-27 9 14-16,-6 9-7 16,6 7 0-16,0 3 0 0,-6 5-1 15,2 0-1-15,4 0-3 16,6 16-14-16,10 12-33 15,2 0-107-15,-2 0-229 16</inkml:trace>
  <inkml:trace contextRef="#ctx0" brushRef="#br0" timeOffset="-107053.36">14638 9524 347 0,'0'0'77'0,"0"0"-77"0,0 0-51 0,0 0-7 0,0 0 50 0,0 0 8 0,7 0 185 0,-7 0-58 0,0 0-11 16,0 0 20-16,0 0-57 16,0 0-22-16,0 0-41 15,0 0 12-15,0 0-20 16,0 0 16-16,0 0-11 15,0 20-12-15,0 4-1 16,0 1 2-16,12-1-6 16,16-1 15-16,3-2-22 15,15-6 5-15,4 2 6 16,3-9-8-16,-1-5-8 16,1-3-1-16,3 0-45 15,-10 0-33-15,-21-15-106 16,-3-9 14-16,-22-4-107 15</inkml:trace>
  <inkml:trace contextRef="#ctx0" brushRef="#br0" timeOffset="-106720.31">14691 9436 565 0,'0'0'61'0,"0"0"-13"0,0 0-16 0,0 0-10 0,0 0 27 0,0 0 54 0,6 0-66 0,0 0-24 16,7 0-10-16,2 0-3 16,-8 0-14-16,-1 0-73 15,-6 0-12-15,0 0 4 16,0 0-22-16,0-4-136 16</inkml:trace>
  <inkml:trace contextRef="#ctx0" brushRef="#br0" timeOffset="-106520.21">14691 9436 676 0,'-6'-184'107'16,"18"184"-16"-16,1 0 48 15,2 0-99-15,4 0-28 16,9-5-11-16,3-6-1 15,18-9 0-15,-12-8-46 16,4-4-12-16,-13 4-192 0,-16 8-79 16</inkml:trace>
  <inkml:trace contextRef="#ctx0" brushRef="#br0" timeOffset="-73799.05">4257 9585 129 0,'0'0'133'0,"0"0"-120"0,0 0-13 15,0 0 0-15,0 0 8 0,0 0 6 0,0 0 42 0,0 0 8 0,0 3 11 16,0-3-16-16,0 0-7 16,0 0-27-16,0 0-12 15,0 0-7-15,0 0-3 0,0 0 33 16,0 0 14 0,0 0 65-16,0 0-43 15,0 0-20-15,0 0-47 0,0 0 3 16,0 0-5-16,0 0-6 15,0 0 1-15,0 0-1 16,0 0 3-16,0 0-1 16,0 0-4-16,0 0 10 15,0 5 4-15,0-5-7 16,0 0 24-16,0 0-23 16,0 0-1-16,0 0-2 15,0 3 3-15,0 5-11 0,0 5 16 16,0-1-12-16,0-1 8 15,0 2-6-15,0-5 2 16,0-1 0-16,0-2 3 16,0-2 8-16,0-3-10 15,0 0 5-15,0 0-12 16,0 0 9-16,0 5-6 16,0-5-9-16,0 0 12 15,0 0-4-15,0 0 4 16,0 0 8-16,0 0-2 15,0 0 19-15,0 0-9 16,0 0 7-16,0 0-19 16,0 0-2-16,0 0 6 15,0 0-7-15,0 0 14 16,0 0 0-16,0 0 2 0,0 0-16 16,0 0-1-16,0 0-6 15,0 0-26-15,0 0-58 16,0 0-208-16,0-8-297 15</inkml:trace>
  <inkml:trace contextRef="#ctx0" brushRef="#br0" timeOffset="-70551.39">4164 9721 245 0,'0'0'29'0,"0"0"-25"0,0 0-1 0,0 0 22 0,0 0 17 16,0 0 92-16,0 0-99 16,0 4-23-16,0-4-11 15,0 0 11-15,0 0 24 16,0 0-21-16,0 0 16 15,0 0 13-15,0 0 34 0,0 0-32 16,0 0 6-16,0 0-45 16,0 0-5-16,0 0-2 15,0 4-1-15,0 4-8 16,0 0 18-16,0 8 18 16,0-8 12-16,-9 4 0 15,3 0-35-15,6-4 7 16,0 0-5-16,0 4-4 15,0-8-2-15,0 0 13 16,0-4-11-16,0 0 4 16,0 0 28-16,0 0-33 0,0 0 12 15,0 0-9 1,0 0 3-16,0-20-3 0,0 4-1 16,0-12 15-16,15-12-15 15,10-4-3-15,3 0 8 16,12-8-15-16,7-1 7 15,-1-3-2-15,1 1-19 16,-7 22 7-16,-21 9 0 16,-4 7 5-16,-9 17 7 15,-6 0-11-15,0 0 7 16,0 0 10-16,0 21-8 16,0-9 8-16,0 4-6 15,0-4 2-15,0 1 0 16,0 6-5-16,0 6 12 0,0 6-9 15,0 5 5-15,0-3-6 16,0-2 3-16,0 2 0 16,0-1 0-16,0 0-5 15,0-4 5-15,0-4-24 16,0 0-17-16,0-12-54 16,0-4 18-16,0-8 21 15,0 0 29-15,0 0-3 16,0 4-41-16,0-4-106 15,0 0-119-15</inkml:trace>
  <inkml:trace contextRef="#ctx0" brushRef="#br0" timeOffset="-69901.42">4229 9640 113 0,'0'0'260'0,"0"0"-192"0,0 0-10 0,0 0 20 0,0 0-10 0,0 0-56 0,-12 0 14 0,12 0 1 0,0 0 35 16,0 0 76-16,0 0-44 16,0 0-43-16,0 0-17 15,0 0 30-15,0 0-41 16,0 0 9-16,0 0-25 15,0 0 12-15,0 0-15 16,34 0-3-16,19 0 8 16,6 0-6-16,-7 0 2 15,4 0 5-15,-16 0-9 16,-9 0 3-16,-3 0-5 16,-9 0 1-16,-3 0 0 15,-4 0-33-15,22-3-28 16,-6-5-38-16,3-4 14 0,-3 12-51 15,-22 0-95-15,-6 0-131 16</inkml:trace>
  <inkml:trace contextRef="#ctx0" brushRef="#br0" timeOffset="-63839.31">5426 9368 247 0,'0'0'183'0,"0"0"-90"0,0 0-34 16,0 0 0-16,0 0-22 0,0 0 50 0,0-4-7 0,0 4-20 0,0 0-17 0,0 0-8 0,0 0 13 15,0 28-37-15,0 20 5 16,0 13-11-16,0-10-10 16,0 6 13-16,0-17-16 15,0-13-4-15,0-6-11 16,0-14-53-16,0-7-164 16,0 0-90-16</inkml:trace>
  <inkml:trace contextRef="#ctx0" brushRef="#br0" timeOffset="-62991.49">5380 9172 181 0,'0'0'235'0,"0"0"-162"0,0 0-8 0,0 0-56 0,0 0-1 0,0 0-14 0,127-61 12 0,-93 58-7 16,-3 3 3-16,3 0 12 15,0 0-9-15,-6 0 1 16,-3 0-6-16,-3 15-8 16,-10 9-4-16,-6 9 10 0,-6 3-3 15,0-5 10 1,0 5-4-16,0-8-1 16,-34 5-12-16,-12-5-8 15,-1-4-7-15,7-7 6 0,6 2 21 16,15-15 43-16,13 0-24 15,6-4-19-15,0 0-9 16,0 0-44-16,0 0-36 16,12 0 84-16,29 0-11 15,-14-8-39-15,4 4-62 16,-9 4 17-16,-9 0 67 16,-13 0 33-16,0 0 46 15,0 0 93-15,0 0 17 16,0 12-46-16,0 13-85 0,0-5-25 15,-13 3-7 1,-9-2-5-16,4-6-14 0,5-7 26 16,7 0 2-16,-3-3 26 15,9-5 16-15,0 0 3 16,0 0-35-16,0 0-12 16,0 0-28-16,0 0-25 15,40 0 52-15,-6 0-10 16,-6 0 7-16,-22 8-26 15,-6 20 30-15,0 0 59 16,0 4-25-16,-6-4-23 16,-28-13-11-16,0 2 0 15,9-1-13-15,-9-8-288 0</inkml:trace>
  <inkml:trace contextRef="#ctx0" brushRef="#br0" timeOffset="-60225.33">5420 8278 219 0,'0'0'79'0,"0"0"-24"0,0 0 54 0,0 0-61 0,0 0-29 0,0 0 13 0,0 0 3 15,0 0-10-15,-16 0-10 16,10 0 23-16,0 0 24 16,-6 0-3-16,12 0 9 15,-13 0-32-15,13 0-7 16,0 0-24-16,0 0-10 15,0 0-7-15,0 0 1 16,0 0 3-16,0 0 8 16,0 0 26-16,0 0 19 15,0 0 11-15,0 0-51 16,0 0 2-16,0 0 5 0,0 0-20 16,0 0 8-16,0 0-3 15,0 15-4-15,0 17 7 16,0 8 15-16,0 1-12 15,0-2-6-15,0 5 11 16,0-8-17-16,0 0 5 16,0-7 1-16,0-9 2 15,0-12-4-15,0-8-86 16,0 0-235-16</inkml:trace>
  <inkml:trace contextRef="#ctx0" brushRef="#br0" timeOffset="-59444.4">5225 8225 605 0,'0'0'41'0,"0"0"-15"0,0 0-9 0,0 0-13 0,0 0-1 16,0 0-5-16,195-24 2 15,-170 24 0-15,3 0-10 16,-7 0 22-16,-2 0-1 15,0 0-8-15,-4 12-6 16,-9 8 0-16,-6 0-5 16,0 8-3-16,0-3 7 0,0 2-6 15,0-10 20-15,0-6 5 16,0-2-10-16,0-9 14 16,0 0-19-16,0 0-10 15,0 0-26-15,28 0 22 16,3 0 1-16,3 0 20 15,-21 0-15-15,-13 0 16 16,0 0-5-16,0 0 17 16,0 3 47-16,0 21 12 15,-19 4-9-15,-15 8-14 16,0 5-34-16,-19 7-19 16,0-4-3-16,-15-3-27 15,3-13-121-15,3-25-59 16,31-3-315-16</inkml:trace>
  <inkml:trace contextRef="#ctx0" brushRef="#br0" timeOffset="-55262.71">6769 9347 7 0,'0'0'91'0,"0"0"-91"0,0 0 0 0,0 0 2 0,0 0 157 0,0 0-35 0,0 0 49 0,0 0-107 0,0 0 5 16,0 0 12-1,0 0 6-15,0 0 1 0,0 0-54 16,0 0 1-16,0 0-22 16,-6 0 37-16,6 0-32 15,-7-3 2-15,1-1-10 16,0 0-3-16,-3 4-9 15,2 0 4-15,1 0-15 16,0-4 23-16,-6 4-6 16,-4 0-3-16,-2 0-6 15,-23 0 5-15,13 0-5 16,-3 0 3-16,-3 4-3 16,-12 24-2-16,24 12-1 15,3 8 2-15,19-4-5 0,0 0 3 16,0-8-4-1,41-8-11-15,30-15-25 0,3-1-19 16,19-12-85-16,-18 0-82 16,-22 0-91-16</inkml:trace>
  <inkml:trace contextRef="#ctx0" brushRef="#br0" timeOffset="-54096.71">6697 8314 93 0,'0'0'242'0,"0"0"-229"0,0 0 62 0,0 0 10 0,0 0-28 0,0 0-20 0,-9-17-33 0,3 17 10 16,-6 0 49-16,-1 0 61 16,-9 0 6-16,16 0-107 15,-22 0-12-15,4 0-11 16,-4 20-6-16,9 0-3 16,-3-4 8-16,4 4-7 15,12-4 16-15,-4 4 6 16,-8 4-7-16,11 4 21 0,1 0-28 15,6 1 8 1,-9-5-8-16,9-8 0 0,0-4-10 16,0-8-56-16,34-4-24 15,6 0 10-15,22-8 29 16,-21-28-110-16</inkml:trace>
  <inkml:trace contextRef="#ctx0" brushRef="#br0" timeOffset="-53166.34">6697 7258 433 0,'0'0'36'0,"0"0"-30"0,0 0-6 0,0 0-4 0,0 0 4 0,0 0 3 0,13-20 51 0,-13 20 22 0,0 0 5 0,0 0-5 0,0 0-11 15,0 0-63-15,0 0 2 16,0 0 8-16,0 0 25 16,0 0-3-16,0 0-19 15,0 0-1-15,-28 0-10 16,-19 8-4-16,23 4 3 15,-10 1-14-15,-1-2 22 16,23 9-7-16,-16-4 2 16,10 9 9-16,2-1-15 0,-3 8 1 15,19 4-1-15,0-8 2 16,0 1 1-16,0-14 10 16,35-2-26-16,23-13 12 15,1 0-15-15,10 0-96 16,-4 0-55-16,-3-21 18 15,-10-3-327-15</inkml:trace>
  <inkml:trace contextRef="#ctx0" brushRef="#br0" timeOffset="-49119.81">11677 5846 94 0,'0'0'454'0,"0"0"-440"0,0 0 1 0,0 0 8 0,0 0 15 0,0 0 9 0,0 0 30 0,-9 0-9 0,3 0-27 0,6 0 7 16,0 0-39-16,0 0-8 15,0 0 7-15,0 0-15 16,0 0 14-16,0 0 6 16,0 0 1-16,0 0 6 15,0 0 14-15,0 0-21 16,0 0-4-16,62 0 2 15,9-11 9-15,50 3-20 0,28-4 8 16,15 4-6-16,25 0-4 16,13 4-12-16,9-9-6 15,-4 5 7-15,14-3-18 16,-20-9 26-16,-15 7 5 16,-18 1-6-16,-13 12 6 15,-22 0-2-15,-6 0 1 16,0 0-16-16,6 0-33 15,7 0 14-15,9 0-8 16,3-8-54-16,-3-23 54 16,-4-6 6-16,-24-3-15 15,-28 12-215-15</inkml:trace>
  <inkml:trace contextRef="#ctx0" brushRef="#br0" timeOffset="-48320.95">16322 5718 169 0,'0'0'89'0,"0"0"-28"0,0 0 26 0,0 0 29 0,0 0-55 0,0 0 28 15,40 181 8-15,-21-105-20 16,9 5 10-16,-3 7-40 16,-4-4 0-16,7-1-47 15,-9 6 10-15,-13 4-8 16,0 15-2-16,-6 28 4 15,0 8-1-15,16 5-6 16,-4 3 16-16,16 1-21 16,-3 4 15-16,-3 2-14 15,-10 6 10-15,-6-5-6 0,-6 1-8 16,0-9-42 0,-6-3-2-16,-34-17-85 0,6-20 57 15,15-31-45-15,-3-37-336 16</inkml:trace>
  <inkml:trace contextRef="#ctx0" brushRef="#br0" timeOffset="-46620.99">13286 6328 470 0,'0'0'108'0,"0"0"-86"0,0 0 6 0,0 0-28 0,0 0 6 0,0 0 7 0,81 0 9 0,-47 0 47 0,-15 0-6 16,21 0 15-16,0 0 9 15,1 0-37 1,-1 0-33-16,6 4 14 0,7 0-22 16,9-4 6-16,10 0-15 15,2 0 4-15,19 0-10 16,-12 0 15 0,5 0-19-16,-11 0 20 0,-10 0-21 15,3 0 27-15,-15 0-30 16,-7 0 14-16,1 0-1 15,2 0-7-15,4 0 0 0,0 0 4 16,0 0 8 0,9-4-9-16,-3-4-3 0,-7-5 3 15,-11 10 6-15,-7 3-1 16,-6-4 0-16,-10 4-1 16,4 0-1-16,3-4 4 15,3 4-5-15,12-4-4 16,-15 0-1-16,21 0-13 15,-5 4 19-15,-7 0-21 16,-6 0 10-16,-10 0 5 16,-2 0-1-16,2 0 6 15,-5 0 6-15,2 0-5 16,4 0 5-16,2 0-4 16,4 0 1-16,-3 0 0 15,18 0-12-15,-15 0-4 16,3 0 16-16,-3 8-12 15,-3 0 8-15,-10-1 4 0,-6-7-8 16,10 9 12-16,-10-5-8 16,0 4 0-16,6 4 0 15,-2 4 3-15,2 1 0 16,1-6-1-16,-7 1 2 16,15-4-2-16,-8 8 9 15,9-8-9-15,-16-4 4 16,0 1-4-16,-6 3 5 15,0 0-3-15,0 7 10 16,0 6 16-16,0-10-4 16,0 9-18-16,0 1 22 15,0-9-19-15,0 12-5 0,0-4-2 16,0 11 0 0,0 10 3-16,0-1-3 0,0 4 0 15,-6-8 8-15,0 0-16 16,6 0 16-16,0-4-13 15,0 5 10-15,0-10-6 16,0-2 1-16,0 3-3 16,0-8-4-16,0 4 14 15,0 0-12-15,0 0 10 16,0 0-10-16,0 9 14 16,0-2-11-16,0-3 2 0,0 1 0 15,0 2-6 1,0 14 6-16,-10-9-3 15,-8 0 8-15,5-8-11 0,-2-12-18 16,9-8-101-16,6-8-80 16,0 0 15-16,0 0 40 15,0 0 7-15</inkml:trace>
  <inkml:trace contextRef="#ctx0" brushRef="#br0" timeOffset="-45655.63">15531 7351 38 0,'0'0'303'0,"0"0"-231"0,0 0-40 0,0 0-31 0,0 0-1 0,0 0 59 0,47-24-27 0,-13 20 15 15,-6-4-14-15,-10 8 24 16,4-5 4-16,-16 5 11 15,1 0-37-15,-7-3 1 16,0 3-28-16,0-5 7 16,0 5-15-16,0 0-20 15,0-3-67-15,0 3 7 16,0 0 54-16,0-9 15 16,0 9 3-16,0 0 8 15,0 0-1-15,0 0-46 16,-7 0-5-16,-5 0 31 0,6 0-129 15,6 0 137-15,0 0 13 16,0 0 80-16,0 0-33 16,0 0-9-16,-10 0 12 15,-2 0 17-15,12 0 50 16,-6 0-40-16,-7 20-49 16,4 1-22-16,9-1-6 15,0 0 6-15,0 4-7 16,0-1 8-16,0-2-4 15,0-9-3-15,9 0-1 16,4-8 0-16,-7-4 2 16,6 0-3-16,-2 0 7 0,2 0-12 15,-6 0 11-15,7 0-6 16,15-13 2-16,0-18-1 16,3-2-6-16,-10 14-39 15,-8 15 15-15,-1 0 9 16,-12 4-14-16,16 0-72 15,-10 0 68-15,-6 0-109 16</inkml:trace>
  <inkml:trace contextRef="#ctx0" brushRef="#br0" timeOffset="-43957.29">13934 5823 24 0,'0'0'103'0,"0"0"6"0,0 0-65 0,0 0 28 0,0 0-24 16,0 0-48-16,0 0-74 15,0 0-66-15</inkml:trace>
  <inkml:trace contextRef="#ctx0" brushRef="#br0" timeOffset="-43274.62">13934 5823 179 0,'-375'184'97'15,"375"-184"-14"-15,0 8 52 16,0-8-82-16,0 0-29 0,0 0-20 15,0 0-4-15,0 0 5 16,0 0 8-16,0 0 13 16,0 0 100-16,0 0 29 15,0 0-66-15,0 0-71 16,0 0-18-16,0 0 0 16,0 0-2-16,0 0-1 15,0 0 3-15,0 0 0 16,0 0 0-16,0 0 43 15,0 0-25-15,0 0 0 16,0-8-18-16,0-4-12 16,10 4 10-16,2-4-22 15,0 12 10-15,-12 0 14 0,0 0-7 16,0 0 16-16,0-4 3 16,0 4 7-16,0 0 10 15,0 0-8-15,0 0-18 16,0 0-3-16,0 0-11 15,0 24 10-15,0 9-2 16,0 3-9-16,0-8 16 16,0 0-8-16,0-4 1 15,0 7 2-15,0-3-2 16,0-3-14-16,47-9 3 16,-1 0-45-16,16-12 57 15,13-4-23-15,-10 0-39 16,16 0-53-16,-29 0 38 15,-18-12 22-15,-15 4-12 0,-19 0-17 16,0-4-66 0,0-1-115-16</inkml:trace>
  <inkml:trace contextRef="#ctx0" brushRef="#br0" timeOffset="-42958.49">13646 6147 328 0,'0'0'166'0,"0"0"-55"0,0 0 10 0,0 0-55 16,0 0-53-16,0 0-13 16,242 0-20-16,-214-3-95 15,-16-18-93-15</inkml:trace>
  <inkml:trace contextRef="#ctx0" brushRef="#br0" timeOffset="-42725.64">13662 5835 867 0,'0'0'214'16,"0"0"-184"-16,0 0-10 15,0 0-20-15,0 0-59 16,0 0-22-16,334-36-236 0,-281 8-259 16</inkml:trace>
  <inkml:trace contextRef="#ctx0" brushRef="#br0" timeOffset="-36879.96">16102 7924 511 0,'0'0'207'0,"0"0"-203"0,0 0 12 0,0 0 31 0,0 0 7 16,0 0-54-1,0 0 0-15,0 4-29 0,0-4 29 16,0 0 88 0,0 0 16-16,0 0-50 0,0 8-27 15,0 8 41-15,0 12-38 16,0 13-23-16,-9 6-1 15,-4 14-5-15,13-5 0 16,0 4 5-16,0-4-6 16,0-12 0-16,13-3-4 15,21-10 18-15,-6-6-28 16,6-9 8-16,6-8 1 16,0-8-31-16,13 0 1 15,12 0 32-15,3-5-3 16,-3-18-5-16,-3-1-29 0,-21 4-5 15,-16 7-28-15,2 2-31 16,-14-6-33-16,-13-3-1 16,0 1-275-16</inkml:trace>
  <inkml:trace contextRef="#ctx0" brushRef="#br0" timeOffset="-36579.74">16000 8204 640 0,'0'0'226'0,"0"0"-156"0,0 0 1 0,0 0-42 16,0 0-27-16,0 0-1 16,74 5-2-16,-34-5-55 15,1 0-80-15,-23 0-36 16,-2 0 112-16,-10 0-11 16,-6 0-44-16,0-5-165 15</inkml:trace>
  <inkml:trace contextRef="#ctx0" brushRef="#br0" timeOffset="-36380.71">16000 8204 759 0,'133'-244'268'0,"-124"244"-225"15,10-3 4-15,21-18-46 16,19-11-2-16,22-20-33 16,5-4 2-16,1-4-153 0,-25 16-287 15</inkml:trace>
  <inkml:trace contextRef="#ctx0" brushRef="#br0" timeOffset="-31666.54">9324 9292 550 0,'0'0'0'0,"0"0"-6"0,0 0 6 0,0 0 10 0,0 0-9 0,0 0 24 0,0 0 30 0,0-40 11 0,0 40 42 16,0 0-26-16,0 0-8 15,0 0-43-15,0 0 11 16,0 0-31-16,0 0 35 15,0 0-21-15,0 0 7 16,0 0-9-16,0 0-10 16,0 0-13-16,0 0 9 15,0 0-11-15,0 0 8 0,0-5 3 16,0 5-8 0,0-3 12-16,-16 3-12 0,4 0 5 15,-1 0-3-15,-2 0-1 16,3 0-4-16,-7 0 11 15,-3 0-18-15,10 0 18 16,-1 0-9-16,4 3 0 16,3 30-5-16,6 3-3 15,0 20 1-15,0-15 6 16,0-10-23-16,6 1 20 16,22-23-20-16,-6 2-14 15,-10-11-18-15,22 0 39 0,-3 0-24 16,19 0-30-16,-4-31-162 15,7-6-33-15</inkml:trace>
  <inkml:trace contextRef="#ctx0" brushRef="#br0" timeOffset="-30669.24">9197 8438 32 0,'0'0'139'0,"0"0"-54"0,0 0-35 0,0 0 24 0,0 0 57 0,0 0-58 0,6-21-26 0,-6 21 40 16,0 0-68-16,0 0-15 16,6 0 7-16,-6 0-22 15,6 0 17-15,-6 0-6 16,0 0 13-16,0-3 24 15,0 3 31-15,0 0 1 0,0 0-7 16,0 0-31 0,0 0 10-16,0 0-22 0,0 0 13 15,0-5-28-15,0 5 11 16,0 0-5-16,0 0 21 16,0 0-8-16,0 0-17 15,-6 0-1-15,0 0 1 16,-7 0-5-16,-8 0 6 15,2 0-14-15,-9 21 6 16,-6-1-1-16,15 8 0 16,7-4 1-16,12-1-5 15,0 2 11-15,0-9-11 0,12 4 5 16,35-9-4-16,6-2-16 16,-7-5-19-16,16-4-4 15,-15 0-25-15,-7 0-108 16,0-16-79-16,-15-24-220 15</inkml:trace>
  <inkml:trace contextRef="#ctx0" brushRef="#br0" timeOffset="-29684.5">9404 7222 72 0,'0'0'292'0,"0"0"-125"0,0 0-116 0,0 0-7 0,0 0-30 0,0 0 28 0,0 0-11 0,-9 0 45 0,3 5-17 0,0 6-36 15,-13-3-20-15,13-3 12 16,-3 2 11-16,-4 1-23 16,7-3 3-16,0 3-1 15,-16 12 13-15,-3-4-15 0,-9 4 2 16,0 4 9-16,6-4 28 15,3 0-11-15,13-8-21 16,3 0-4-16,9-4 2 16,0-4-16-16,0-4-22 15,28 0 13-15,12 0 1 16,0 0 4-16,7 8 1 16,-7 3-25-16,-6-11-29 15,6 0-73-15,13 0 19 16,-13-7-124-16</inkml:trace>
  <inkml:trace contextRef="#ctx0" brushRef="#br0" timeOffset="-27937.7">21922 7266 86 0,'0'0'528'0,"0"0"-393"0,0 0 59 0,0 0-96 0,0 0-67 0,0 0 28 0,-199 97-11 16,165-78 7-16,6 6-31 0,-18 7 11 15,12 8-2-15,-13 9-19 16,1 2-12-16,21-2 5 15,-3 3-14-15,22-8 9 16,6-4-8-16,0 4-7 16,18-12 13-16,44 0-11 15,4-12 7-15,8-20-7 16,7 0-10-16,5 0-2 16,1-40-41-16,0-4-34 15,-13-8 4-15,-8-1-124 16,-26 17-160-16</inkml:trace>
  <inkml:trace contextRef="#ctx0" brushRef="#br0" timeOffset="-27486.75">22858 7688 508 0,'0'0'242'16,"0"0"-63"-16,0 0-30 0,0 0-68 0,375 4-20 0,-254-4-33 0,-15 0-12 0,-19 0-16 0,6 0-9 0,-19 0-19 0,-6 0-65 16,-9 0-53-16,-6 0-220 15,-13 0-87-15</inkml:trace>
  <inkml:trace contextRef="#ctx0" brushRef="#br0" timeOffset="-27105.53">23726 7451 559 0,'0'0'126'0,"0"0"-33"0,0 0 42 16,0 0-81-16,0 0-42 16,0 0 42-16,276 12-10 15,-251 0 6-15,15 5 8 16,-5-2-38-16,-8 6-13 16,-8-6 6-16,3 1-22 0,-16-3 15 15,-6-6-12 1,0 6 2-16,0 3 4 0,-6 4 2 15,-28 3 7 1,-7 6 9-16,7-6-5 0,0-2-13 16,9 2 6-1,19-14-15-15,6-9-48 0,0 0-155 16,25-20-415-16</inkml:trace>
  <inkml:trace contextRef="#ctx0" brushRef="#br0" timeOffset="-26206.13">24843 7182 648 0,'0'0'300'0,"0"0"-167"0,0 0-35 16,0 0-34-16,0 0-38 0,0 0-19 0,28 0-5 0,40 0-2 0,3-8 3 16,4 5 1-16,-1 3 5 0,-21 0-5 15,-13 0 3 1,-6 0-5-16,-15 19 1 0,-7 18-3 15,-12 2 5-15,0 5-2 16,0-8 1-16,-6-3-6 16,-19-13 7-16,10-8-9 15,15-5 8-15,-7-2-8 16,7-5-3-16,0 8-3 16,0 4-16-16,0 4 1 15,28 8 21-15,25 0-14 16,-7 4 15-16,-11-4-12 15,-17 4 9-15,-18 0 12 16,0 8 4-16,-6 5 12 16,-68 3 11-16,-32 8-3 0,-15 9-5 15,-6-25-8-15,28-5-17 16,18-23-3-16,35-8-79 16,12 0-189-16</inkml:trace>
  <inkml:trace contextRef="#ctx0" brushRef="#br0" timeOffset="-16230.09">21575 8774 597 0,'0'0'87'0,"0"0"32"0,0 0 48 0,0 0-93 0,0 0-33 0,0 0 5 0,0 261-3 0,0-201-39 16,0-8 3-16,0-7-4 15,0-9 14-15,0-12-15 16,0-1-1-16,0-2-1 16,0-1-14-16,6-4-6 15,9-4-87-15,4-12-36 16,-7 0-218-16,-2-12-198 16</inkml:trace>
  <inkml:trace contextRef="#ctx0" brushRef="#br0" timeOffset="-15715.65">21888 8715 255 0,'0'0'72'0,"0"0"72"0,0 0-5 15,0 0-33-15,0 0 104 16,0 0-111-16,-87 75-41 15,87-75-42-15,0 0-12 16,0 0-4-16,0 0-53 16,40 0 36-16,7 5 16 15,-7 7-1-15,16-1 2 16,-10 9 0-16,-12 1 11 0,-9-1-13 16,-3-9 2-16,-16 2-1 15,-6-5-1 1,0-1 2-16,0 6 0 0,0 10 9 15,-40 6 10-15,-13 7-13 16,-9 4 48-16,9 4-17 16,1-8-22-16,18 5-15 15,6-10-1-15,3-6-32 16,9-9-14-16,16-8 6 16,0-8-252-16,10 0-230 15</inkml:trace>
  <inkml:trace contextRef="#ctx0" brushRef="#br0" timeOffset="-14764.72">21602 8525 454 0,'0'0'193'0,"0"0"-101"0,0 0 15 0,0 0-24 0,0 0-77 0,0 0 0 0,121-55 0 0,-68 46-3 0,0 1 4 16,-7 5-10-16,1 3 8 0,-7-5 1 15,0 5-4-15,-5 0 1 16,-1 0-3-16,-16 0-3 16,-12 0 2-16,10 16 2 15,-16 12-1-15,0 13 21 16,-22 3 30-16,-30 0-51 15,-7 1-7-15,3-6-30 16,16 2-48-16,-1-13-106 16,23-9-11-16</inkml:trace>
  <inkml:trace contextRef="#ctx0" brushRef="#br0" timeOffset="-14015.4">22899 9103 640 0,'0'0'86'0,"0"0"2"0,381 28 4 0,-220-12-74 0,-3 4-18 0,-9 1-61 16,-16-6-41-16,-12-2-26 15,-28-10 44-15,-34-3 42 16,-18 0-48-16,-26 0-280 16</inkml:trace>
  <inkml:trace contextRef="#ctx0" brushRef="#br0" timeOffset="-13649.09">23807 8951 522 0,'0'0'125'16,"0"0"-123"-16,0 0 15 0,0 0 7 15,0 0 4 1,0 0-11-16,167 8 13 0,-92 12-14 16,-16 8-4-16,9 0-10 15,-21 1 1-15,-23-6-3 16,-8 5 1-16,-16 1 13 16,0 2-12-16,0 2 63 15,-6-2-7-15,-28-6-31 16,6-6-22-16,9-2-5 15,-3-13-14-15,10-4-46 16,-1 0-85-16,-14 0-228 16</inkml:trace>
  <inkml:trace contextRef="#ctx0" brushRef="#br0" timeOffset="-13000.94">24991 8935 89 0,'0'0'567'0,"0"0"-440"16,0 0-85-16,0 0-14 0,0 0 41 0,0 0-16 0,273-24-5 0,-198 24-35 0,-23 0-12 15,-24 0 1-15,-21 20-4 16,-7 24 4 0,0 9 10-16,-75 2-7 0,16 1-3 15,7-7-4-15,11-9 15 16,7-8-18-16,34-12 11 16,0-4-8-16,0-4 6 15,40-4-4-15,26-8 7 16,27 0 7-16,15 0 16 15,-2-8-29-15,-4-17-1 16,-15 17-12-16,-35 5-27 0,-24 3-89 16,-28 0-289-16</inkml:trace>
  <inkml:trace contextRef="#ctx0" brushRef="#br0" timeOffset="-10818.88">21482 10575 44 0,'0'0'515'0,"0"0"-461"0,0 0 9 0,0 0 18 0,0 0-2 0,0 0-46 16,18 0-18-16,-18 0 18 16,0 0-2-16,0 0 39 15,0 8-12-15,0-8 21 0,0 0-42 16,0 0 4 0,0 0-16-16,0 0-3 0,0-8 2 15,0-32 6 1,0-12-13-16,22-20-14 0,-4-21 8 15,10-3-6-15,-9-12-2 16,9 4-3-16,6 16-11 16,0 16-23-16,-9 23 0 15,-3 29 5-15,-4 20-24 16,-2 0-44-16,2 61 22 16,-5 19 62-16,-7 15-69 15,-6 2-137-15,0-4-3 16,0-13-68-16</inkml:trace>
  <inkml:trace contextRef="#ctx0" brushRef="#br0" timeOffset="-10572.56">21482 10575 627 0</inkml:trace>
  <inkml:trace contextRef="#ctx0" brushRef="#br0" timeOffset="-10547.38">21482 10575 627 0,'-28'-164'140'0,"114"168"8"0,23-4-39 0,24 0-6 0,-6 0-103 0,-12 0-27 0,-44-20-307 15</inkml:trace>
  <inkml:trace contextRef="#ctx0" brushRef="#br0" timeOffset="-10067.35">23218 10535 692 0,'0'0'154'0,"0"0"40"0,375-24-80 0,-235 16-75 0,2 0-32 0,-30 8-14 0,-16 0-101 15,-31-8-116-15,-31 8-271 16</inkml:trace>
  <inkml:trace contextRef="#ctx0" brushRef="#br0" timeOffset="-9617.58">23962 10290 604 0,'0'0'103'0,"0"0"81"15,0 0-77-15,0 0-51 16,0 0-38-16,0 0-11 16,394 41-4-16,-354-21-3 15,-12 0 0-15,-9 4 1 16,-13-1 4-16,-6 6-4 15,0 7 14-15,0-8 4 0,0 8 28 16,-25 0-28 0,-15-4-14-16,-10 12-5 0,-3-8-61 15,1-12-80 1,11-4-374-16</inkml:trace>
  <inkml:trace contextRef="#ctx0" brushRef="#br0" timeOffset="-9020.95">25531 10840 542 0,'0'0'126'0,"0"0"-26"0,0 0 32 0,0 0-28 0,0 0-43 0,0 0 20 0,0-57-56 16,0-7 7-16,0-4-3 15,0-8 8-15,0 0-34 16,0 0 14-16,0 4-17 0,0 15-6 16,0 14-9-1,-25 27 10-15,19 7 5 0,-28 9-2 16,-13 17-10-16,-27 42 11 15,0 10-11-15,2-5-69 16,16-28-81-16,32-12-424 16</inkml:trace>
  <inkml:trace contextRef="#ctx0" brushRef="#br0" timeOffset="-5367.68">19971 7503 44 0,'0'0'761'0,"0"0"-761"15,0 0 0-15,0 0 1 0,0 0 47 0,0 0 21 16,0 0-10-16,112 141-5 15,-90-93-20-15,-4 12 21 16,4-4-30-16,-3 8 7 0,21-8-29 16,-6 1 17-16,-6-10-18 15,-3-14 0-15,-3-13-2 16,-16-12 2-16,0-8 2 16,0 0-2-16,22-17 23 15,31-55-23-15,22-40 29 16,33-28-30-16,-8-4 6 15,2 15-7-15,-15 25-8 16,-18 11-5-16,-23 18-43 16,-11 26-72-16,-29 18-216 15,-12 22-80-15</inkml:trace>
  <inkml:trace contextRef="#ctx0" brushRef="#br0" timeOffset="-2558.81">20297 9092 652 0,'0'0'162'0,"0"0"-54"0,0 0-79 0,0 0 14 0,0 0-42 0,0 0 11 0,0-9-5 15,0 9 18-15,0 0 24 16,0 0 44-16,0 0-36 16,0 0-33-16,0 0-10 15,0 0-8-15,0 9-7 16,16 30 3-16,8 13 3 0,10 12-4 16,1-3-1-16,11-5 4 15,-6-7-2-15,-5-10-4 16,-1-15 3-16,-10-7-8 15,4-17 7-15,13 0 0 16,11-41 0-16,29-39 2 16,24-32 0-16,10-12-4 15,-16 3-3-15,-12 17-27 16,-31 31 19-16,-19 25-48 16,-21 29-13-16,-16 19 43 15,0 0 18-15,-34 52-127 16,-53 32-343-16</inkml:trace>
  <inkml:trace contextRef="#ctx0" brushRef="#br0" timeOffset="-1893.57">20291 10395 316 0,'0'0'430'0,"0"0"-360"0,0 0 39 0,0 0-35 0,0 0-22 15,0 0-32-15,34 23 32 0,-22 6-14 0,10 19-17 0,-16 0-10 16,0 1 3-16,16-10-10 16,-16-11 4-16,7-15-16 15,-1-10 19-15,22-3-20 16,19 0 18-16,28-36-4 16,12-28 0-16,21-12-2 0,13-16 3 15,-6 0-2-15,-21 3-8 16,-26 5-15-16,-9 24-20 15,-25 20-71-15,-24 23 27 16,-16 17-122-16,-40 25-90 16</inkml:trace>
  <inkml:trace contextRef="#ctx0" brushRef="#br0" timeOffset="1303.76">21823 11710 634 0,'0'0'35'0,"0"0"57"0,0 0 103 0,0 0-82 16,0 0-28-16,0 0-50 0,34 241-9 0,-16-185-17 15,-5 4-5-15,-4 1 3 16,-3-14-14 0,-6-14-14-16,0-5-43 0,0-20-29 15,0-8-92-15,-15 0-123 16</inkml:trace>
  <inkml:trace contextRef="#ctx0" brushRef="#br0" timeOffset="1838.2">21447 11694 529 0,'0'0'134'16,"0"0"-130"-16,0 0 41 16,0 0 20-16,0 0-33 0,0 0 11 15,410-8 3-15,-345 8-16 16,-9 0-26-16,-10 0 25 16,1 12-3-16,-1 8 0 15,7 0-26-15,6 4 2 16,-19 1-5-16,-12 6 3 15,-9 2-2-15,-19-2 4 16,0 10 9-16,-13 7 6 16,-33-4 20-16,-7-8-5 15,13-8-8-15,18-12-11 16,10-11-13-16,12 3-6 16,0-1-67-16,0-3-89 15,0 16-114-15,0-8 166 16,0 1 110-16,0-5 19 15,0-8-6-15,0 0-13 0,0 0-247 16</inkml:trace>
  <inkml:trace contextRef="#ctx0" brushRef="#br0" timeOffset="2637.35">23460 12055 573 0,'0'0'70'0,"0"0"56"0,0 0 56 0,0 0-128 0,434 0-26 0,-301 0-23 0,-24-4-5 16,-16 4-3-16,-34 0-42 0,-4 0 14 16,-14 0-88-16,-29 0-65 15,7 0 10-15,-19 0-246 16</inkml:trace>
  <inkml:trace contextRef="#ctx0" brushRef="#br0" timeOffset="3052.72">24288 11887 625 0,'0'0'38'0,"0"0"-37"15,0 0 58-15,0 0-15 16,0 0 25-16,0 0 5 0,269 75-8 15,-228-58-43-15,-10 7-23 16,-10-8 23-16,-8 8-9 16,-13-8 1-1,0 12-4-15,0-4 13 0,-34 4-12 16,-13 0-2-16,-6-4-10 16,1 1-41-16,-1-5-67 15,19-9-211-15,0-11-207 16</inkml:trace>
  <inkml:trace contextRef="#ctx0" brushRef="#br0" timeOffset="6665.58">10211 9347 307 0,'0'0'187'0,"0"0"-186"0,0 0-1 0,0 0-6 15,0 0 5-15,0 0 1 0,0 0 84 0,0-31-28 0,0 31 36 0,0 0 33 0,0 0-4 16,0 0-70 0,0 0-44-16,0 0-1 0,0 0 6 15,0 0-22 1,0 0 15-16,0 0-5 0,0 0 20 15,0 0 6 1,0 0 22-16,0 31-44 0,0 10 2 16,0 7-4-16,0 1 0 15,0-2 4-15,9 2-12 16,9-6-33-16,-11-6 7 16,21-5-60-16,-22-21-218 15,0-11-173-15</inkml:trace>
  <inkml:trace contextRef="#ctx0" brushRef="#br0" timeOffset="7083.79">10245 9725 270 0,'0'0'95'0,"0"0"-90"0,0 0 114 0,0 0-69 0,0 0 7 0,0 0-22 16,161-116 22-16,-149 80-8 0,4-5-43 16,-16 5 35-16,0 5 11 15,-22 2-4-15,-37 6-37 16,-3 10 58-16,-3 9-8 16,12 4-27-16,-2 0-24 15,30 0-10-15,3 8-25 16,22 1-142-16,0-9-68 15,0 0 41-15,0 0-86 0</inkml:trace>
  <inkml:trace contextRef="#ctx0" brushRef="#br0" timeOffset="7782.67">10297 8401 386 0,'0'0'89'0,"0"0"-79"0,0 0-8 0,0 0 6 0,0 0-5 0,0 0 47 0,0-48 8 0,0 48 2 16,0 0 91-16,0 0 42 16,0 0-78-16,0 0-54 0,0 0-30 15,0 0-21-15,0 0 5 16,-6 0-14-16,6 0-2 15,0 0-8-15,0 12-1 16,-6 9 4-16,6 7 1 16,-6 0-5-16,6-4-59 15,0-4-14-15,0 4-153 16,0-4-1-16,0-4-261 16</inkml:trace>
  <inkml:trace contextRef="#ctx0" brushRef="#br0" timeOffset="8082.34">10133 8710 420 0,'0'0'67'0,"0"0"-64"15,0 0-1-15,0 0-2 16,0 0 7-16,0 0 33 15,233-120 45-15,-233 112 33 16,0 4 65-16,0-13-102 16,0-6-9-16,0-5-39 15,0-4-33-15,-28-4-3 0,9 0-24 16,-3 8 22 0,-2 11-23-16,-4 9 22 0,9 8 6 15,4 0-5-15,-4 17 3 16,7 22-135-16,-4 5-109 15,10-11-233-15</inkml:trace>
  <inkml:trace contextRef="#ctx0" brushRef="#br0" timeOffset="9895.77">25531 11907 530 0,'0'0'136'0,"0"0"-128"0,0 0 47 0,0 0 8 0,0 0-40 0,0 0-13 15,0 0 21-15,47-56 61 16,2 40-42-16,-12 4 0 15,-3 7-31-15,7 5-12 16,-7 0-1-16,6 0-6 16,-12 0-6-16,-22 25-10 15,-6 14 9-15,0 10-20 16,0 15-5-16,-62 0-40 16,3 13 11-16,-9-10 41 15,15-6 20-15,19-17 7 16,28-16-4-16,6-12-6 15,0-13-32-15,75-3 25 0,11 0-14 16,20 0 22 0,-4-19 4-16,-9 11-4 0,-18-1 2 15,-17 1-1-15,-39 8-77 16,-19 0-239-16</inkml:trace>
  <inkml:trace contextRef="#ctx0" brushRef="#br0" timeOffset="14493.44">11076 9376 112 0,'0'0'171'0,"0"0"8"0,0 0-76 0,0 0-52 0,0 0-38 0,0 0 22 0,6-32 26 0,-6 32 21 0,0 0 11 16,0 0-55-1,0 0 3-15,0 0-6 0,0 0 14 16,0 0-21-16,0 0 14 16,0-8-31-16,0-4 4 15,0-8-12-15,12-1-2 16,-6 10-2-16,1-1 8 16,-1 4 4-16,3 3-11 15,-9 5 6-15,0 0-1 16,0 0-1-16,0 0-3 15,0 5 17-15,0 26-10 0,-22 18-7 16,-12 11 0-16,10-8 8 16,2 0-18-16,22-11 17 15,0-5-16-15,0-5-2 16,15-3 9-16,32 1 0 16,12-9 1-16,0 0 0 15,3-17-15-15,-10-3 15 16,-5 0-60-16,-1 0 1 15,-5 0-53-15,-1-3-71 16,-6-17 27-16,-15-8 17 16,-10 7-24-16</inkml:trace>
  <inkml:trace contextRef="#ctx0" brushRef="#br0" timeOffset="14743.36">11228 9485 718 0,'0'0'44'0,"0"0"-44"0,0 0 2 0,0 0 10 0,0 0 22 0,0 0-26 0,68 23-8 0,-56-23-60 0,-12 0-41 16,0 0-6-16,0-7 47 15</inkml:trace>
  <inkml:trace contextRef="#ctx0" brushRef="#br0" timeOffset="14925.16">11228 9485 1024 0,'-59'-149'41'0,"65"149"6"15,12 0-12-15,17 0-14 16,5-8-10-16,28-24 6 16,-15-4-17-16,12-5-32 0,-3 2-118 15,-22 3-291 1</inkml:trace>
  <inkml:trace contextRef="#ctx0" brushRef="#br0" timeOffset="16025.7">21643 13623 570 0,'0'0'63'0,"0"0"25"0,0 0-47 0,0 0 12 0,0 0-28 0,158 245 12 15,-90-197-35-15,7-4-2 16,-4-11-72-16,-3-18 57 16,-21-2-11-16,-13-13-55 15,-28 0 42-15,-6 0-2 16,0-37-28-16,0-15-431 16</inkml:trace>
  <inkml:trace contextRef="#ctx0" brushRef="#br0" timeOffset="16228.61">21788 13451 944 0,'0'0'273'15,"0"0"-263"-15,0 0 24 16,0 0-24-16,0 0 6 15,0 0-16-15,168 24-19 0,-109-24-44 16,3 0-124 0,-28-4-272-16</inkml:trace>
  <inkml:trace contextRef="#ctx0" brushRef="#br0" timeOffset="16410.65">22002 13118 1197 0,'0'0'91'0,"0"0"-74"15,0 0-4-15,0 0-13 0,0 0-7 16,0 0-5 0,354-40-67-16,-258 0-221 0</inkml:trace>
  <inkml:trace contextRef="#ctx0" brushRef="#br0" timeOffset="16874.64">23627 13780 965 0,'0'0'231'0,"0"0"-198"0,0 0-24 0,0 0 29 0,0 0 4 0,347-44 7 16,-198 32-33-16,-15 12-14 15,-7 0-2-15,-16 0-26 16,-2 15-10-16,-10 21-33 16,-18-7-82-16,-22-14-336 15</inkml:trace>
  <inkml:trace contextRef="#ctx0" brushRef="#br0" timeOffset="17242.15">24564 13507 708 0,'0'0'267'15,"0"0"-187"-15,0 0-16 16,0 0-3-16,0 0-59 16,0 0-2-16,381 104-8 15,-322-88 0-15,-19 16 3 16,-21-4 5-16,-19 9 19 16,0 3-2-16,-6 0 8 15,-60 16-23-15,-8-8 19 0,0-8-4 16,21-4 9-16,19-19-24 15,21-14 0-15,13-3-4 16,0 0-43-16,0-3-60 16,0-30-271-16</inkml:trace>
  <inkml:trace contextRef="#ctx0" brushRef="#br0" timeOffset="17740.68">25919 14120 636 0,'0'0'79'0,"0"0"20"0,0 0 90 0,0 0-93 16,0 0 6-16,0 0-68 16,27 9 8-16,-20-58-26 15,14-23 5-15,4-20-18 16,3-8 28-16,19-5-31 16,-19 17 4-16,-4 16-8 15,-8 19-15-15,-10 34 11 16,-6 19 0-16,0 0 0 0,-15 19 6 15,-72 38-1 1,-19 11-6-16,7-4-7 0,18-15-22 16,35-18-173-16,24-18-402 15</inkml:trace>
  <inkml:trace contextRef="#ctx0" brushRef="#br0" timeOffset="20875.41">22471 15172 237 0,'0'0'239'0,"0"0"-146"0,0 0-40 0,0 0 35 0,0 0-12 16,0 0-9-16,-7 3-48 16,7-3-12-16,0 0-7 15,0 0 0-15,0 0 43 16,0 0 31-16,0 0 4 15,0 0-9-15,0 0 3 16,0 0-53-16,0 8-10 16,81 17 6-16,86-9-13 15,60 7 20-15,61-15-5 16,66-8 11-16,39 0-9 0,69 0 15 16,7 5-11-1,5 10 14-15,-12 10-34 0,-22-6 4 16,-6-6 0-16,1-9-14 15,-14-4 2-15,-15 0-18 16,-37 0-15-16,-55 0-9 16,-60 0 4-16,-81-4-61 15,-79-12-288-15</inkml:trace>
  <inkml:trace contextRef="#ctx0" brushRef="#br0" timeOffset="25965.94">26449 16122 538 0,'0'0'188'0,"0"0"-179"0,0 0 128 0,0 0-20 0,0 0-96 16,0 0 11-16,0 0 19 15,-68-17 24-15,61 17-31 16,7 0 8-16,0 0-32 16,0 0-8-16,0 0-12 15,0 0 0-15,28 0-2 16,31 0 2-16,50 0 1 16,-4-28 3-16,-6-24 4 15,10-15 1-15,-35-10-11 16,-15 1 2-16,-25 0-3 15,-34 7-11-15,0 10-6 16,-21 10 2-16,-38 21-13 16,-28 20-12-16,6 8 16 0,-27 24 24 15,9 40-44-15,-1 13 45 16,26-10-17-16,34-2 18 16,33-5-2-16,7-16 3 15,0-8 0-15,59-16 3 16,28-12-6-16,0-8-16 15,9 0 12-15,-25-23 7 16,-9-5-6-16,-28 3 11 16,-21 9-8-16,-13 4 6 15,0-4 3-15,0 5-1 16,0-2-3-16,0 13 15 0,0 0-16 16,0 0-2-1,0 24 1-15,0 12-10 0,59 17 10 16,3-1 0-1,-3 12 0-15,0 0 0 0,3 8 0 16,-3 0 0-16,-19 0-3 16,-18 0 6-16,-10-7-5 15,-12-9 9-15,-22-4 27 16,-55-7 78-16,-26-18-86 16,-8-10 2-16,-16-17-20 15,0 0-5-15,18 0-3 16,22 0-6-16,28 0-25 15,25 23-44-15,0 13-222 16,9 13-586-16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2T22:54:49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10313 4302 73 0,'0'0'132'0,"0"0"-39"0,0 0-11 0,0 0-21 16,0 0-14-16,0 0-14 0,0 0 2 16,0 0-29-16,0-7 0 15,0 7 15-15,0 0 12 16,0 0 34-16,0 0-12 15,0 0 47-15,0 0-21 16,0 0-44-16,0 0-34 16,0 0 12-16,0 0-11 15,0 0-1-15,0 0 1 16,0 0 2-16,0 0 7 16,0 0-13-16,0 0 10 15,0 0-9-15,0 0 11 16,0 0-12-16,0 0 3 15,0 0-3-15,0 0-3 0,0 0 3 16,0 0 0 0,0 0 3-16,0 0 0 15,0 0 13-15,0 0-11 0,0 0-10 16,0 0 5-16,0 0-4 16,12 0 4-16,1 0 0 15,2 0 1-15,-2 0 2 16,-13 0 23-16,12 0-26 15,-6 0 10-15,-6 0-8 16,9 0 15-16,4 0-3 16,-1 0-11-16,4 0 5 15,9 0-7-15,3 0 13 16,-10 0-13-16,4 4 7 16,-4-4 3-16,4 0-15 15,-9 3 7-15,14 2-6 0,-14-2 4 16,15 2-1-16,-16-2 2 15,16-3-1-15,-16 5 3 16,13-5-2-16,3 4 2 16,-15-4 4-16,14 0-9 15,1 0 2-15,-9 0 0 16,3 0-1-16,2 0 5 16,-11 0-9-16,9 0 12 15,-16 4-11-15,6 0 12 16,4-1-11-16,-10 2 6 15,13-5-4-15,-4 0 1 16,4 0-1-16,2 3 0 0,-2-3 2 16,3 5-2-1,-4-1 9-15,1 0-18 0,3 0 15 16,-10-4-7-16,16 0 1 16,-3 4 0-16,9-4-2 15,0 4 7-15,-6 0-11 16,-3-4 13-16,15 0-12 15,-12 0 15-15,-3 4-20 16,15-1 17-16,-6 6-9 16,-6-5 2-16,-3 0 0 15,9-4-3-15,0 0 8 16,0 0-14-16,0 0 20 0,-9 8-15 16,15-8 10-1,-12 0-12-15,12 0 8 0,-9 0-2 16,4 4 0-1,5-4 3-15,13 0-9 0,2 0 17 16,-2 0-12 0,-6 0 7-16,-1 0-3 0,1 0 1 15,-13 0-7-15,6 0 3 16,-6-4 0-16,7 0-2 16,-17-8 6-16,4 3-10 15,13 6 15-15,-23-1-15 16,4 4 12-16,3 0-11 15,-10-4 5-15,16 0 0 16,3 0-2-16,-6 0 2 16,12-4 0-16,7 0 1 0,-13 0-4 15,-15 0 6-15,-7 8-6 16,4 0 9-16,2-4-14 16,-5 4 12-16,8-5-4 15,-2 5 0-15,15 0-1 16,6-3-6-16,-12-5 14 15,25 8-12-15,-19-5 12 16,-9 5-8-16,-3 0 1 16,-10 0-5-16,10 0 3 15,-16 0 2-15,28 0-5 16,-3 0 12-16,16 0-12 16,-20 0 13-16,14-3-13 15,-13 3 14-15,-10 0-12 0,-5 0 3 16,2 0 0-16,-9 0-1 15,28 0 5-15,-9 0-10 16,3 0 15-16,6 0-16 16,-9 0 11-16,3 0-8 15,0 0 8-15,-16 0-2 16,1 0-2-16,-1 0-4 16,4 0 4-16,-10 0 0 15,28 0-5-15,-22 0 13 16,10 0-10-16,3 0 3 15,3 0-1-15,-3 0 0 16,-4 0 0-16,4 0-1 16,-3 0 1-16,-4 0-4 15,-2 0 11-15,-4 0-15 0,7 0 17 16,-10 0-14-16,16 0 5 16,-10 0 0-16,-2 0-1 15,5 0-1-15,-2 0-2 16,9 0 8-16,-4 3-3 15,-2-3 0-15,-3 5-2 16,-4-5 5-16,0 0-6 16,-12 0 4-16,22 0 0 15,-22 0-2-15,13 3 5 16,-7-3-2-16,15 0-1 16,-2 0 2-16,-7 0 4 15,16 0-16-15,-9 0 9 16,9 0-1-16,-6 0 1 0,-4 0 2 15,-5 0-1-15,2 0-1 16,4 0 12-16,2 0-9 16,-2 0-5-16,9 0 8 15,-10 0-10-15,4 0 3 16,9 0 0-16,-3 0 3 16,-22 0-2-16,16 0-1 15,-10 0 8-15,-12 0-13 16,0 0 10-16,0 0-7 15,0 0 9-15,0 0-7 0,7 0 0 16,-1 0 0-16,0 0 3 16,10 0 5-16,-4 0-7 15,-12 0 4 1,0 0-7-16,0 0 8 0,6 0-10 16,0 0 4-16,10 0-17 15,9 0-26-15,-25-19-112 16,0-17-562-16</inkml:trace>
  <inkml:trace contextRef="#ctx0" brushRef="#br0" timeOffset="152418.74">23754 5975 278 0,'0'0'0'0,"0"0"-80"16</inkml:trace>
  <inkml:trace contextRef="#ctx0" brushRef="#br0" timeOffset="169144.3">7125 13254 75 0,'0'0'177'0,"0"0"-119"0,0 0-15 0,0 0 33 16,0 0-31-16,0 0-25 15,0 0 1-15,0 12-5 16,0-12 23-16,0 0-29 15,0 0 14-15,0 0-6 16,0 0 12-16,0 0-7 0,0 0-2 16,0 0 11-16,0 0 20 15,0 0 8-15,0 0-21 16,0 0-9-16,0 0-19 16,0 0-1-16,0 0-3 15,0 0-11-15,0 0 7 16,0 0-4-16,0 0 1 15,0 0 0-15,7 0-1 16,11 0 1-16,10 0 14 16,6 0-9-16,3 0-2 15,-3 5 1-15,7-5 2 0,12 0-5 16,-19 0 8 0,6 0-9-16,-12 0 1 0,-16 0 8 15,10 0-7 1,-3 11 28-16,8 1-23 0,14 4-6 15,-4-8-1-15,13 5-6 16,-10-10 4-16,-9-3-1 16,-3 0 2-1,0 0-2-15,-10 0-10 0,-5 0 26 16,8 0-14-16,-14 0 4 16,-1 0-3-16,16 9 0 15,2-9-1-15,-2 0 1 16,-3 0 0-16,2 0 0 15,-2 0 3-15,3 0 4 0,-10 0-2 16,0 0 8 0,10 0-12-16,-9 0 8 0,5 0-9 15,-2 3 0-15,8 2 4 16,-2-5 1-16,3 0-10 16,3 0 10-16,-6 0-10 15,-4 0 10-15,-5 0-4 16,15 0 1-16,-10 0 0 15,-2 0-2-15,-4 0 0 16,0 0 0-16,10 0 3 16,-3 0-8-16,2 0 15 15,-2 0-13-15,9 0 5 16,-9 0-2-16,-4 0 0 16,10-5 6-16,-19 5-12 15,22 0 8-15,-28 0-4 0,19 0 4 16,-19 0-5-16,15 0 3 15,-3 0 0-15,1-8 4 16,15 1-4-16,-16-6-2 16,10 5 2-16,-10 5 2 15,-5 3 0-15,8 0-4 16,-9 0 7-16,7 0-5 16,-1 0 2-16,-6 0-1 15,10-5-1-15,-4 5-4 16,1-8 4-16,2 8 0 15,-9-4 4-15,0 4 1 16,-6 0-10-16,7 0 7 0,-7 0-2 16,6 0 3-16,3 0-1 15,4 0-2-15,-13-3 4 16,12 3-8 0,-12-5 11-16,6 5-5 0,0 0 6 15,-6 0-7-15,0 0 11 16,0 0 21-16,0 0-2 15,0 0-17-15,0 0-4 16,0 0-4-16,10 0-12 16,2 0 11-16,0 0-10 15,-5 0 5-15,2 0 0 0,-9 0 3 16,0 0-3 0,6 0 0-16,-6 0 3 0,6 0-9 15,-6 0 8-15,0 0-6 16,7 0-29-16,5 0-28 15,16-11-21-15,-22 2-262 16</inkml:trace>
  <inkml:trace contextRef="#ctx0" brushRef="#br0" timeOffset="186061.25">2298 13198 261 0,'0'0'194'0,"0"0"-118"0,0 0-28 0,0 0-5 0,0 0-32 15,0 0-3-15,0 0-1 16,0 0 1-16,-47 96 0 16,47-96 21-1,0 0 19-15,0 0 35 0,0 0 8 16,-6 0-50-16,6 0-3 15,0 0-19-15,0 0 6 16,0 0-25-16,0 0 17 16,0 0-14-16,0 0-1 15,0 0 6-15,0 0 11 16,0 0 1-16,0 0-9 16,-6 0 19-16,6 0-29 15,0 0 6-15,0 0-2 16,0 0-10-16,0 0 9 15,0 0-9-15,0 0 3 0,0 0-16 16,12 0 9 0,28 8 2-16,19 0 3 0,22 0 8 15,0-8-5-15,-7 0 5 16,-3 0-6-16,-9 0 2 16,-9 0 0-16,-6 0-1 15,-1 0 6-15,-6 0-15 16,13 0 20-16,21 13-9 15,-5-1 6-15,-4-4-5 16,-9-5-1-16,3 2 0 16,-1-5-1-16,-2 3 0 15,-9-3-4-15,-7 0 13 16,-9 5 1-16,9-1-7 16,16-1 10-16,3 10-12 0,9-5 13 15,4 4-14-15,8-4 0 16,-5 0 1-16,-16-8 0 15,3 0-2-15,-10 0 6 16,-18 0-14-16,7 0-4 16,-23-13-3-16,-5-18-51 15,-13-14-21-15,0-7-294 16</inkml:trace>
  <inkml:trace contextRef="#ctx0" brushRef="#br0" timeOffset="-178408.72">21968 9159 302 0,'0'0'53'0,"0"0"18"0,0 0-25 16,0 0-37-16,0 0 25 16,0 0 24-16,0 0 11 15,0 0 31-15,0 0 2 0,0 0-32 16,0 0-45 0,0 0-18-16,0 0 5 0,0 0 0 15,0-12 13 1,0-7-10-16,16-1-2 0,2-5-12 15,10 6 1-15,-15-10-2 16,21 5 6-16,-16-4-12 16,4-4 12-16,12-1-11 15,-15-11 18-15,15 5-25 16,0-6 12-16,-9 1 0 16,9 13-1-16,-15-2 3 15,2 9-5-15,-2 1 10 0,3-6-16 16,2-3 14-1,4 0-10-15,6-4 1 0,-6 0-3 16,-3 4-10-16,-3-5 7 16,-4 6 5-16,4 3 5 15,-3 0 0-15,-1-1 0 16,4 5-3-16,-10 5 6 16,4-6-2-16,-10-3-1 15,19 4 4-15,-3-9 3 16,2 2-6-16,4-2-2 15,-15 2 9-15,21-2-13 16,-12 9 14-16,18-4-6 16,-9-8 2-16,9 5 4 15,1-14-3-15,-1 5-1 16,-6 4 10-16,0-4-15 0,-9 4 7 16,3 4 0-16,12-1-12 15,-15 5 11-15,3 8-11 16,-6 1 5-16,-4-2 0 15,4 6 0-15,-4-2 2 16,17-3-7-16,-11-4 10 16,10-8-3-16,13-8-1 15,-1-1-1-15,10 5 1 16,-25-3-1-16,3 14 0 16,-12 6 4-16,-3 7-8 15,2-9 10-15,4 1 9 16,3-12-4-16,12 0 8 15,-9 0-15-15,-9 0 2 16,-3 11-4-16,-4 10 1 0,-15-1-2 16,6 12 2-16,-6 0-6 15,0 0-37-15,0 0 11 16,0 0-10-16,0 0-23 16,-21 0-240-16</inkml:trace>
  <inkml:trace contextRef="#ctx0" brushRef="#br0" timeOffset="-175479.6">22344 7118 462 0,'0'0'97'0,"0"0"-95"0,0 0 0 0,0 0-2 0,0 0 0 16,0 0 0-16,0 9 21 0,0-9-8 0,0 0 26 16,0 0 60-16,0 0 15 0,0 0-46 15,0 0-36 1,34 0 0-16,12 0 4 0,22-17-24 15,-3 1-6 1,-6 4-4-16,-3 8 0 0,-9 4-2 16,-7 0 0-16,0 0 9 15,1 0-9-15,5-4 12 16,7-9-6-16,15-14 1 16,-3 11-7-16,10-5 0 15,-23 5 0-15,-18 13-2 0,-15 3 2 16,-3 0 1-16,2 0 33 15,4 0-6-15,9-8-13 16,3-1-8-16,6-2-1 16,7-1-5-16,-7 4 8 15,-6 0-12-15,-21 0 5 16,14 8-3-16,-14-5 2 16,-1 5-1-16,4-3 0 15,2-6 0-15,4 1 0 16,9-3 1-16,-3 3 11 15,12-1-4-15,-6-2 22 16,-3-2-23-16,-9 5-2 16,-3 1-1-16,-4 2-8 15,-15 2 3-15,6 3-1 16,-6 0 0-16,0 0-10 0,0 0 12 16,0 0-5-16,13 0 0 15,-13 0 10-15,22 0-4 16,2-5 0-16,-8 5-2 15,-4 0-7-15,-6 0 3 16,-6 0 0-16,0 0 10 16,0 0 1-16,0 0 10 15,0 0 17-15,0 0-23 16,0 0 1-16,13-8-11 16,2 0 0-16,-2 0-14 15,-7 1-12-15,0 7-17 16,-6 0-92-16,0 0-146 0,0 0-183 15</inkml:trace>
  <inkml:trace contextRef="#ctx0" brushRef="#br0" timeOffset="-174381.44">21540 6457 246 0,'0'0'24'0,"0"0"-19"0,0 0 7 0,0 0 37 0,0 0 22 0,0 0 47 0,-52-16-4 0,52 16-4 0,0 0-3 15,-6 0-5-15,6 0-34 16,0 0-52-16,0 0-13 0,0 0 5 15,0 0-16-15,0 0 11 16,0 0-3-16,0 0 8 16,0 0 15-16,0 0 43 15,0 0-27-15,0 0 4 16,0 0-43 0,0 16 3-16,6 12-1 0,34-9-2 15,0 14 0-15,1-13 0 16,11 4 0-16,-5 8 4 15,9-5-3-15,-4 1 1 16,-11-3-3-16,11-1 2 16,-5-4 1-16,-13 0-2 0,13 1 0 15,-7-10-1-15,0 1-4 16,-6 1-3 0,-15-5 13-16,3-1-12 0,-10-2 8 15,7 3-2-15,-13-5 2 16,9 5-2-16,-9 4 3 15,1 1-2-15,5-2 0 16,-3-3 1-16,-2 1-4 16,-7-9 6-16,0 3-7 15,0-3 6-15,0 0-8 16,0 0 1-16,6 5-2 16,-6-5-46-16,6 8-45 15,-6-5 21-15,0-3-240 0</inkml:trace>
  <inkml:trace contextRef="#ctx0" brushRef="#br0" timeOffset="-173738.69">21463 6693 236 0,'0'0'0'0,"0"0"-104"0,0 0-28 0</inkml:trace>
  <inkml:trace contextRef="#ctx0" brushRef="#br0" timeOffset="-173736.69">21463 6693 124 0,'-34'-72'63'0,"28"64"-63"0,-10-9-5 0,10 2-133 0</inkml:trace>
  <inkml:trace contextRef="#ctx0" brushRef="#br0" timeOffset="-173215.5">21395 6568 347 0,'0'0'195'0,"0"0"-109"16,0 0-44-16,0 0-42 15,0 0-14-15,0 0-17 0,0-52 27 16,0 52-1-16,0 0 5 15,0 0 5-15,0 0 59 16,0 0 27-16,0 0 36 16,0 0-84-16,0 0-38 15,0 0-10-15,0 0 2 16,0 0 1-16,0 0 2 16,0 0 0-16,0 0 2 15,0 0 24-15,0 0 9 16,0 0-9-16,0 0 6 15,0 0-27-15,0 0 1 16,0 0 1-16,0 8-10 16,12 13 6-16,16-9-3 0,0 12 0 15,-3 4 0 1,9-12 5-16,-16 4-3 16,17 0 2-16,-8-4-2 15,8 0 1-15,-11 4 4 0,17-3-11 16,-1 2 4-16,-6 1 0 15,13 4 1-15,-13 4 2 16,12 0 0-16,-5 0 7 16,-7 0-8-16,3-7-1 15,-9-1-2-15,12-9 1 16,-12-2 0-16,-9 7-1 16,2-13 1-16,-8 5-2 15,-7-3 5-15,-6-5-7 16,0 0-1-16,0 0 0 0,0 0-46 15,0 0-51-15,0-13-145 16,0-10-332-16</inkml:trace>
  <inkml:trace contextRef="#ctx0" brushRef="#br0" timeOffset="-172492.25">21429 6377 233 0,'0'0'0'0,"0"0"-233"0</inkml:trace>
  <inkml:trace contextRef="#ctx0" brushRef="#br0" timeOffset="-171517.45">21429 6377 247 0,'53'-13'24'16,"-47"13"5"-16,6 0-22 15,10 0-1-15,-4 0 20 16,10 0 8-16,-9 0 0 15,-4 0 40-15,-8 0-30 16,-1 0 47-16,-6 0-3 16,0 0 16-16,12 0-4 15,4 0-41-15,2 0-34 0,16 4-11 16,1 5 0 0,5 6-10-16,-9-7 8 0,3 0-12 15,0 8 15-15,-6-8-8 16,-3-4 6-16,9 1-12 15,0-5 0-15,0 0-2 16,13 0 2-16,-7 0-4 16,0 0 6-16,7 0 0 15,-22 0 3-15,9 0-3 16,-13 16 14-16,4-5 32 16,9 1-31-16,-15-7-16 15,27 11 1-15,-18-13 1 0,19 9-8 16,-1-4 8-16,1-8-3 15,-1 13 5-15,4-5-6 16,-13-4 4-16,13 12-3 16,-19-13-1-16,15 6 4 15,4-5-8-15,-19-4 11 16,15 0-12-16,-11 0 10 16,11 0-5-16,-6 0 3 15,1 7-3-15,-7 6 8 16,18-5-8-16,-5 4 0 15,9-12 7-15,-10 0-14 16,-5 0 13-16,5 0-14 16,-15 0 10-16,-3 0-5 0,0 0-4 15,-9 0 7 1,2 0-3-16,-2 0 9 16,15 0-4-16,-9 4 1 0,3-4-3 15,6 7 8-15,-9-7-11 16,3 0 3-16,-1 0-2 15,-2 0 1-15,-9 0 2 16,-10 0-2-16,-6 0 4 16,0 0-1-16,6 0 2 15,-6 0-4-15,0 0 6 16,0 0-5-16,0 0-1 16,13 0 2-16,-7 0-8 15,-6 0 12-15,15 0-10 16,-9 0 11-16,-6 0-8 15,0 0 6-15,7 0-4 0,-7 0-1 16,0 0 0-16,0 0 5 16,0 0-2-16,0 0 10 15,0 8-7-15,0-8-6 16,6 0 2-16,-6 0-7 16,0 0 6-16,0 0-2 15,0 0-2-15,0 0 2 16,0 0-8-16,0 0-22 15,0 0 14-15,0 0-9 16,15 0-2-16,-8 0-12 16,-1 0 39-16,12 0-3 0,-2 0 3 15,-10 0 1-15,0 0-17 16,0 0-57-16,-6 0-190 16,0 0-59-16</inkml:trace>
  <inkml:trace contextRef="#ctx0" brushRef="#br0" timeOffset="-164235.47">18849 8642 298 0,'0'0'12'16,"0"0"-12"-16,0 0-101 0,0 0-67 0</inkml:trace>
  <inkml:trace contextRef="#ctx0" brushRef="#br0" timeOffset="-156313.27">22579 9019 70 0,'0'0'210'0,"0"0"-210"0,0 0-3 0,0 0 3 0,0 0 6 0,0 0 39 16,0 0 139-16,0-4-44 16,0 4 34-16,0 0-38 15,0 0-60-15,0 0-41 16,0 0-1-16,0 0-30 16,0 0-6-16,0 0 7 15,0 0-5-15,0 0 9 16,0 0 8-16,0 0 13 0,0 0-17 15,0 0 1 1,0 0-3-16,0 0-15 0,0 0 4 16,0 13-7-16,0 15 7 15,0 8 0-15,0 0 5 16,-9-5-3-16,9-2-2 16,0-6 1-16,-6-3-9 15,6-4 8-15,-7 1-2 16,7-1-33-16,-12-4 13 15,12 4-16-15,-6-13-5 16,-3 2-13-16,2-5-15 16,1 0-78-16,0 0-14 15,-13 0-48-15</inkml:trace>
  <inkml:trace contextRef="#ctx0" brushRef="#br0" timeOffset="-155878.53">22517 9203 298 0,'0'0'183'0,"0"0"-78"0,0 0-28 0,0 0 6 0,0 0 52 0,0 0-48 15,155 16-54-15,-136-16-16 16,2 12-8-16,-2-7-4 16,3-2 0-16,-4 2-10 15,-5-5 3-15,2 0-3 16,-8 0-27-16,5 0 8 0,-6 0-51 16,0 0-113-16,-6 0 23 15,10-5-153-15</inkml:trace>
  <inkml:trace contextRef="#ctx0" brushRef="#br0" timeOffset="-155657.43">22517 9203 255 0</inkml:trace>
  <inkml:trace contextRef="#ctx0" brushRef="#br0" timeOffset="-155429.66">22517 9203 255 0,'341'-228'93'0,"-347"228"-93"15,-6 0-25-15,12 12-22 16,-16 0 75-16,10-4 90 16,-6 0 19-16,12 5-51 15,-7-2 2-15,-8 9-62 0,9 4-13 16,-7 4 22 0,7 8 34-16,0 0 10 0,6 9-16 15,0-1-15-15,0-5-15 16,0-3 17-16,0-3-38 15,0 0-3-15,0-14-9 16,0-11-22-16,0-4-52 16,6-4 23-16,0 8-45 15,0-8-108-15,-6 0-108 16</inkml:trace>
  <inkml:trace contextRef="#ctx0" brushRef="#br0" timeOffset="-152000.83">21695 7227 165 0,'0'0'215'0,"0"0"-92"0,0 0-58 0,0 0-9 0,-27-12-47 0,27 4-9 0,0 3 0 0,0 5 0 0,0 0 13 16,0 0 53-16,-7 0 84 0,1 0-44 15,6 0-48-15,0 0-56 16,0 0-4-16,0 0 4 16,0 0-2-16,0 0 0 15,0 0-3-15,0-8-2 16,0 8 10-16,0 0 6 16,0 0-6-16,0 0 18 15,0 0-13-15,0-4 1 16,0-4-11-16,-6 8 0 15,0-8-4-15,-10 8 8 0,-2 0 3 16,5 0 7-16,-8 0 22 16,8 0-32-16,7 0 2 15,-10 0-6-15,10 0-16 16,-6 0-7-16,6 0-13 16,-10 0 22-16,-2 0 8 15,-10 0 1-15,3 8 10 16,3 4-6-16,10 1 2 15,-7 7-2-15,-3-9-2 16,16 9-10-16,0-7 9 16,0-2-13-16,-4 6 16 15,10-1-16-15,0 7 11 16,0-7-5-16,0 5 5 16,0-6-18-16,0 2-5 0,0-6 1 15,0-2 12-15,10-5 15 16,8 4-14-16,10-8 15 15,-3 0-24-15,3 0 24 16,0 0-1-16,-3-12 1 16,3 3 3-16,-22 2-3 15,-6 7-7-15,6-4 2 16,-6 4-33-16,12-4-66 16,-12-4 33-16,22 8-32 15,-16-5-63-15,-6 5 37 16,0 0 6-16</inkml:trace>
  <inkml:trace contextRef="#ctx0" brushRef="#br0" timeOffset="-151617.45">21568 7359 154 0,'0'0'109'0,"0"0"-46"0,0 0 57 0,0 0-37 0,0 0-28 0,0 0-1 0,-12-5-47 0,12 5 3 16,0 0-10-16,0 0 0 15,0 0 24-15,25 0-12 16,3 0-10-16,-10 0 11 15,-2 5-11-15,-10 3 2 16,0 0-4-16,0-1 0 16,-6 1 0-16,0 5-8 15,0 2 8-15,0 6 34 16,0 7 19-16,0 0 41 16,0 0-80-16,-12 0-3 15,6-4-11-15,0-7-116 16,-4-14-67-16,10-3-229 15</inkml:trace>
  <inkml:trace contextRef="#ctx0" brushRef="#br0" timeOffset="-149998.7">20747 5939 250 0,'0'0'60'0,"0"0"-50"0,0 0-8 15,0 0 22-15,0 0-2 0,0 0 43 16,0 0 3 0,0 0-59-16,0 0 25 0,0 0 26 15,0 0-18-15,0 0-10 16,0 4 13-16,0-4-1 15,0 11 5-15,-7-2-25 16,7 12 68-16,-21-2-57 16,15-2 17-16,-7 10-35 15,-2-7 12-15,15 5-26 16,0-2-1-16,0 1-1 16,0-4 0-16,0 1-2 15,0 2 6-15,0 2-5 16,0-1 0-16,21-4 0 15,-8-4-2-15,8-8 0 0,4-4-6 16,-3-4-44-16,3 0 28 16,9 0-3-16,6-25 14 15,0 2-30-15,-5-1 16 16,-17 12-53-16,4 7 34 16,-10 2 1-16,-12 3-31 15,0 0-27-15,0 0-106 16,0 0-52-16</inkml:trace>
  <inkml:trace contextRef="#ctx0" brushRef="#br0" timeOffset="-149617.67">20719 6175 443 0,'0'0'178'0,"0"0"-117"0,0 0-16 0,0 0-13 0,0 0-24 0,0 0 3 0,21 0 71 0,20 0-8 16,-1 0-41-16,-9 0-32 15,9 0 9-15,-6-3 0 16,-6-2-11-16,-3 2 1 16,-3-5-17-16,-3-1-59 15,2-2-115-15,-8-5 31 16,-13-1-313-16</inkml:trace>
  <inkml:trace contextRef="#ctx0" brushRef="#br0" timeOffset="-149334.49">20740 5879 133 0,'31'-20'71'0,"-3"4"-4"16,13 0 77-16,-7 12-22 16,-16-4-60-16,-2 8-11 15,2 0 24-15,10 0 30 0,-15 0-50 16,15 0-35-1,-3 0-20-15,2 0-52 0,14 0-153 16,-16 0-312-16</inkml:trace>
  <inkml:trace contextRef="#ctx0" brushRef="#br0" timeOffset="-148052.42">24409 6970 275 0,'0'0'272'0,"0"0"-129"0,0 0 20 0,0 0-59 0,0 0-17 15,0 0-65-15,-47-73-20 16,47 41-2-16,-6-4-1 16,6 0 1-16,0 0 10 15,0 4 35-15,-13-4-20 16,13 0 23-16,0-4-45 0,0-5-3 15,0-7 0-15,13 8-6 16,-1 8-1-16,4 8 6 16,-16 20-8-16,0 0 18 15,0 8 8-15,0 0-9 16,0 0 3-16,6 0-11 16,0-4-4-16,7 1-27 15,2-10-5-15,16 5 21 16,3 0-7-16,-6 4 17 15,-3-4 1-15,9 8-2 16,-6 0 8-16,25 0-4 16,-13 0-23-16,6 0-79 15,-5 0-127-15,-13 0-15 16,-16 0-172-16</inkml:trace>
  <inkml:trace contextRef="#ctx0" brushRef="#br0" timeOffset="-147620.74">24247 6697 602 0,'0'0'4'0,"0"0"7"0,0 0 38 0,0 0 44 0,0 0 14 0,0 0-7 0,323 0-61 0,-283 0-22 0,7 0-11 16,-19 0-12-1,-4 0-96-15,-2 0-183 0,-10 0-328 16</inkml:trace>
  <inkml:trace contextRef="#ctx0" brushRef="#br0" timeOffset="-92234.81">23112 5173 541 0,'0'0'159'0,"0"0"-149"0,0 0-4 0,0 0-6 0,0 0 5 0,0 0 87 0,0 0 0 16,0 0-61-16,-86 0-29 15,86 0-2-15,0 0 11 16,0 0-7-16,0 0 59 15,-7 0-28-15,1 0 65 16,6 0-65-16,0 0 9 16,0 0-36-16,0-5 9 0,0-42 3 15,65-37-17-15,62-32-6 16,41-41 12-16,18-20-16 16,9-3 17-16,-9 8-20 15,-3 23 4-15,-25 25-37 16,-43 27-71-16,-22 33-84 15,-59 28-213-15</inkml:trace>
  <inkml:trace contextRef="#ctx0" brushRef="#br0" timeOffset="-91650.6">22830 4877 231 0,'0'0'113'0,"0"0"-14"0,0 0-18 0,0 0 17 0,0 0-46 0,0 0 42 0,0 0 18 16,0 0-34-16,0 0-30 15,0 19-13-15,10 9 6 16,2 8-31-16,-12 8 1 16,0 1-3-16,0-1-16 15,0 12 8-15,-12 1-4 16,-10-10 4-16,10-15 0 16,5 0-1-16,7-12 1 15,0-7-1-15,0-13-32 0,25 0 11 16,56-13 10-16,33-51 6 15,14 0 7-15,-1 0-1 16,-40 12 5-16,-29 24-5 16,-23 15-10-16,-35 13-21 15,0 0 4-15,0 0-22 16,-22 25 45-16,-37 2-145 16,-15-10-353-16</inkml:trace>
  <inkml:trace contextRef="#ctx0" brushRef="#br0" timeOffset="-90785.73">25391 3072 449 0,'0'0'205'0,"0"0"-167"0,0 0 39 0,0 0 24 0,0 0-20 0,0 0-72 0,-18 36-1 0,18 15 11 0,0 26-13 0,0 3 7 16,0 4-8-16,0-4-5 15,0-8 2-15,0 8-12 16,0-6 21-16,-28-18-20 16,9-17 18-16,4-15-6 15,-4-15 6-15,19-9 3 16,0 0 4-16,-21-41 22 0,2-18-38 16,-15-22-1-1,21-7-1-15,-8 0-4 0,21-9-6 16,0-8 15-16,0 10-6 15,0-10-8-15,21 5 0 16,20 16 3-16,-1 16 5 16,0 19-9-16,7 18 18 15,6 10-12-15,5 1-7 16,11-8 6-16,5 0-40 16,-9 9 34-16,-12 6-14 15,-13 13 16-15,-12 0 7 16,-22 0 4-16,-6 44 0 15,0 17 20-15,-59 19 7 16,-37 3-20-16,-3-2-7 0,6-1 2 16,12-15-4-16,7-6-2 15,28-10 1-15,21-26-236 16,25-18-359-16</inkml:trace>
  <inkml:trace contextRef="#ctx0" brushRef="#br0" timeOffset="-90003.53">25819 3509 508 0,'0'0'116'0,"0"0"-115"0,0 0 23 0,-86 240-6 0,79-191-17 16,-5-10 19-16,12-11-20 16,0-15 51-16,0-10-26 15,-9-3 6-15,-10 0 40 16,-15 0 17-16,-13-8-62 15,7-28-26-15,-6-8 3 0,11-7 26 16,17-6-9-16,18-11 12 16,0 0-32-16,0 7-2 15,34 9 2 1,25 12 0-16,-13 8-2 0,13 17-1 16,-18 10-2-16,-7 5-15 15,-6 0 11-15,-10 28 1 16,-18 16 3-16,0 8 1 15,0 4-8-15,0-12 4 16,0 1 0-16,-18-13-1 16,11-15 18-16,7-6-17 15,0-7 8-15,0-4 0 16,0 0-1-16,41 0 1 16,-1 0 34-16,-3 0-22 0,-9 0-1 15,-6 16-6-15,-16 8 5 16,-6 4-6-16,0 0 6 15,0-3-7-15,0-1-6 16,0-9-4-16,0 1 7 16,0-4 0-16,0-4 8 15,0 0-16-15,6-8-10 16,7 0-42-16,15 0-120 16,18-31 73-16,7-5 15 15,9 0-108-15,-25 7-8 16,-3 17 192-16,-28 12 16 15,-6 0 58-15,0 0 11 16,0 0 11-16,0 20 61 16,0 9-51-16,0-1-48 0,22-5-32 15,-3-2 2-15,-13-1-2 16,22-4-3-16,-28-12-7 16,6 0 0-16,-6-4-38 15,0 0-33-15,0-37-41 16,0-22-334-16</inkml:trace>
  <inkml:trace contextRef="#ctx0" brushRef="#br0" timeOffset="-89836.4">26340 3288 261 0,'0'0'772'0,"0"0"-717"0,0 0 33 0,0 0-64 0,0 0-24 0,0 0-36 15,0 0-75-15,0 0-229 16,28 0-156-16</inkml:trace>
  <inkml:trace contextRef="#ctx0" brushRef="#br0" timeOffset="-89367.56">26929 3377 537 0,'0'0'117'16,"0"0"-56"-16,0 0 13 15,0 0-37-15,0 0-9 16,0 0 7-16,-334 64 13 16,293-20-19-16,7 0-17 0,22-5-8 15,12-6-2-15,0-2-4 16,0-1 9-16,62-11-14 15,25 1 14-15,-10 0-13 16,4-4 9-16,-19 9-3 16,-31-9 0-16,-16-1 1 15,-15-2-10-15,0-2 18 16,-15-3-3-16,-44 1-5 16,-16-9 0-1,16 0-1-15,7 0-37 0,18-17-164 16,27-7-137-16</inkml:trace>
  <inkml:trace contextRef="#ctx0" brushRef="#br0" timeOffset="-88722.22">27345 3781 660 0,'0'0'78'16,"0"0"-23"-16,0 0-47 16,0 0 85-16,87-249-57 15,-69 194 6-15,4 7-36 0,-3 19-4 16,-19 17 1 0,0 12-3-16,0 0 15 0,0 17-9 15,0 38-9 1,0 9 12-16,0-7-15 15,0-17 18-15,0-12-23 16,0-20 11-16,0-8-11 0,28 0 11 16,12-40 12-16,13-12 4 15,-1-4-1-15,7-1-25 16,-9 21 22-16,-25 16-24 16,-13 16 12-16,4 4-17 15,-10 0-35-15,0 13 41 16,6 11 11-16,16-4 2 15,13-9-2-15,-1 1-92 0,-6 1 16 16,-3-2 6 0,-3 2 45-16,-16-1 18 0,4-4 7 15,-4 0 28-15,-6 0-9 16,7-8-7-16,-4 0-7 16,-3 0 95-16,7 0 19 15,8-36-58-15,-2-5-55 16,9-6 1-16,-16 6-3 15,16 5 11-15,-9 12-14 16,9 9 6-16,-3 10-14 16,2 5-12-16,8 0 8 15,11 5 5-15,1 34-9 16,5 5 17-16,-18 4-5 0,-15-4 6 16,-10 5-3-16,-9-10 0 15,0-6 4-15,0-5-17 16,0-8 6-16,-15-7-33 15,-10-13-219-15,25 0-108 16</inkml:trace>
  <inkml:trace contextRef="#ctx0" brushRef="#br0" timeOffset="-88537.52">28393 3565 955 0,'0'0'22'0,"0"0"31"0,0 0 26 0,394 0-27 0,-301-20-52 0,-6-12-82 0,-41-1-102 16,-30 5-675-16</inkml:trace>
  <inkml:trace contextRef="#ctx0" brushRef="#br0" timeOffset="-83975.05">26086 5442 265 0,'0'0'11'0,"0"0"-11"0,0 0 9 0,0 0 32 0,0 0-12 16,0 0 108-16,0 0-54 0,-25-105-36 16,25 97-47-16,0-7 0 15,0 7 4-15,13 8-8 0,-13 0 8 16,0 0 16-16,0 0 67 15,0 0-34-15,0 0 17 16,0 0-20-16,6 0-33 16,0 0-13-16,22 11-4 15,6 42 35-15,-3 2-10 16,9 18-8-16,1 7-15 16,-7-4-2-16,0-3 8 15,-6-5-11-15,-3-17 12 16,-13-10-5-16,10-17 8 15,-10-12 6-15,-6-12 1 16,22 0 7-16,6-16 29 0,7-45-18 16,18-11-16-1,3-23-13-15,-10-14-12 0,-11-3 13 16,-1-9-11-16,-9 18 2 16,-3 22-22-16,-28 21-19 15,12 24-12-15,-12 24 33 16,0 12-66-16,0 0-245 15,0 15-316-15</inkml:trace>
  <inkml:trace contextRef="#ctx0" brushRef="#br0" timeOffset="-83306.5">27162 5795 435 0,'0'0'172'0,"0"0"-32"0,0 0 21 0,0 0-90 16,0 0-37-16,0 0-21 16,34-13 41-16,13 2 1 15,5-2-22-15,10 1-23 16,-3 1-5-16,-3 3-1 15,-9-1-8-15,-7 9-11 0,-9 0-23 16,-9 0-7-16,-4 0-4 16,-12 0-36-16,-6 0-206 15,0 0-74-15</inkml:trace>
  <inkml:trace contextRef="#ctx0" brushRef="#br0" timeOffset="-83124.59">27162 5795 814 0,'-40'-160'79'0,"68"160"-74"16,18 0 62-16,7-25-60 0,3-3-7 15,9-8 0-15,-13-4-187 16,-11 12-358-16</inkml:trace>
  <inkml:trace contextRef="#ctx0" brushRef="#br0" timeOffset="-82576.7">28365 5827 563 0,'0'0'119'16,"0"0"-55"-16,0 0 26 16,-19-293 30-16,19 176-59 15,7-7-35-15,39-4-4 0,7 0-22 16,3 4-2-16,-16 7-12 15,0 21-23-15,-27 19-17 16,-7 29-7-16,-6 32 48 16,0 16-8-16,12 20 21 15,22 40 47-15,13 17 1 16,6 7-20-16,9 4-27 16,-16 12-2-16,-12-3 5 15,-9 7-14-15,-25 5 20 16,0-5-17-16,0-8 15 0,0-12-8 15,0-20 0 1,0-16-64-16,0-15-105 0,0-17-13 16,0-13-73-16</inkml:trace>
  <inkml:trace contextRef="#ctx0" brushRef="#br0" timeOffset="-82327.06">28433 5498 226 0,'0'0'435'0,"0"0"-380"0,0 0 134 0,0 0-98 0,354-9-54 0,-261-10-37 15,3 2-5-15,-19 2-106 16,-21 7-157-16,-16 3-330 16</inkml:trace>
  <inkml:trace contextRef="#ctx0" brushRef="#br0" timeOffset="-81593.71">29227 5586 269 0,'0'0'297'0,"0"0"-277"16,0 0-15-16,0 0 20 0,0 0 19 15,0 0 35-15,-6 165-43 16,6-117-11-16,0-1-25 15,0-6 11-15,0-17-9 16,0-4-1-16,0-20 7 16,0 0-3-16,0 0 53 15,0-20 19-15,-25-32-77 16,3-5-13-16,22-10-16 16,0 3-17-16,0 7-3 15,0 1 6-15,22 12-70 16,9 11 82-16,9 5 9 0,-12 17 9 15,0 3-8-15,-3 8 10 16,-10 0 6-16,-8 0-29 16,11 19 34-16,-18 17 0 15,0 9 12-15,0-1-9 16,0 5-6-16,0-5 10 16,-25-13 1-16,10-15-8 15,15-4 0-15,0-12-1 16,0 0-21-16,46 0 10 15,16-15 12-15,-3 10-6 16,-6 2 12-16,-19 3-3 16,-12 0 7-16,-22 0-9 15,0 0 34-15,0 11 26 0,0 14 24 16,-16-2 9 0,-43 13 27-16,-21 8-64 0,-19 1-29 15,-4 3-14 1,26-24-14-16,21-3-1 0,25-18-23 15,22 5-76-15,9-8-169 16,0 0-128-16</inkml:trace>
  <inkml:trace contextRef="#ctx0" brushRef="#br0" timeOffset="-81159.49">29891 5867 474 0,'0'0'104'0,"0"0"-47"0,0 0-28 0,0 0 34 0,0 0-41 0,151-221-20 0,-135 202-4 0,-4 6 10 0,-5 13-18 16,-7 0 13-16,6 0-7 0,-6 28 8 15,9 16 134-15,4 5-81 16,-7-5-48-1,15-8-9-15,-8 3 1 0,-1-6-6 16,-6-2 11-16,10-6-15 16,-10-5 9-16,0 1-48 15,-6-18-92-15,0 5 12 16,0-8-81-16</inkml:trace>
  <inkml:trace contextRef="#ctx0" brushRef="#br0" timeOffset="-80993.73">29891 5867 469 0,'-87'-13'340'0,"99"13"-278"16,1-8-19-16,14 8-40 16,8-11-3-16,11-1-16 15,1-9-109-15,11 1-22 16,-2 9-179-16</inkml:trace>
  <inkml:trace contextRef="#ctx0" brushRef="#br0" timeOffset="-80610.71">30498 5502 474 0,'0'0'165'16,"0"0"-97"-16,0 0-32 16,0 0 6-16,0 0-29 15,0 0-6-15,-207-4-7 16,207 28 0-16,0 4-7 16,0-8 15-16,0 4 16 15,34 0-17-15,12-4 50 16,7 5-23-16,15-2-14 15,-3-2-6-15,-9-1-28 16,-3-4 14-16,-25-8-11 16,-22 4 9-16,-6-9 2 0,0 10 12 15,-56 3 61-15,-37 4-43 16,-12 0-23-16,-4-1 51 16,28-14-13-16,35-5-45 15,27 0-8-15,19 0-74 16,0-24-55-16,41-4-197 15,24-5-26-15</inkml:trace>
  <inkml:trace contextRef="#ctx0" brushRef="#br0" timeOffset="-80511.54">30498 5502 545 0</inkml:trace>
  <inkml:trace contextRef="#ctx0" brushRef="#br0" timeOffset="-80391.68">30498 5502 545 0,'301'264'66'0,"-261"-235"-36"0,13-9-8 0,9-4-36 16,-9-12 5-16,-19-4 9 15,-9 0-1-15,-10 0-16 16,-9 0-32-16,-6 0-26 16,0 0-68-16,0-8-60 15</inkml:trace>
  <inkml:trace contextRef="#ctx0" brushRef="#br0" timeOffset="-80227.75">30914 5646 510 0,'0'0'211'0,"0"0"-201"16,0 0 47-16,0 0 24 15,127 17-57-15,-108-17-24 16,-13 0-61-16,-6 0-66 15,0 0-81-15,0 0-219 16</inkml:trace>
  <inkml:trace contextRef="#ctx0" brushRef="#br0" timeOffset="-80094.57">30914 5646 798 0,'46'-116'150'0,"-21"116"-120"0,-3 0-12 16,12 0-18-16,6 0 0 15,7-5-74-15,-7-2-238 16</inkml:trace>
  <inkml:trace contextRef="#ctx0" brushRef="#br0" timeOffset="-79344.49">31788 5132 293 0,'0'0'249'0,"0"0"-156"0,0 0-6 0,0 0 97 0,0 0-135 0,0 0-23 0,-12 110-20 0,-29-67 37 0,1 1-35 0,6 8 10 16,0-11-11-16,9-13-4 16,10-4-6-16,2-12 9 0,7-12-15 15,0 0-10 1,0 0-18-16,6 0-34 0,0-25-224 15,0-14-17-15</inkml:trace>
  <inkml:trace contextRef="#ctx0" brushRef="#br0" timeOffset="-79145.68">31788 5132 422 0,'-294'102'301'0,"294"-102"-197"16,0 0 14-16,0 0-34 15,0 0-81-15,34 0 9 16,40 0 9-16,13 0 37 16,0 19-27-16,-7 9-25 0,-8-3-12 15,-4 14-16-15,-15-3-12 16,-19-3-19-16,0-5-15 16,-28-9-134-16,-6-14-123 15</inkml:trace>
  <inkml:trace contextRef="#ctx0" brushRef="#br0" timeOffset="-78477.44">31850 4331 156 0,'0'0'260'0,"0"0"-217"0,0 0-13 0,0 0 95 0,0 0-55 0,152 253 15 15,-112-149-35-15,13 4 9 16,-6 1-51-16,-7-18 20 16,-18-2-24-16,2-9 22 15,-2-11-12-15,-16-5 18 16,-6-12-10-16,0-13-9 16,0-3 18-16,0-19-29 0,0-9 16 15,0-8-13-15,0 0 10 16,0-25-15-16,0-11-15 15,0 5 4-15,34 2 10 16,13 17-6-16,18 1 5 16,16 11 0-16,-7 0 4 15,-6 0 3-15,-9 31 0 16,-18 13 6-16,-14 0-1 16,-8 1 12-16,-7-9-7 15,4-17-12-15,3-10-3 16,9-9-48-16,12 0-3 15,-15-12-112-15,-25-29-334 16</inkml:trace>
  <inkml:trace contextRef="#ctx0" brushRef="#br0" timeOffset="-64483.61">19491 9231 340 0</inkml:trace>
  <inkml:trace contextRef="#ctx0" brushRef="#br0" timeOffset="85182.4">1194 5165 110 0,'0'0'113'0,"0"0"-104"0,0 0 1 0,0 0 14 0,0 0-21 0,0 0 28 0,0 0 54 0,0 0 24 0,0-56-75 16,0 51-17-16,0-6-5 15,0 6 7-15,0 5-12 16,0-7 0-16,0 3-1 16,0 0-4-16,-19-1 21 15,19 2 1-15,0-2 41 16,-6-3-34-16,6 8-29 15,0 0-1-15,-6 0 4 16,6 0-10-16,0-7 19 16,0 3-20-16,0 4 15 0,0 0-6 15,0 0 14-15,0-4 19 16,0-4-36-16,0 8 0 16,0-5 15-16,0 5-6 15,0 0-18-15,0 0 7 16,0 0-4-16,0 0-28 15,0 0 30-15,25 0 6 16,9 5-2-16,0 7 0 16,0 4-3-16,-9 4-4 15,9 4 14-15,12-8 10 16,-12 12-10-16,7-8 36 16,5 0-2-16,-5 4-11 15,-7-12 4-15,-10 9-33 16,11-10-2-16,-17-11 12 0,4 0-22 15,-16 0 8-15,6 0-1 16,23 0-46-16,-1 0-83 16,12 0-16-16,-40 0-155 15</inkml:trace>
  <inkml:trace contextRef="#ctx0" brushRef="#br0" timeOffset="89077.08">6735 10949 63 0,'0'0'180'0,"0"0"-155"0,0 0 5 0,0 0 25 0,0 0-21 0,0 0-18 0,0 0 19 0,40 44-22 16,-31-41-8-16,4 5 1 16,-13-4 4-16,6-4 17 15,0 4-3-15,-6 5 29 16,6-9-27-16,-6 16-16 15,0-9-5-15,0 6 11 16,0-10-7-16,16 5 3 0,-16 0-10 16,18 1-4-16,-11-9 4 15,-1 16 2-15,3-8-2 16,-3 4 8-16,-6 7 23 16,13-2-32-16,-7 2 4 15,16-6-5-15,-4 7 1 16,4-4 7-16,-3-4-12 15,-7 4 8-15,3-8-1 16,4 0 4-16,-13-4-7 16,10 1-1-16,-10-5 1 15,0 0 4-15,0 0 6 16,-6 7-10-16,7-7 6 0,-7 4-3 16,21-4-3-1,-15 0 0-15,1 0 2 16,-1 0 5-16,9 0-14 0,-8 0 14 15,5 0-2-15,7 4 4 16,-4-4 0-16,-3 0 6 16,16 0 4-16,-21 0-18 15,11 0 1-15,-12 0 5 16,22 0-1-16,-22 0-8 16,22 0 12-16,-9 0-18 15,-3 0 17-15,-4 0-6 16,7 0 2-16,8 0 1 15,1 8-1-15,-3 5-1 16,9-10-8-16,-6-3 9 16,19 8-11-16,-7 0 7 15,0 1-5-15,-9-9 3 0,-9 11-3 16,6-6 4-16,-28 2-1 16,25 6-3-16,-13-10 8 15,4 5-6-15,-10 0 9 16,-6 0-10-16,12 4 8 15,-6 4 13-15,10 1-5 16,-16 2 10-16,19 1-6 16,-13-7-15-16,-6-1-4 15,15-9 4-15,-9 2 0 0,-6-2 4 16,0 2 3 0,0-2-7-16,0-3 9 15,0 0-6-15,0 0-4 0,0 0-2 16,0 0 5-16,0 0-11 15,7 0 4-15,-7 0-1 16,0 0-4-16,0 0 4 16,6 0-3-16,-6 0 7 15,28-3 0-15,-3 3-4 16,2 0 4-16,1 0 0 16,-9 0-6-16,21 0 6 15,-6 0-1-15,-21 0 1 16,8 12-4-16,-14 0 1 15,-7 0 3-15,12 0 0 16,7 0 4-16,9 0-4 16,-7-4 6-16,4-4-13 0,3-4-76 15,6 0-128-15,-9-32-162 16</inkml:trace>
  <inkml:trace contextRef="#ctx0" brushRef="#br0" timeOffset="89876.86">6456 12091 239 0,'0'0'96'0,"0"0"20"0,0 0-58 0,0 0-35 0,0 0-13 0,0 0 0 0,-34 0-7 0,34 0 15 0,0 0 28 0,0 0 16 15,0 0 43-15,0 0 4 16,0 0-23-16,0 0-68 16,0-36 24-16,0-12-35 15,0-12 3-15,0-5-6 16,0 1 4-16,0-3-6 15,0 2 0-15,0 1-2 16,0 0 4-16,12 11-10 16,3 6-12-16,-8 11 2 0,5 19-15 15,-12 17-4-15,0 0-11 16,0 0-13-16,0 37 23 16,-46 18-21-16,-13 9-6 15,-22 5-65-15,7-5-114 16,-1-4-17-16</inkml:trace>
  <inkml:trace contextRef="#ctx0" brushRef="#br0" timeOffset="90579.44">6381 12436 227 0,'0'0'167'0,"0"0"-58"0,0 0-61 0,0 0-28 0,0 0-7 0,0 0-6 0,-25 16 5 0,25-16-1 0,-9 0-6 16,9 0 45 0,0 0 50-16,0 0 14 0,0 0-63 15,0 0-15-15,0 0-18 16,0 0 5-16,0-20-18 16,9-16 1-16,32-24 8 15,11-4 19-15,14-17-15 16,14-7-6-16,-12 4-4 15,4-4-4-15,-10 24-4 16,-3-1-28-16,-19 21 14 16,-6 4-36-16,-6 20-39 0,-22 8-77 15,-6 8 61-15,0-4 23 16,0 8-118 0</inkml:trace>
  <inkml:trace contextRef="#ctx0" brushRef="#br0" timeOffset="91214.14">6977 11947 266 0,'0'0'44'0,"0"0"-42"0,0 0 86 0,0 0 40 0,0 0-34 15,0 0-50-15,0 0-4 16,0 0 26-16,0 0-14 16,0 0-1-16,0 0-31 15,0 0-2-15,0 0-17 16,0 0-1-16,0 4-11 15,0 7 6-15,0 6 5 16,12 15 0-16,-12 8 7 16,0 9-5-16,0 6 8 15,0-2 5-15,0-6-13 0,-6-6 5 16,0-18 1 0,6-6-2-16,0-9-6 15,0-5 0-15,12-3 5 0,44 0 0 16,9 0-1-16,3 0 13 15,-21 0-4-15,-13 0 10 16,-10 0-20-16,-24 0 1 16,0 0 2-16,0 0-9 15,0 0 3-15,28 0-54 16,-9 13-27-16,9-9-203 16,-9-4-329-16</inkml:trace>
  <inkml:trace contextRef="#ctx0" brushRef="#br0" timeOffset="117579.18">16093 17546 32 0</inkml:trace>
  <inkml:trace contextRef="#ctx0" brushRef="#br0" timeOffset="186264.12">29695 4291 465 0,'0'0'124'0,"0"0"-119"0,0 0 3 16,0 0 12-16,0 0 22 0,0 0-18 16,0 0 9-16,-25 0 7 15,25 0 6-15,0 0 37 16,-6 0-6-16,-3 0-21 15,3 0-46-15,0 0 9 16,-7 0-19-16,-9 0 0 16,10 0 2-16,-16-9 4 0,3-7-11 15,-3 1 10-15,-12 2-5 16,21-3 6-16,-15 1-12 16,6 2 8-16,-3 1-5 15,-3 1 2-15,0-5 1 16,0 3-4-16,0 1-13 15,15 0-1-15,1 8 2 16,-10 0 6-16,22 4 15 16,-22 0-15-16,3 0 8 15,-25 0-30-15,10 0-23 16,-13 0-21-16,7 4 21 16,6 0 16-16,-7 0 37 0,7 1-31 15,-1 6 20 1,-11 6 0-16,-1 2 13 0,-9 6 0 15,15-2 0-15,1 1-1 16,6 4-3-16,15-11 1 16,3 7-81-16,4-8 59 15,-4-4-12-15,-3 0 14 16,-3 4 14-16,-6 4 9 16,9 4 19-16,-3 4-5 15,-6 4-14-15,9 0-10 16,-9-4 10-16,6 1-28 15,10-6-13-15,-10 10-15 16,9 3 12-16,4-4 33 16,-10 4-11-16,3 8 13 0,-12-4-9 15,-6 4-27-15,15-4 45 16,-3-3 6-16,10-9 3 16,2-5 13-16,16-2-22 15,0-1-9-15,0 8-8 16,0-4 8-16,0 12 7 15,0-4 4-15,0 0 11 16,0-4-13-16,0-8 12 16,0 1-5-16,0 2 23 15,0-15 20-15,0 12-25 16,0-7-25-16,0 6 1 16,16 6-6-16,-4-5 11 15,10 12-19-15,-10-4 26 0,0 3-18 16,10 2 5-1,-9-5 0-15,-13 4 0 0,18 0-10 16,-9 0-2-16,-2-4 7 16,11 0 5-16,4-3 14 15,9-6-5-15,3-2-2 16,-6-6 16-16,6 1 4 16,-9-4 10-16,-3 5-25 15,2-10-11-15,-2 10 4 16,-3-9 1-16,27 7 34 15,1-6-32-15,9 11 7 16,-4-4-15-16,-11 4-1 16,11 4 1-16,-18 0-16 15,7-8-24-15,-7 8-43 0,-3-8 31 16,-3-4 40-16,-16-5 12 16,10 6 8-16,-10 3 51 15,1 0 1-15,2 8-20 16,-9 1-26-16,7 10-4 15,15-6-10-15,-4-1 12 16,11-12-10-16,-8-1 2 16,-8-3 1-16,9-3-4 15,-9-5-1-15,2 0 1 16,-2 3 15-16,15 2 23 16,-6 10-31-16,-3 6 15 15,9 7-15-15,0 0 16 16,0-4-22-16,-3-8-3 0,3-8 1 15,-6-4-18-15,0-4 17 16,3 0 1-16,-9 4-4 16,18 4 9-16,-9 8 0 15,3 1 3-15,0 2-2 16,6-2-6-16,1-6-1 16,-1-3-6-16,0-8 2 15,1 0 2-15,-10 0-1 16,9 0 4-16,-12 0 0 15,6 0 16-15,-9 0-3 16,9 4 2-16,6 4-7 16,7 0 2-16,-1-8-3 0,16 0 18 15,3 0 6-15,4 0-7 16,-4 0-3-16,-9-8-21 16,-16 0 0-16,-15 8 0 15,3 0 1-15,-4 0-1 16,10 0-3-16,-6 0-8 15,-3 0-9-15,3 0 16 16,0 0-10-16,-3 0 8 16,9 0 2-16,6-8 4 15,-6 8-1-15,7-7 1 16,-1-1-2-16,6-1 7 16,-5-15 31-16,5 12-26 15,-5-9 9-15,-7 10-14 0,-3-5-3 16,-3 0 5-1,18 4 13-15,-18 3 8 0,-3 1 3 16,-3 0-28-16,-4-3 3 16,10-14 16-16,-3-6-22 15,3-10 4-15,6-3 1 16,-9 0-6-16,-4 4 1 16,-8 8 0-16,-13 12 1 15,0 0 16-15,0 4-6 16,15-12-2-16,-9 8-18 15,7-4 15-15,-1-4-14 16,-5 3 8-16,-7 1-1 0,0 1-3 16,0-2 0-1,0 1 4-15,0 1 2 0,-19 2 22 16,0 1-19 0,-9-3 6-16,7-6-10 0,-4-3-2 15,3-4-16-15,-3-8 2 16,10 3 5-16,-10 5-8 15,-9 5 18-15,-6 6 7 16,-7-2 10-16,1 10-16 16,12-3 33-16,-1-7-31 15,-5 2-3-15,15 5 0 16,13-12-9-16,-22 12-6 16,6 4 0-16,-6-4 12 15,-7 4 6-15,1-1 30 0,3-2-14 16,3 7-2-1,-6-9-7-15,12-2-2 16,3 2 0-16,3-2-3 0,4-5-10 16,-10 3 10-16,9 1-13 15,-3 1 9-15,4-2-8 16,-4 6 8-16,3-2-1 16,4 12 4-16,9-2-1 15,-7-1-6-15,1-4 3 16,-4-12-8-16,-2 8-20 15,2-12 4-15,-9-4-13 16,-9 3 32-16,0-3 5 16,3 13 2-16,-3-2 10 15,6 9 4-15,-12 0 3 16,0 1-15-16,5-6-4 0,-2-3 0 16,-3-12-15-16,0 7-38 15,-1 1 31-15,-5 12 6 16,-10 9-173-16,3 7 32 15,-21 12-30-15</inkml:trace>
  <inkml:trace contextRef="#ctx0" brushRef="#br0" timeOffset="-172877.2">12558 9524 181 0,'0'0'269'0,"0"0"-165"15,0 0 16-15,0 0-28 16,0 0-4-16,0 0-48 0,307 5-40 16,-279 3-9-16,0-8-104 15,-10 0-76-15,-18 0-209 16</inkml:trace>
  <inkml:trace contextRef="#ctx0" brushRef="#br0" timeOffset="-162686.36">9745 5173 231 0,'0'0'19'0,"0"0"-4"0,0 0 55 0,0 0-12 0,0 0 24 0,0 0-38 0,0 0 3 16,-27-5-44-16,27-6-3 16,0-1-11-16,0 8 10 15,0 0 2-15,0 4-1 16,0 0 36-16,0 0-30 15,-7 0-4-15,1 0 7 0,-3 0 7 16,3 0 18 0,-1 0 24-16,7 0-11 15,0 0 15-15,0 0 32 0,0 0-58 16,0 0-15-16,0 0-20 16,0 0-2-16,0 0-1 15,0 0-5-15,0 0-4 16,0 0 1-16,0 0 10 15,0 0 1-15,0 4 9 16,0 0-8-16,0 0 22 16,7 4-8-16,21 0-7 15,-1 0 3-15,11-4-17 16,2 8 10-16,0-3 0 16,1 2 17-16,14 1-19 15,-17 1 7-15,2 2-6 16,0 1-6-16,1-8 9 0,-1 4-9 15,0-4 4-15,0-3-3 16,1 3 1-16,-13 0 0 16,3-5-2-16,-3-3 4 15,-10 8-7-15,16-4 13 16,-6-4-12-16,6 8 7 16,13 0-6-16,-1-3 1 15,13-5 2-15,3 0 0 16,3 8 8-16,-3-8-16 15,-9 0 16-15,-6 12-16 16,-7-4 20-16,0-5-20 16,1 5 12-16,-1-8-6 15,25 0 2-15,3 0 0 0,-3 0 3 16,3 0 3-16,-9 0-12 16,-12 0 13-16,-7 0-12 15,-6 0 11-15,0 0-11 16,1 0 6-16,5 0-1 15,0 0 0-15,13 0 3 16,-13 0-11-16,13-8 18 16,6 5-15-16,-13-5 18 15,4-4-23-15,-19 12 14 16,9-8-4-16,-6 8 0 16,7 0 0-16,11 0-6 15,1 0 7-15,15-5-5 16,19-3 8-16,-12 0-8 0,-4-4 1 15,-3 12 3-15,-34-3-8 16,-9-5 6-16,9 8-2 16,-12 0 8-16,-4-8-15 15,4 8 24-15,3-5-23 16,-3 5 22 0,2-8-24-16,4 4 12 0,6-4 0 15,-15 0 0-15,9 4 5 16,-9-4-10-16,-13 8 15 15,9 0 1-15,-2 0-11 16,8-4 19-16,10-3-17 16,10-1 11-16,-1-9-8 0,0 1-3 15,-12 4-2 1,-9 0 3-16,-13 12 3 0,10 0 0 16,-16 0 24-16,6 0-22 15,6 0-8-15,-6 0 6 16,10 0-6-16,-16 0 0 15,12 0 2-15,-12 0-10 16,0 0-11-16,0 0-35 16,0 0-119-16,0 0-364 15</inkml:trace>
  <inkml:trace contextRef="#ctx0" brushRef="#br0" timeOffset="-154693.48">6728 12019 206 0,'0'0'111'0,"0"0"-90"0,0 0-17 0,0 0-4 0,0 0-7 0,0 0 7 0,0 0 37 0,-24 12 66 0,24-8-46 16,0-4-6-16,0 8 8 16,0-8-37-16,0 0-17 15,0 0 2-15,0 0-8 0,0 0 2 16,0 0-1-16,0 0 14 16,0 0-12-16,0 0 19 15,0 0 12-15,0 0 39 16,0 0-34-16,0 0-3 15,0 0 6-15,0 0-11 16,0 0 9-16,0 0-30 16,0-8-8-16,12-8 3 15,16-8-4-15,-3 8 7 16,3 4-12-16,-4 7 5 16,4 5 0-16,-6 0-4 15,-3 0 4-15,9 0 29 16,-16 5-20-16,7 3-9 0,2-8 0 15,-14 0-2 1,-1 0-21-16,-6 0-23 0,0 0-106 16,0 4-42-16,-47-4-283 15</inkml:trace>
  <inkml:trace contextRef="#ctx0" brushRef="#br0" timeOffset="-112412.53">14731 8923 300 0,'0'0'17'0,"0"0"-17"0,0 0 2 0,0 0-9 0,0 0 14 0,0 0-9 0,-15 64 4 15,15-56 11-15,0 0 15 0,0 0 19 16,-6 0-23-16,6-4-17 15,-7 1-12-15,7 2 17 16,-6 1-6-16,6-4-3 16,0 5-1-16,0-6-2 15,-6 5-17-15,6-4-41 16,0 4-43-16,0-8-79 16</inkml:trace>
  <inkml:trace contextRef="#ctx0" brushRef="#br0" timeOffset="-67736.45">14489 13868 300 0</inkml:trace>
  <inkml:trace contextRef="#ctx0" brushRef="#br0" timeOffset="1394.52">2003 16952 247 0,'0'0'120'0,"0"0"-3"0,0 0-12 0,0 0-35 0,0 0-10 0,0 0-40 15,0 0-20-15,-6 0 10 16,6 0-21-16,0 0 23 16,0 0 33-16,0 0 8 0,0 0 15 15,0 0-26-15,0 0-5 16,0 0 17-16,0 0-37 16,-6 4 29-16,6-4-27 15,-7 0-1-15,7 0-11 16,-15 7 20-16,3 2-3 15,-1-1-11-15,-15 8-3 16,10-8-10-16,11 0 23 16,-2-4-19-16,3-4 29 15,6 0-32-15,0 0 29 0,0-28-28 16,0-52 10-16,22-40-12 16,43-29 0-1,22 0-9-15,-7 21 20 0,-5 36-22 16,-29 32 12-16,-12 32-10 15,-28 16-11-15,-6 12 15 16,0 0-10-16,0 12 4 16,0 32 3-16,0 24 16 15,0 20-17-15,0 20 20 16,13 21-15-16,21 4 4 16,6-13-26-16,1-24-57 15,-1-20-32-15,-6-28-84 16,-9-31-2-16,-19-17 112 0,-6 0-17 15,0 0-18 1</inkml:trace>
  <inkml:trace contextRef="#ctx0" brushRef="#br0" timeOffset="1674.37">1910 16896 738 0,'0'0'197'0,"0"0"-152"0,0 0 62 0,0 0-36 0,0 0-22 0,0 0-29 0,0-13-17 15,34 13-6-15,6 0 9 16,1 0-17-16,18 0-8 15,-7 0-72-15,-11 0-47 16,-1 0-231-16,-25 13-147 16</inkml:trace>
  <inkml:trace contextRef="#ctx0" brushRef="#br0" timeOffset="2023.71">2958 16932 469 0,'0'0'511'15,"0"0"-508"-15,0 0 6 16,0 0 41-16,0 0-10 16,0 0-34-16,264 0 1 15,-218-5-14-15,1 2-33 16,-23-5-18-16,-8-4-82 0,-16-1-34 15,0 2-35-15</inkml:trace>
  <inkml:trace contextRef="#ctx0" brushRef="#br0" timeOffset="2206.15">2958 16932 625 0,'-65'-245'454'0,"65"245"-444"15,0 0-10-15,28 0 104 16,18 0-94-16,13 0 1 0,0 0-11 16,-3 0-9-16,-3-12-92 15,-7-8-28-15,-18-4-211 16</inkml:trace>
  <inkml:trace contextRef="#ctx0" brushRef="#br0" timeOffset="8418.62">4530 15941 33 0,'0'0'143'0,"0"0"-74"0,0 0 45 0,0 0 24 0,0 0-41 16,0 0-21-16,0 0-11 16,0 0-5-16,0 0-53 15,0 0 8-15,0 0-2 16,0 0 33-16,0 0 0 15,0 0 23-15,0 0-12 16,0 0-17-16,0 0 0 0,0 0-21 16,0 0-6-16,0 0-8 15,0 0 17-15,0 0-15 16,0 0 22-16,0 0-23 16,0-11 19-16,0-22-13 15,0-11-11-15,0-12-1 16,0-8 2-16,0 12-5 15,0-9 13-15,0 9-20 16,0 8 9-16,0 4 1 16,0 8-13-16,0 4 7 0,0 16-4 15,6 4-22 1,-6 8 19-16,0 0-13 0,-6 32 7 16,-59 28-2-16,-25 9 9 15,-9 3 0-15,24-8 12 16,23-17 0-16,33-11-21 15,19-7-5-15,0-13-261 16,0-16-115-16</inkml:trace>
  <inkml:trace contextRef="#ctx0" brushRef="#br0" timeOffset="9202.37">4456 16623 580 0,'0'0'44'0,"0"0"-35"0,0 0 5 0,0 0 13 0,0 0-5 0,0 0 34 16,-19 21 42-16,19-21-11 16,0 0-5-16,0 0-31 0,0 0 1 15,0-41-52-15,47-31 0 16,46-36 2-16,28-25 29 15,24-3-23-15,-2 7-3 16,-38 34-9-16,-18 18 4 16,-40 29-8-16,-13 12-75 15,-34 15-41-15,0 21-159 16,0 0-57-16</inkml:trace>
  <inkml:trace contextRef="#ctx0" brushRef="#br0" timeOffset="13780.25">5212 16290 573 0,'0'0'43'0,"0"0"-43"0,0 0 0 0,0 0-20 0,0 0-21 0,0 0 34 0,47-32 7 0,-47 32 49 0,0 0 10 16,0 0 69-16,0 0-55 15,0-4-51-15,0 0-8 16,0-3-1-16,0 7 27 16,0 0-36-16,0 0 21 0,0 0 1 15,0 0 24-15,0 0-22 16,0 0 35-16,0 0-37 15,0 0-11-15,0 0-15 16,0 0 1-16,0 0-6 16,0 11 10-16,0 25-6 15,0 12 8-15,-6 9-3 16,-22-6 3-16,3-7-13 16,-9 5 11-16,21-9-7 15,-21-4 2-15,19 0-5 16,-4-7 1-16,13-10-1 15,0-7 0-15,6-4 7 0,0-8-13 16,0 0 1 0,0 0-12-16,0 0-2 15,18 0 21-15,23 0-5 0,-7 0 14 16,6 0-13-16,-6-3 1 16,-3-2-5-16,-3 5 0 15,6-8 10-15,-15 4-12 16,9 0 5-16,-10-4 0 15,-12 1-6-15,4-1 10 16,-4-9-10-16,6-2 1 16,1 2 9-16,-4 1 1 15,-3 4-11-15,0 12 14 0,-6-4 1 16,0 4 0-16,0 0 35 16,0-8-21-16,0-1-10 15,0 6 8-15,0-5-24 16,0 8 21-16,0 0-12 15,0 0 4-15,0 0 10 16,0 0-12 0,0 11 8-16,0 25-8 0,0 5 0 15,0 11 24-15,0-4-7 16,0 1 23-16,-12-5-23 16,3-12 8-16,-4 0-15 15,13-9-5-15,0-6-10 16,0-9-1-16,0 0-45 15,0-5-83-15,0-3-240 0</inkml:trace>
  <inkml:trace contextRef="#ctx0" brushRef="#br0" timeOffset="16645.64">6068 16290 212 0,'0'0'195'0,"0"0"-41"0,0 0-76 0,0 0 10 0,0 0-31 0,0 0 66 0,0 0-63 0,0-8-11 0,0 8-28 16,0 0-3-16,0 0-5 15,0-3-4-15,0 3 1 16,0 0-8-16,0-5-2 16,0 1 10-16,0 4-8 15,0 0-2-15,0 0 34 16,0-4-13-16,0 4-13 0,0-8 15 16,0 8-12-16,-6 0-11 15,-16 0-23-15,4 0 9 16,11 0-67-16,-21 0-189 15,10 24-416-15</inkml:trace>
  <inkml:trace contextRef="#ctx0" brushRef="#br0" timeOffset="17293.31">6784 16346 12 0,'0'0'517'0,"0"0"-456"0,0 0-13 0,0 0-7 0,0 0 26 0,0 0 2 16,0 105-12-16,0-86 1 15,13-6-49-15,-1-6-9 16,0-7 6-16,10 0-12 16,-3 0 12-16,9-44 24 15,0-32 8-15,-10-12-20 16,-5-8-18-16,-13-8-4 15,0-1 3-15,0 5-29 16,0-4 25-16,-25 15-15 16,-9 9 19-16,6 28 2 0,15 16 8 15,7 20 61-15,6 12-19 16,0 4 8-16,0 0-59 16,13 0-6-16,73 0 4 15,42-8-8-15,51-12 17 16,23-12-9-16,-1-8 4 15,-14 4-4-15,-39 0 0 16,-42 15-80-16,-32 18-74 16,-49 3-275-16</inkml:trace>
  <inkml:trace contextRef="#ctx0" brushRef="#br0" timeOffset="18109.61">7659 15813 368 0,'0'0'205'0,"0"0"-181"0,0 0 33 0,0 0-33 0,0 0 40 0,0 0-14 0,-7-4 18 0,7 0-22 16,0-4-4-16,0 4 21 15,0-5-36-15,0-2 3 16,7 7-29-16,33 0 6 16,-12 4-7-16,-3 0-4 15,3 0-1-15,-22 0 5 16,-6 8-1-16,0 16 7 15,0-8 21-15,0 8 5 16,0 0 1-16,-6-4-27 16,-10-4-10-16,16-8 4 0,0 4-15 15,0-7-29-15,50-5 11 16,2 0 25-16,1 0 5 16,-19 0-8-16,-9 3 19 15,-16 5-14-15,-2 0 12 16,-7 4-1-16,0 8 0 15,0 9 9-15,0 19 30 16,-35 4-11-16,-58 12-3 16,-34-4-19-16,-12-7 13 0,2-26-20 15,20-10-8 1,30-17-3-16,53 0-68 0,12 0-33 16,22 0-174-16,0 0-427 15</inkml:trace>
  <inkml:trace contextRef="#ctx0" brushRef="#br0" timeOffset="18992.56">3854 17329 64 0,'0'0'451'0,"0"0"-350"0,0 0-48 0,0 0 24 0,0 0-69 0,0 0 45 16,-18-9 36-16,18 9-27 0,0 0-34 16,40 0 14-16,47 0 7 15,40 0-4-15,34 0 8 16,44 0-24-16,30-3 6 15,26-13-26-15,12-9 18 16,34 10-18-16,-13 2-2 16,1 10-6-16,-19 3-1 15,-10 0-14-15,-27 11-15 16,-9 17 5-16,-4-3-81 16,-34 3 5-16,-37-24-129 15,-40-4-108-15</inkml:trace>
  <inkml:trace contextRef="#ctx0" brushRef="#br0" timeOffset="20191">5780 17546 114 0,'0'0'201'0,"0"0"-73"0,0 0-1 16,0 0-5-16,0 0-13 16,0 0-7-16,0-5-45 15,0 5-14-15,0 0 5 16,0 0 3-16,-25 17 6 15,-15 19-48-15,-7 11 3 0,-15 14-3 16,9-1 6 0,7-7-10-16,5-9-4 0,14-16 1 15,20-9-2-15,7-10 0 16,0-6 1-16,0-3-4 16,7 0-18-16,48 5 17 15,11-5-6-15,8 0 9 16,-9 0-66-16,3 0 23 15,-21 0 3-15,-13 0-13 16,0 0-7-16,-9 0-11 16,-3 0 48-16,-10 0-6 15,0 0 21-15,10 0-59 0,3 0 2 16,-10 0 33 0,-8 0 20-16,11 0-17 0,-12 0-41 15,4-20 56-15,2-13 8 16,-6 1-43-16,0 0-56 15,1 5 50-15,2 6 52 16,-3 5 2-16,0 4 2 16,-6 12 0-16,0 0 49 15,0 0 57-15,0 0 5 16,0 8-71-16,0 16-4 16,-21 8-27-16,-4 12 27 15,-15 13 57-15,5 7 52 16,1 11-15-16,0 2-78 15,9-5-3-15,13-11-47 16,12-17-4-16,0-24-11 0,0-17-40 16,0-3-214-16,0 0-91 15</inkml:trace>
  <inkml:trace contextRef="#ctx0" brushRef="#br0" timeOffset="42807.59">8294 17209 275 0,'0'0'179'0,"0"0"-108"0,0 0 23 0,0 0-12 0,0 0-7 0,0 0-25 0,0 0 14 16,-6 0-21 0,6 0 4-16,0 0-10 0,0 0 6 15,0 0 1 1,0 0-1-16,0 0-4 0,0 0-22 15,0 0 11-15,0 0-14 16,0 0 18-16,0 0-17 16,0 0 7-16,13 0-16 15,33 0 4-15,28 0 13 16,-2 0-8-16,8 0-3 16,-5 0-8-16,-16 0-1 15,3 0 5-15,-22 0-16 16,-6 0-12-16,-15 0-6 15,-19 0-16-15,0 0-23 16,0-17-66-16,0 1-132 16,-28 0-144-16</inkml:trace>
  <inkml:trace contextRef="#ctx0" brushRef="#br0" timeOffset="43187.83">8347 17044 642 0,'0'0'193'0,"0"0"-139"0,0 0 59 0,0 0-45 0,0 0 59 0,0 0-84 0,233-15 9 0,-159 10-27 16,-6-7 7-16,-9-4-30 0,-6 4 1 15,-13 0-3 1,-6 8-20-16,0 4-12 0,-15 0-38 16,-19 0-69-1,0 0-251-15</inkml:trace>
  <inkml:trace contextRef="#ctx0" brushRef="#br0" timeOffset="50637.76">7097 16891 187 0,'0'0'119'0,"0"0"-116"0,0 0 0 0,0 0 27 0,0 0 26 0,0 0-25 15,0 0-14-15,0-15-11 16,0 15-4-16,0 0 23 16,0 0 11-16,0 0 17 15,0 0-29-15,0 0-3 16,0 0-3-16,0 0 14 16,0 0 4-16,0 0 0 15,0 0 15-15,0 0-20 16,0 0 6-16,0 0-28 15,0 0 11-15,0 0-15 16,0 0-5-16,0 0 3 16,0 0-3-16,0 0 2 0,0 0 6 15,0 0 15-15,0 0-13 16,7-8 15-16,5-5-19 16,4 2 33-16,36-9-15 15,1-1 6-15,15-2-25 16,13-13 1-16,-10-9 3 15,16-7-5-15,0 0-4 16,0 0 7-16,-1-4-7 16,1 8 6-16,-12-4-12 15,-7 19 12-15,-22 2-3 16,-21 10-3-16,-3 1-5 16,-4-4 4-16,17 4-14 15,-1-12 2-15,6-4-38 16,0-4-25-16,-6 7-167 15,-15 10-42-15</inkml:trace>
  <inkml:trace contextRef="#ctx0" brushRef="#br0" timeOffset="51633.35">8093 16836 231 0,'0'0'24'0,"0"0"-3"0,0 0 73 0,0 0 28 0,0 0-82 15,0 0-29-15,0 0 4 0,0 0 23 0,0 0-5 0,0 0 8 16,0 0-3-16,0 4-27 15,0-4 11-15,0 0-5 16,0 4 24-16,0-4 9 16,0 3-36-16,0 5 13 15,0 0-14-15,0 5 3 16,0 7 3-16,0-4-14 16,0-1 20-16,0-2-25 15,-6-5 2-15,6-4-1 16,-7 4 18-16,7-8 4 15,0 0 8-15,0 0-18 0,0 0-1 16,0 0-7-16,0 0 0 16,0 0-2-16,0 0 0 15,0 0 16-15,0 0-15 16,0 0 4-16,0-20-7 16,0-4-1-16,0-12 3 15,0 0-8-15,0-5 4 16,0 1-16-16,0 4 4 15,0 0 2-15,0 12 10 16,0 8-19-16,0 12 20 0,0 4 0 16,0 0 1-16,0 0 18 15,0 0-11-15,0 4-7 16,-6 8-1-16,-16 5-5 16,4 2-21-16,-10 5 15 15,9 0-44-15,-21 12-61 16,-16-3-146-16</inkml:trace>
  <inkml:trace contextRef="#ctx0" brushRef="#br0" timeOffset="63488.99">9984 16074 255 0,'0'0'170'0,"0"0"-108"0,0 0-11 0,0 0-19 0,0 0-20 0,0 0 30 0,0 0-20 0,0 0 30 0,0 0-20 15,0 0 35-15,0 0-1 0,0 0-22 16,0 0-29 0,0 8 1-16,0 7 26 15,0 10-14-15,0 7-10 0,0 4-12 16,0-8-3-16,0 4-3 16,13-3 0-1,8-6 2-15,-2-2-2 0,-4-10 0 16,-15-7 2-16,13-4-9 15,-13 0 15-15,0 0 3 16,0 0-3-16,0 0 11 16,12-4-18-16,-12-36 7 15,22-16 24-15,-3-5-2 16,-4 2-17-16,-9-9-12 16,-6-5 7-16,6-3-8 15,-6-5 0-15,0 6-1 16,13 11-9-16,-13 12-17 0,0 16 12 15,15 16 11-15,-8 4-14 16,5-1 17-16,7 9-16 16,8-12 12-16,8 4 5 15,11-4-4-15,1-4-13 16,-1 8-28-16,1 0-106 16,-7 0-93-16,-18 8-160 15</inkml:trace>
  <inkml:trace contextRef="#ctx0" brushRef="#br0" timeOffset="64270.45">10338 15697 190 0,'0'0'103'0,"0"0"-83"0,0 0 22 0,0 0 28 0,0 0-7 15,0 0-8-15,0 0 2 16,0 0 2-16,0 0 7 16,0 0 23-16,0 0-26 15,0-4-32-15,21-8-11 16,13-1-15-16,7 5-1 15,5 8 4-15,-15 0 6 16,3 0-11 0,-12 0 14-16,-9 8-16 0,-13 21 26 15,0 3-4-15,0 8-12 16,0 4 17-16,0-1-21 16,0-2-1-16,0-13-3 15,0-3-6-15,0-14-23 16,0 1-31-16,0-4-39 0,27 0 26 15,14-3 70-15,-16 3 7 16,2-8 29-16,-2 8 16 16,-25-5-1-16,0-3-8 15,0 9 7-15,0 7-21 16,0 12 25-16,-25 28-16 16,-37 8-16-16,-9-7-22 15,3-6 1-15,15-22-3 16,25-22-50-16,16-7-68 15,12 0-351-15</inkml:trace>
  <inkml:trace contextRef="#ctx0" brushRef="#br0" timeOffset="65086.78">10499 16651 456 0,'0'0'142'0,"0"0"12"0,0 0 69 0,254-248-142 0,-127 143-35 0,19-7 19 0,3 0-46 0,-10 15-2 0,-24 17-13 0,-28 16-4 0,-28 15-16 16,-13 13-31-1,-18 8-31-15,-15 12-42 0,-13 13-137 16,0 3-177 0</inkml:trace>
  <inkml:trace contextRef="#ctx0" brushRef="#br0" timeOffset="71131.23">11054 16479 209 0,'0'0'122'0,"0"0"-106"0,0 0 33 0,0 0 70 0,0 0-49 0,0 0-8 0,0 0 33 0,0-25-7 0,0 25-23 16,0 0-42-16,0 0-21 16,0 0-2-16,0 0-1 0,0 0 1 15,0 0 5 1,0 0-4-16,0 0 10 0,0 0 10 15,0 0-14 1,0 0 8-16,0 0-13 0,0 0-4 16,0 0 11-16,0 0-13 15,0 0 8-15,0 0 11 16,0 0-3-16,0 0 13 16,0 0-6-16,0 0-15 15,0-8 4-15,0 1-6 16,12 2 7-16,-12-3-9 15,0 8 15-15,0 0-1 16,10 0-1-16,-10 0 12 16,0 0 12-16,0 0 2 0,0 17-38 15,-10 19 2-15,-30 11-1 16,-6 10-4-16,5-1-4 16,10-4 6-16,3-4 0 15,10-7 0-15,2-5-7 16,10-8 16-16,6 0-21 15,0-9 9-15,0-6-15 16,12-1-20-16,29-4 24 16,15-8 0-16,2 0 13 15,-11 0-6-15,-1 0 14 16,-11 0-14-16,-23 0 8 16,16-8-19-16,-16-4 31 15,-6-1-20-15,1-2 14 16,8 2-5-16,-9-3-2 0,1 1-9 15,5-6 4-15,-12 6-11 16,15-1 0-16,-8 3-18 16,-7-2 29-16,0 7-4 15,0-5 9-15,0 5 0 16,0 4 4-16,0-4-1 16,0 8 3-16,0 0-8 15,0 0 9-15,0 0 12 16,0 0 8-16,0 0 19 15,0 16-28-15,-7 12 4 16,-14 8-16-16,-13 9-4 16,9-1 20-16,12 0-10 15,-8-12 0-15,15-8-8 0,-1-5-7 16,1-2 3-16,6-9 0 16,0 5-40-16,0-6-87 15,0-7-195-15,0 0-196 16</inkml:trace>
  <inkml:trace contextRef="#ctx0" brushRef="#br0" timeOffset="72064.41">9510 17377 23 0,'0'0'431'0,"0"0"-329"0,0 0-81 0,0 0 4 0,0 0-15 0,0 0 38 0,-87 0-17 0,87 0 11 16,0 0-8-16,-6 0 53 16,6 0 27-16,-13 0-56 15,13 0-20-15,0 0-25 16,0 0 26-16,0 0-5 15,0 0 10-15,0 0-43 16,0 0 9-16,0 0-10 16,0 0-3-16,53 0-3 15,40-4 6-15,28 4 16 16,19 0-6-16,27 0 7 16,13 0-14-16,15 0 3 0,-21 0 1 15,-1 0-10 1,-11 8 3-16,-29 12-3 0,-15 1 0 15,-16-6-16-15,-21-7 3 16,-22 0-34-16,-25-3-17 16,-9-5-35-16,-10 0-157 15,-15 0-165-15</inkml:trace>
  <inkml:trace contextRef="#ctx0" brushRef="#br0" timeOffset="73063.35">11082 17201 57 0,'0'0'419'0,"0"0"-374"0,0 0-18 0,0 0-25 0,0 0 18 0,0 0-11 16,0-125 8-16,0 101-8 15,0 9-5-15,0 2 29 16,0-3 10-16,0 1-2 15,0-2-41-15,0 1-23 16,0 4-33-16,0 8 28 16,0 4-52-16,0 0-70 15,0 0-208-15</inkml:trace>
  <inkml:trace contextRef="#ctx0" brushRef="#br0" timeOffset="74344.55">10266 17622 16 0,'0'0'88'0,"0"0"-82"0,0 0 6 0,0 0 67 0,0 0-17 16,0 0 73-16,47-45 39 15,-47 45-74-15,0 0-26 0,0 13-15 16,0 23-38-16,-22 12-16 15,-9 8 8-15,-3-4 9 16,0 4 51-16,0-4-7 16,15-11-4-16,-2-5-35 15,8-13 21-15,13-7-41 16,0-3-6-16,0 2-1 16,0-2-24-16,34-1 18 15,7-4-32-15,-1-5 8 16,-15-3-11-16,15 0 32 15,-6 0 3-15,-15 0 5 16,9 0 1-16,-10 0-6 0,4 0-4 16,-10 0-22-1,4 0 5-15,-4 0-37 0,-6 0 42 16,1-7-9-16,-7-9 9 16,0 0-41-16,15-4-7 15,-15-1 15-15,0 1-6 16,0 4 28-16,0-4 17 15,0 9 12-15,6-2-11 16,1-2-8-16,-7 2-12 16,0-3 35-16,0 9 1 15,0-1 11-15,0 3 18 16,0 5-5-16,0 0 11 16,0 0-19-16,0 5-5 15,0 18 5-15,0 6 18 16,0 10 20-16,-7 6 38 0,-14 7 91 15,8 4-81-15,1 0-34 16,12 9-11-16,0-9-39 16,0-4-11-16,0-16-13 15,0 0 5-15,0-8-28 16,0-8-51-16,0-12-135 16,0-8-359-16</inkml:trace>
  <inkml:trace contextRef="#ctx0" brushRef="#br0" timeOffset="82737.48">10406 18805 262 0,'0'0'136'0,"0"0"-79"0,0 0-4 0,0 0 12 0,0 0-35 0,0 0 8 0,0 0 33 0,0 0 19 0,0-4-51 0,0 4 5 16,0 0-30-16,0 0 20 16,0 0-34-16,0 0 2 0,0 0 10 15,0 0 2 1,0 0 20-16,0 0-16 0,0 0 11 16,0 0-23-16,0 0 2 15,0 0-6-15,0 0-2 16,0 0 9-16,0-20-9 15,18-16-4-15,32-25 4 16,21-19 35-16,4-16-32 16,18-13-3-16,6 6 11 15,-12-2-20-15,-6 1 9 16,-13 23-30-16,-16 14-1 16,-30 31-67-16,-22 36-145 0,-9 3-199 15</inkml:trace>
  <inkml:trace contextRef="#ctx0" brushRef="#br0" timeOffset="83404.62">11082 18909 150 0,'0'0'191'0,"0"0"-77"0,0 0-32 0,0 0-23 0,0 0-10 0,0 0-19 0,0-4-9 0,0-20 27 16,0-4 16-16,0-13 32 15,0-6-42-15,0-17-22 16,0-5-31-16,0-7-1 16,12 4-4-16,1 15 4 0,-7 18 0 15,-6 19 1-15,9 20-13 16,-9 0 15 0,0 0-3-16,0 8 4 15,0 15 17-15,-22 5-21 0,-12 5-18 16,3 6-30-16,-9 10-83 15,-6 4-34-15,5 2-181 16</inkml:trace>
  <inkml:trace contextRef="#ctx0" brushRef="#br0" timeOffset="84221.59">11795 17798 303 0,'0'0'185'0,"0"0"-174"0,0 0-11 0,0 0-11 0,0 0-21 0,0 0 30 0,-31-44 2 0,22 32 27 16,2 8-3-16,1 0 44 15,0-4-47-15,6 8 23 16,-6 0 7-16,0-4-10 16,-4 4 3-16,-2-4-2 0,12 4 22 15,0 0-15 1,0 0 1-16,0 0-43 16,0-8-12-16,0 0 13 15,0 0-16-15,0-9 14 0,22 2-6 16,9 2 11-16,3 2-11 15,0 3 7-15,6 0 5 16,13-4-13-16,9-1 1 16,-9 2-23-16,-13 7-54 15,0-1-59-15,-15 5 41 16,-3 0 15-16,-22 0-38 16,0 0-152-16</inkml:trace>
  <inkml:trace contextRef="#ctx0" brushRef="#br0" timeOffset="84536.7">11702 17437 386 0,'0'0'219'0,"0"0"-165"0,0 0 6 0,0 0 62 0,0 0-46 0,0 0 17 0,214-72-63 0,-121 44-16 0,-6-4-12 16,-13 8-2-16,-6 8-14 15,-21 7-83-15,-16 6-219 16,-16 3-255-16</inkml:trace>
  <inkml:trace contextRef="#ctx0" brushRef="#br0" timeOffset="86721.73">13147 17145 253 0,'0'0'70'0,"0"0"-34"0,0 0 54 0,0 0 18 0,0 0-48 0,0 0-51 16,0 131 21-16,0-126-1 15,0 6 32-15,0 2 2 16,0-5 47-16,0-1-79 16,12-7 1-16,-12 0-15 15,6 0-6-15,-6 0 5 16,16 0-15-16,-10-7 9 16,0-25-10-16,1-4 34 15,-1-13-10-15,0-2 14 16,-6-10-37-16,0-11 0 0,16-8-1 15,-16-8-3 1,6-4 0-16,6-1-7 0,-6 4 8 16,1 9 2-16,2 8-11 15,-9 13 22-15,12 6-15 16,-6 13 4-16,22 0 0 16,-9 4-2-16,3-4 7 15,2 3-10-15,17-2 10 16,-1-10-17-16,13 13 21 15,-7 0-9-15,4 13 0 16,-19 10 14-16,-3 5-4 16,12 8-9-16,-6 0 4 15,13 0-5-15,-1 0 0 0,1 0-67 16,-1 0-8 0,-5 0-216-16,-14 0-67 0</inkml:trace>
  <inkml:trace contextRef="#ctx0" brushRef="#br0" timeOffset="87402.73">13609 16579 262 0,'0'0'220'0,"0"0"-167"0,0 0-18 0,0 0 42 0,0 0-4 0,0 0 34 16,0 0-21-1,0-20-39-15,0 12-26 0,0 0-4 16,18 8-17-16,1 0 12 15,3 0-26-15,12 0 20 16,-22 0-14-16,16 0-12 16,-15 20 20-16,-13 8 1 15,0 12 3-15,0 1 5 16,0-2-8-16,0-6-1 16,0-14 6-16,0-7-13 0,0-7-28 15,6-5-55 1,28 0 8-16,6 0 66 15,7 0 11-15,-7 0 5 16,-15 0-2-16,-3 0 11 0,-10 0-16 16,-12 0 14-16,0 0 33 15,0 19 13-15,0 6 38 16,0 11-44-16,-25 0-15 16,-31 0-5-16,25-8-1 15,-9-8-16-15,6-7-10 16,0-7-20-16,-13 3-118 15,1 3-233-15</inkml:trace>
  <inkml:trace contextRef="#ctx0" brushRef="#br0" timeOffset="88099.94">12846 17742 225 0,'0'0'260'0,"0"0"-243"0,0 0 17 0,0 0 15 0,0 0-13 0,0 0-18 0,-22-12 44 0,22 12 82 16,0 0-28-16,0 0-46 16,0 0-50-16,0 0-4 0,0 0-15 15,22 0-2 1,53 0 2-16,18 0 11 0,18-8-4 15,16 4-8 1,7-8 12-16,8 0-6 16,-8-8-12-16,-7 0 2 0,-16-1-5 15,-8 6-51-15,-32 2-70 16,-15 5-85-16,-38 8-50 16,-18 0-152-16</inkml:trace>
  <inkml:trace contextRef="#ctx0" brushRef="#br0" timeOffset="89049.32">13435 17926 271 0,'0'0'61'0,"0"0"-14"0,0 0 90 0,0 0-88 0,0 0-3 0,0 0-16 0,0-3-7 0,0 3 49 0,0 0-22 15,0 0 81-15,0 0-77 16,0 3-8-16,-15 22-43 0,2 7 10 16,-8 8-8-1,-10 0-4-15,15 0-1 0,-2 8 1 16,5-4 3-16,-2-8 2 15,15-7-6-15,0-9 8 16,0-4-16-16,0-16-14 16,0 7-5-16,28-7-2 15,-4 0-7-15,10 0 25 16,-6 0 6-16,6 0-3 16,-15-7 16-16,-7 7-19 0,-12 0 20 15,16-5-14 1,-10 2 5-16,7-5 0 0,2 3-3 15,-9-7-21 1,7 4 12-16,-1-8-59 0,4 4 26 16,-4-7-15-16,0-2 19 15,-12-3 15-15,0 3 19 16,16-6-7-16,-16 7-37 16,0 0 27-16,0 8 24 15,0 8 3-15,0 0 41 16,0 0 33-16,0 4-7 15,0 0-13-15,0 0-42 16,0 0 38-16,0 0-14 16,0 4-7-16,0 28-19 15,0 12-4-15,-28 8 19 0,6 4 12 16,4 1 15-16,5 7-38 16,-2-5 57-16,2-2-47 15,1-1-19-15,-4-15-8 16,16 2 9-16,-6-11-19 15,6-12 0-15,0-12-34 16,0-8-92-16,22 0-181 16,-3-28-5-16</inkml:trace>
  <inkml:trace contextRef="#ctx0" brushRef="#br0" timeOffset="91429.97">14415 17517 349 0,'0'0'99'0,"0"0"-58"0,0 0-7 0,0 0-8 0,0 0-14 0,0 0 9 0,0 5-19 0,0-5 6 0,0 0-6 15,0 0 15-15,0 0 27 16,0 0 19-16,0 0 19 16,0 0-47-16,0 0 13 15,0 0-30-15,0 0 13 0,0 0-26 16,0 0 18 0,0 0 5-16,-12 0 1 0,-1 0 2 15,13 0-12-15,-6 3-4 16,6 2-6-16,0-2-18 15,0 5 10-15,0-3-11 16,0-5 1-16,0 3-10 16,25-3 16-16,9 0-3 15,-22 0 0-15,16-8 12 16,-15-16-5-16,-13-4 3 16,0-8-8-16,0 8-4 15,0 4-7-15,0 12-28 0,-25 12 19 16,-3 0-3-1,-6 36 1-15,0 16 15 0,15 9 11 16,19-5 16-16,0-12-16 16,0-20-142-16,59-24-262 15</inkml:trace>
  <inkml:trace contextRef="#ctx0" brushRef="#br0" timeOffset="96625.87">15618 17060 262 0,'0'0'22'0,"0"0"-22"0,0 0-4 0,0 0-7 0,0 0 11 0,0 0 45 0,0 5 124 0,0-5-73 0,0 0-18 0,0 3 23 15,0-3-46-15,0 8-52 16,0-4 7-16,0-4 3 16,0 4 9-16,0-4 53 15,0 0-21-15,0 0 2 0,0 0-25 16,0 0 22 0,0-24-19-16,0-20-31 0,0-24-6 15,22-17 8 1,-4-11-10-16,-2-8 10 15,-10 8-1-15,-6 8-4 0,0 15 0 16,0 26-5-16,0 11 0 16,0 19 3-16,0 17 4 15,0 0-5-15,0 0 3 16,-34 0-36-16,22 24 3 16,-10 8 15-16,-12 9-23 15,21 2-142-15,-21 1-142 16</inkml:trace>
  <inkml:trace contextRef="#ctx0" brushRef="#br0" timeOffset="97111.61">15017 17541 578 0,'0'0'115'0,"0"0"-31"0,0 0-17 0,0 0-6 0,0 0-49 0,0 0 47 0,55 12-13 0,17-4 29 0,36-3-13 0,7-5-16 16,9 0-29-16,12 0-10 15,-8 0-5-15,5 0-2 16,-15 0 0-16,-10 0-70 16,-21-8-51-16,-28-4-215 15,-31-1-116-15</inkml:trace>
  <inkml:trace contextRef="#ctx0" brushRef="#br0" timeOffset="97925.74">15547 17923 215 0,'0'0'171'0,"0"0"-166"0,0 0 3 0,0 0 90 0,0 0-85 0,0 0 0 0,-155 196-8 0,136-173 11 16,4 2 27-16,15-5-6 15,0-4 3-15,0-3-36 0,40-6-4 16,6-7-1 0,10 0-10-16,3 0 7 0,0 0 8 15,3-15 2-15,-15-2-4 16,-13 6 1-16,-16 6-3 15,-11 5 0-15,-7 0 18 16,0-8-5-16,0 4 4 16,6-12-4-16,3-4-26 15,-3-4-8-15,-6-4-7 16,0 4-29-16,0-4-16 16,0 8 0-16,0 4 68 15,0 8 5-15,0 4 26 16,0 4 33-16,0 0-10 15,0 0 6-15,-6 0-41 16,6 0-13-16,0 0 1 0,-9 0 1 16,3 23-3-16,-13 13 9 15,13 17 77-15,-10 11 52 16,-2 12-23-16,-10-7-79 16,9-5 19-16,-15-16-19 15,22 4-5-15,-4-4-20 16,4-12-9-16,-1 0-2 15,-2 4-8-15,15 0-12 16,0-4-56-16,-6-12-45 16,-1-16-336-16</inkml:trace>
  <inkml:trace contextRef="#ctx0" brushRef="#br0" timeOffset="101823.74">16762 17666 629 0,'0'0'48'0,"0"0"-43"0,0 0 7 0,0 0 2 0,0 0-6 0,0 0 1 0,0 0 42 0,-6 0 43 0,6 0 31 15,0 0-55-15,0 0-42 0,0 0-3 16,0 0-19-16,0 0-2 16,47 0-2-16,5-17 16 15,-5 6-15-15,9-5-1 16,-16 4-2-16,-15 4 0 15,3 0-1-15,-16 8 0 16,16 0-32-16,-16 0-22 16,-5 0-5-16,-7 0-159 15,0 0 44-15,0 0-60 16</inkml:trace>
  <inkml:trace contextRef="#ctx0" brushRef="#br0" timeOffset="102029.96">16762 17666 604 0</inkml:trace>
  <inkml:trace contextRef="#ctx0" brushRef="#br0" timeOffset="102139.01">16762 17666 604 0,'-18'-241'171'0,"18"241"-161"0,18-3-4 0,23-6 149 16,18-7-96-16,3 5-16 0,3-6-41 16,3 1-2-1,-9-4 0-15,-19 0-28 0,0-1-206 16,-18 5-145-16</inkml:trace>
  <inkml:trace contextRef="#ctx0" brushRef="#br0" timeOffset="104919.24">17919 17024 264 0,'0'0'227'0,"0"0"-175"0,0 0-11 0,0 0 18 0,0 0-35 16,0 0-8-16,40 93-13 16,-34-62 16-16,-6 5 1 15,0-3 66-15,0-10 58 16,0-7-91-16,0-11-9 15,0-5-32-15,0 4 13 16,0-4-20-16,7 0-5 16,-1 0 0-16,-6 0 0 15,9 0-2-15,-9-12 2 0,6-29 15 16,-6-15 11 0,0-8-3-16,0-8-23 0,0-8 0 15,0 0-3-15,-21-5-6 16,-14 1-6-16,-2-1 1 15,9 2 13-15,16 6-2 16,3 10-6-16,9 11 18 16,0 15-19-16,0 17 25 15,0 16-14-15,0 1 12 16,15 7 8-16,25 0-18 16,19 0-1-16,28-17 13 15,22-3-10-15,2-9 3 16,4-2-8-16,-22 7-28 15,-12 7-57-15,-29 14-89 0,-24 3-120 16,-22 0-133-16</inkml:trace>
  <inkml:trace contextRef="#ctx0" brushRef="#br0" timeOffset="105570.84">18207 16579 562 0,'0'0'76'0,"0"0"-73"0,0 0-3 0,0 0 0 0,0 0 2 15,0 0 26-15,158-40-24 16,-130 40 31-16,6 0-19 16,-9 0 11-16,-3 0-21 15,-4 0-1-15,-2 0-10 16,-10 20 8-16,0 4-8 15,-6 4 10-15,0 5 6 16,0-10-11-16,0-7 0 16,0-8-15-16,0-4-61 15,19-4-4-15,15 0 10 0,6 0 69 16,1 0 2-16,-1 0 4 16,-12 0 16-16,-16 0 24 15,7 0-9-15,-19 0-11 16,0 8 34-16,0 8 60 15,0 12 8-15,0 13-90 16,-25 3-5-16,-21 7-25 16,-7 2-7-16,-3-5-8 15,3-3-143-15,1-22-230 16</inkml:trace>
  <inkml:trace contextRef="#ctx0" brushRef="#br0" timeOffset="106220.19">17630 17686 572 0,'0'0'53'0,"0"0"-26"0,0 0 0 0,0 0 126 0,0 0-10 0,0 0-42 0,497-45-8 0,-318 34-40 0,-11-1-52 0,-13-1 7 16,-3 5-8-16,-19 5-1 15,-24-5-23-15,-16 4-80 0,-28-9-22 16,-9-3-244-16</inkml:trace>
  <inkml:trace contextRef="#ctx0" brushRef="#br0" timeOffset="108716.58">17844 18544 116 0,'0'0'231'0,"0"0"-48"0,0 0-87 0,0 0-46 0,0 0-20 15,0 0-7-15,0 0-3 16,0 12-19-16,0-12 2 15,0 4 9-15,0-4 24 16,0 0 47-16,0 0-17 16,0 5-59-16,0-5-7 15,0 3 0-15,0 2 2 0,0 2-7 16,0 5 18-16,0 0 4 16,7-4 4-16,-7 0 4 15,0-8-6-15,0 0 19 16,0 0 3-16,0 0 4 15,0 0-18-15,0-16-26 16,0-20 8-16,0-16 0 16,0-12-9-16,0-12 8 15,0-9-16-15,0-7 3 16,0 4-8 0,0 3-22-16,0 13-49 0,0 24 56 15,0 24-13-15,0 16 27 16,0 8 6-16,0 0 8 15,0 21 11-15,0 38 17 0,-25 21-25 16,-37 5 1-16,-16-5-4 16,16-16-32-16,3-11-15 15,25-14-112-15,13-11 36 16,14-12 22-16,7-11-89 16</inkml:trace>
  <inkml:trace contextRef="#ctx0" brushRef="#br0" timeOffset="109282.78">18533 17970 263 0,'0'0'234'0,"0"0"-163"0,0 0 17 0,0 0 16 0,0 0-3 0,0 0-29 0,-59-3-58 16,25 19 4-16,-7 16-15 16,1 8 47-1,-6 8-36-15,21 16 14 0,-9 8-25 16,12 0 5-16,16-7-8 16,6-9-5-16,0-4 1 15,0-16-3-15,46-4 6 16,-5-4-8-16,27-16 6 15,-9-3-14-15,9-9 12 16,-9 0-1-16,3-28-2 16,-16-25 8-16,-21-7 0 15,-3 4-2-15,-22 7-32 0,0 18 19 16,0 18 15 0,-28 13 1-16,-25 0 35 0,1 28 12 15,-10 16-36-15,15 13-12 16,7-9 0-16,34-4-1 15,6-11-71-15,0-10-405 16</inkml:trace>
  <inkml:trace contextRef="#ctx0" brushRef="#br0" timeOffset="116392.19">30399 3958 650 0,'0'0'256'0,"0"0"-202"0,0 0-33 0,0 0 44 15,0 0 12-15,0 0-2 16,65-249-14-16,-37 189-34 16,6-16-22-16,19-4 15 0,0-5-16 15,21-3-2 1,-9 20 12-16,3 11-28 0,-15 21 18 16,-19 16-8-16,-6 9-11 15,-22 6-21-15,13 5-42 16,-13 0-105-16,-6 0-220 15</inkml:trace>
  <inkml:trace contextRef="#ctx0" brushRef="#br0" timeOffset="117158.68">29965 3950 158 0,'0'0'144'0,"0"0"-28"0,0 0 3 0,0 0-54 0,0 0-22 0,0 0-21 0,53-36-19 0,-53 31 1 0,6-2 15 16,-6 7 10-16,0 0 75 15,0 0 18-15,0 0-43 16,0 0-27-16,0 0-7 0,0 0 12 16,0 0-49-16,0 0-1 15,0 12-1-15,12 19-7 16,10 6 2-16,3 3 7 16,-3-4-8-16,-4 0 0 15,4-3 0-15,-16-14 5 16,0-7-16-16,0-4 26 15,-6-8-22-15,0 0 18 16,0 0-9-16,16 0 1 16,-10 0-3-16,7 0 0 15,21-8 0-15,12-12-5 0,13-4 13 16,-3 1-15-16,-10 2 14 16,-15 9 0-16,-9 4-7 15,-10 0-6-15,-5 4-38 16,-7 4-73-16,0 0-50 15,0 0-110-15,0 0-17 16</inkml:trace>
  <inkml:trace contextRef="#ctx0" brushRef="#br0" timeOffset="118190.88">30607 2096 521 0,'0'0'96'0,"0"0"-61"0,0 0 47 0,0 0-25 0,0 0 10 0,0 0-36 16,0-11 34-16,0 11-32 15,0 0 31-15,0 0-2 16,0 0 19-16,0 0-45 15,0 0-31-15,0 0 4 16,0 8-4-16,0 12-10 16,0 8 12-16,18 4-9 15,10-4 10-15,3-3-8 16,-3-9 0-16,-6-9 1 16,-16-7-5-16,7 0 8 15,-7 0 0-15,22-12 0 16,6-36 15-16,12-9-16 15,-5-15 6-15,-1-8-9 16,-15 0-5-16,9-12 0 16,-16 0-20-16,10-4-9 15,-15 7-11-15,-7 21 43 0,3 12 4 16,-9 20-2-16,13 11 20 16,5 2-20-16,4 7-5 15,-3 16-4-15,-4-8 5 16,25 0 4-16,1 4-3 15,5-9 7-15,19-2-8 16,3-1-44-16,13 3-66 16,-3-2-184-16,-16 10-27 15</inkml:trace>
  <inkml:trace contextRef="#ctx0" brushRef="#br0" timeOffset="118889.97">31280 1736 288 0,'0'0'25'0,"0"0"-22"0,0 0 16 0,0 0 75 0,0 0-38 0,0 0-2 0,0 8-42 0,0-8 21 0,0 0 0 16,0 0 18-16,0 0 47 15,0 0-30-15,0 0-32 16,0 0-31-16,0 0 47 0,0 0-7 16,0 0-6-16,0 0-25 15,21 0 30-15,13 0-30 16,4 0-12-16,11 0-2 15,4 0 2-15,0 0-4 16,-13 0 6-16,-6 0-15 16,-15 20 7-16,-19 8 3 15,0 8-5-15,0 5 4 16,0-2-1-16,-19 2 6 16,4-18-9-16,8-7 5 15,7-3 1-15,0-9-54 16,0 4-2-16,22-5-32 15,12 5 58-15,-9 0-3 16,-3 1-27-16,-10 2 54 16,-12 2 6-16,0 7 41 0,-34 8 123 15,-31 4-74-15,-9-4-59 16,5-3-4-16,10-6-14 16,7-2-4-16,11 2-9 15,7 6-17-15,6-5-33 16,4-9-236-16,2 6-189 15</inkml:trace>
  <inkml:trace contextRef="#ctx0" brushRef="#br0" timeOffset="119325.74">31122 2782 374 0,'0'0'380'0,"0"0"-135"0,0 0-135 0,0 0-51 0,0 0-20 0,0 0-20 0,387-268 30 0,-260 180-47 15,7-4 9-15,11-5-5 16,-5 9-12-16,2 12 3 16,-30 8-24-16,-25 28-43 15,-25 11-82-15,-31 25-164 16,-31 4-36-16</inkml:trace>
  <inkml:trace contextRef="#ctx0" brushRef="#br0" timeOffset="119856.38">32089 2956 463 0,'0'0'259'0,"0"0"-1"0,0 0-174 0,0 0-40 0,0 0-33 0,0 0 42 16,-6-193-16-16,18 129-18 15,16 0-15-15,-16 15-4 16,-5 18 0-16,2 6 5 15,-9 17-10-15,0 8-1 16,0 0 2-16,0 0 8 16,0 4-14-16,-40 33 17 15,-7 10-14-15,-15 6 5 16,9 6-10-16,7-2-61 16,-7-13-132-16,13-8-387 15</inkml:trace>
  <inkml:trace contextRef="#ctx0" brushRef="#br0" timeOffset="120372.58">32483 2614 289 0,'0'0'287'0,"0"0"-273"0,0 0 7 0,0 0 71 0,0 0-29 0,0 0-7 0,-127 173 19 0,120-117-34 0,7-4-14 0,0-4-15 16,0-12 3-16,35-3-12 15,17-6 6-15,1-15 2 16,3-7-4-16,15-5-6 15,-9 0 16-15,-3-20 7 0,-13-24-12 16,-5 8-6 0,-26 7 0-16,-15 9-8 0,0 16 9 15,-28 4-5-15,-46 0 18 16,-19 36-20-16,-6 17-13 16,18-2-4-16,28-2-24 15,26-18-299-15,27-15-348 16</inkml:trace>
  <inkml:trace contextRef="#ctx0" brushRef="#br0" timeOffset="124952.33">32529 6123 227 0,'0'0'70'0,"0"0"29"0,0 0-26 0,0 0-26 16,0 0-15-16,0 0 6 0,0 0-6 0,0 0 63 0,0-20 11 16,0 20 2-1,0 0-60-15,0 0-40 0,0 0-4 16,0-3 3-16,0-2-2 15,-6 2 6-15,6-2 6 16,0 5-1-16,-6 0 27 16,6 0-5-16,0 0 4 15,0 0-34-15,0 0-8 16,0 0 1-16,0 0 10 16,0 0-18-16,-6 0 17 15,6 0-16-15,0 0 19 16,0 0-9-16,0 0-4 0,0 0 0 15,0 0 0-15,0 8-7 16,0 25 1 0,0 6 12-16,0 10-9 0,28 3 11 15,-10-9-16-15,-5 23 12 16,-7-7-4-16,3-2 0 16,-9-1 0-16,0-4-4 15,0 0 15-15,6-12-18 16,0-12 14-16,1-4-14 15,-1-8-1-15,9-4-30 16,-15 0-21-16,7-4 6 16,-7 0-44-16,0 0-113 15,0-3 45-15,0-5-201 0</inkml:trace>
  <inkml:trace contextRef="#ctx0" brushRef="#br0" timeOffset="125784.85">32402 6292 117 0,'0'0'385'0,"0"0"-356"0,0 0 11 0,0 0 1 0,0 0-27 0,0 0-14 0,0 12 0 0,0-12-7 0,0 0 14 15,0 0-2-15,0 0 38 16,0 0 38-16,0 0-3 15,0-4-52-15,22-21 21 16,18-11-21-16,7-15 16 0,5-1-40 16,10 0 3-16,-15-4 1 15,-16 15-12-15,3-3 3 16,-19 12-4-16,-2 0 6 16,-7 12 1-16,0 7-6 15,-6 13 16-15,0 0 0 16,0 0 9-16,0 0 3 15,0 13-7-15,0 19-9 16,0 0-6-16,0 8 2 16,0 4 0-16,0-4 1 15,6-3-6-15,-6-1 9 0,22-4-12 16,-16-9 14-16,1-10-11 16,-1-9 6-16,-6-4-6 15,6 0-9-15,-6 0-25 16,9 0-3-16,-9 0-55 15,0 0 8-15,7 0-71 16,-7 0-65-16</inkml:trace>
  <inkml:trace contextRef="#ctx0" brushRef="#br0" timeOffset="126268.72">32452 6304 423 0,'0'0'191'0,"0"0"-146"0,0 0 4 0,0 0-42 0,0 0 5 0,0 0 25 0,133 0 42 15,-68-4-13-15,10-4 3 16,-1 0-16-16,-3 8-41 16,-24 0 11-16,15 0-11 15,-22 0-22-15,-15 0 10 16,9-12-24-16,-12-8-110 0,-22 4-280 15</inkml:trace>
  <inkml:trace contextRef="#ctx0" brushRef="#br0" timeOffset="166333.8">24716 9247 162 0,'0'0'101'0,"0"0"-70"0,0 0 8 0,0 0 50 0,0 0-20 0,0 0-22 15,0 21 13-15,0-21-4 16,0 0-54-16,0 0 23 0,0 0-18 16,0 0 11-16,0 0-9 15,0 0 23-15,0 0-3 16,0 0 27-1,0 0-23-15,0 0 18 0,0 0-24 16,0 0-17-16,0 0 30 16,0 0-23-16,0 0 12 15,0 0-23-15,0 0 7 16,0 0 5-16,0 0 6 16,0 0 36-16,0 0-36 15,0-16 1-15,0-36-14 16,40-29 25-16,6-31-32 15,10-21 6-15,3-15-7 16,0-4-3-16,15 3 0 0,-5 5-16 16,-4 16 2-16,-3 15-32 15,-3 30 11-15,-19 30-33 16,-12 34 37-16,-10 19-8 16,4 31-46-16,-3 49 85 15,-1 20 9-15,-2 13 14 16,-16 0-7-16,0-2 25 15,0 2-25-15,0-9 6 16,-28-8-21-16,16-11-1 16,-1-17-19-16,-2-16-81 15,15-11-169-15,-7-14 33 16,-5-7-112-16</inkml:trace>
  <inkml:trace contextRef="#ctx0" brushRef="#br0" timeOffset="166616.65">24731 8838 530 0,'0'0'273'0,"0"0"-269"0,0 0 163 0,0 0-58 0,347-12-19 15,-260 4-85-15,-6 0-1 16,-10 0-4-16,-3 5-64 16,-15-1-40-16,-19-1-168 15,-34 2-185-15</inkml:trace>
  <inkml:trace contextRef="#ctx0" brushRef="#br0" timeOffset="167633.94">25878 9067 130 0,'0'0'164'0,"0"0"-135"0,0 0-12 0,0 0 95 0,0 0-46 0,0 0 2 0,22-8-51 0,-22 8 40 15,0 0 9-15,0 0 70 0,0 0-26 16,0 0-56-16,0 0-20 15,0 0-6-15,0 12-3 16,0 17-23-16,0 10 17 16,0 2-18-16,0-2 2 15,0 14 2-15,0-9-10 16,-22 4 2-16,-9-8-10 16,3-8-12-16,16-3-23 15,-10-9-37-15,10-20-148 16,12 0 45-16,0 0-144 15</inkml:trace>
  <inkml:trace contextRef="#ctx0" brushRef="#br0" timeOffset="168000.11">25726 8995 752 0,'0'0'189'0,"0"0"-177"0,0 0 49 0,0 0-4 0,0 0-34 0,0 0 1 0,354 4-16 15,-286-4-16-15,-9 0-16 16,-13 0-11-16,-11-4-30 16,-8 1-152-16,-14-2-16 15,-13 5-266-15</inkml:trace>
  <inkml:trace contextRef="#ctx0" brushRef="#br0" timeOffset="168365.89">26266 9092 219 0,'0'0'103'16,"0"0"23"-16,0 0-37 15,0 0-50-15,0 0-28 16,0 0 12-16,-146 212 61 0,140-172-10 16,6-8-3-1,0 0-42-15,0-8-18 0,0-12-11 16,34 9-1-16,-3-10 0 15,9 14 2-15,7-10-2 16,-13 1 9-16,6-4-10 16,-24-7 2-16,2-2-2 15,-18-3-22-15,0 0-39 16,7 0-38-16,-7-20 33 16,0-16-53-16,0-8-290 15</inkml:trace>
  <inkml:trace contextRef="#ctx0" brushRef="#br0" timeOffset="168517.38">26266 9092 491 0</inkml:trace>
  <inkml:trace contextRef="#ctx0" brushRef="#br0" timeOffset="168584.78">26266 9092 491 0,'-19'147'99'0,"60"-147"-93"0,-1 0-6 15,6 0-4-15,-5-20-49 0,-29 17-90 16,-6-5-74 0</inkml:trace>
  <inkml:trace contextRef="#ctx0" brushRef="#br0" timeOffset="168764.54">26433 9123 586 0,'0'0'390'16,"0"0"-358"-16,0 0-13 16,0 0 2-16,121-4-4 15,-80-12-9-15,5-4-16 16,1 4-41-16,-20 0-189 15,8 4-33-15</inkml:trace>
  <inkml:trace contextRef="#ctx0" brushRef="#br0" timeOffset="169131.34">26970 9039 346 0,'0'0'252'0,"0"0"-229"15,0 0 53-15,0 0 71 0,0 0-27 16,-28 241-103-16,28-197-3 16,0 0-7-16,0-12-5 15,0-4 2-15,0-4-6 16,0-11 2-16,0-2-27 16,0-11-49-16,0 0-58 15,0 0 33-15,-13 0-115 16,-8-11-226-16</inkml:trace>
  <inkml:trace contextRef="#ctx0" brushRef="#br0" timeOffset="169367.41">26715 8995 341 0,'0'0'225'16,"0"0"-222"-16,0 0 75 15,0 0 56-15,0 0-62 16,0 0-51-16,301-3-21 16,-254-2-17-16,-1 5-109 0,-5 0 9 15,-29 0-123 1</inkml:trace>
  <inkml:trace contextRef="#ctx0" brushRef="#br0" timeOffset="172112.32">27364 9400 429 0,'0'0'135'0,"0"0"-87"16,0 0 8-16,0 0-13 0,0 0-9 0,0 0 20 0,0-32-2 15,-7 24-6-15,-5 4-33 16,12 4 57-16,0 0-36 16,0 0 6-16,0 0-35 15,0 0-5-15,0 12-3 16,0 16 3-16,0 4-1 16,0 0 5-16,0 1-12 15,0-2 17-15,0-3-18 16,0 1 18-16,0-9-14 15,0-9 5-15,-16-11-1 16,4 0 1-16,0 0-2 0,-10-24-47 16,-3-20-8-16,-3-15 56 15,22 2 0-15,6-7 1 16,0 0 15-16,0 8-15 16,0 4 0-16,0 16 0 15,0 11 0-15,0 13-8 16,0 8 7-16,19 4-37 15,-4 0-35-15,-3 0-9 16,1 0-3-16,-1 4 46 16,-2 13 23-16,8 3 12 15,-12 4-17-15,-6 7-14 16,0 5 3-16,0-3 25 16,0 3-13-16,-24-8 20 15,14-8 18-15,10-4 22 0,0 4-17 16,0-7-23-16,10-5 31 15,30 3-23-15,6 1 21 16,1-4-5-16,-7 0 19 16,-21 4-24-16,-13 1-8 15,-6-2-1-15,0 1-4 16,0 17-1-16,0-6-5 16,0-2-35-16,0-14-64 15,0-7-263-15</inkml:trace>
  <inkml:trace contextRef="#ctx0" brushRef="#br0" timeOffset="174993.66">27618 9681 518 0,'0'0'64'0,"0"0"-35"0,0 0-23 0,0 0 38 0,0 0-29 16,0 0-2-16,0 0 25 16,0 0-15-16,0 0 30 15,0 0 19-15,0 0 22 16,0 0-49-16,0 0 0 15,0-24-10-15,0-16-26 16,0-4-9-16,0-21 0 0,0 17-3 16,0-4 14-16,0 0-15 15,0 4 11-15,18 0-14 16,10 4-17-16,6 3-5 16,0 13-30-16,-15 17 22 15,3 6-22-15,-10 5-76 16,-12 16 61-16,13 32 73 15,-13 17-3-15,0 3 0 16,0-4-3-16,0-4-4 16,0-8-13-16,-13-7 24 15,1-13 7-15,2-1 8 16,10-6-4-16,0-9-22 0,0-4 9 16,0-12-35-1,0 0-251-15</inkml:trace>
  <inkml:trace contextRef="#ctx0" brushRef="#br0" timeOffset="175190.8">27618 9681 138 0</inkml:trace>
  <inkml:trace contextRef="#ctx0" brushRef="#br0" timeOffset="175207.85">27618 9681 138 0,'80'-173'696'0,"-27"169"-662"0,34-15 87 0,-19 2-105 0,-3-7-52 0,-43 16-199 0,-22 0-475 0</inkml:trace>
  <inkml:trace contextRef="#ctx0" brushRef="#br0" timeOffset="176326.2">28225 9172 596 0,'0'0'74'0,"0"0"-11"0,0 0 93 0,0 0-74 0,0 0-74 0,369 0-8 0,-310 0-13 16,-31 0-76-16,3 0-23 16,-21-5-1-16,-10-11 13 15,0 1-239-15</inkml:trace>
  <inkml:trace contextRef="#ctx0" brushRef="#br0" timeOffset="176540.97">28225 9172 496 0,'227'-257'490'0,"-159"257"-457"0,25-4 57 16,6-20-44-16,-3 0-46 15,-3-1-56-15,-18 10-84 16,-38 7-524-16</inkml:trace>
  <inkml:trace contextRef="#ctx0" brushRef="#br0" timeOffset="193693.81">29497 8561 217 0,'0'0'84'0,"0"0"-40"0,0 0 17 0,0 0-4 0,0 0-24 0,0 0 2 0,0 0-5 0,0 0 49 16,-6 0 11-16,-10 0 17 16,16 0-14-16,0 0-49 15,0 0-26-15,0 0-18 16,0 0 2-16,0 0 9 15,0 0-9-15,0 0 2 16,0 0 10-16,-6 0-10 16,0 13 3-16,-7 15-7 15,-2 0 0-15,15 0-1 16,0-4 5-16,0-4-11 16,0-4 17-16,0 4-23 15,0-7 23-15,0-1-20 0,0-4 14 16,28 0-4-16,6-5 6 15,6-3-5-15,0 0 1 16,7 0 8-16,-7-19 10 16,7-18-16-16,-1-3 15 15,-5-4-11-15,-1-1-10 16,-9 6 2-16,-9 6-5 16,-4 10 5-16,-9 7 0 15,-9 4-2-15,0 4 0 0,0-5-14 16,0 2 8-1,0-6 0-15,-27 1-23 0,-8 8 19 16,1 8 0-16,3 0 12 16,-18 0-2-16,18 0 7 15,-3 13 12-15,0 15-16 16,-1 0 22-16,4 16-15 16,-3 3 13-16,0 6-18 15,16-1 0-15,2-8 6 16,16-8-5-16,0-3 0 15,0-5 7-15,16-4-16 16,8-9 10-16,10 2-8 16,-6-9 6-16,3-5-6 0,-3 2 3 15,0-5-3-15,-9 0-1 16,3 0 8-16,-10 0-4 16,-12 0 6-16,12 3 17 15,1 10-11-15,8-1 14 16,7-4-19-16,3 3 0 15,3-2-7-15,7-9-1 16,5 0 1-16,-5 0-24 16,5 0-18-16,-6-17-48 15,-5-2-158-15,-23 2-69 16</inkml:trace>
  <inkml:trace contextRef="#ctx0" brushRef="#br0" timeOffset="194442.55">30539 8663 43 0,'0'0'537'0,"0"0"-518"0,0 0 4 0,0 0-19 0,0 0 6 0,0 0-10 0,-7 27 23 0,7-15 1 0,0 12-6 15,0 1 6-15,0 6 10 16,0 2 38-16,0-2-24 0,0-3 8 15,0-7-45-15,0-9 0 16,13-1-7 0,-7-6-3-16,0-5 4 0,-6 0-3 15,10 0 27-15,-10 0-8 16,12 0 8-16,0-28-25 16,10-13 16-16,-3-6-15 15,-7-6 17-15,-12-7-18 16,0 1-3-16,0-6-2 15,0 5 5-15,0 3-12 16,0 1 12-16,0 9-16 16,0 3 18-16,0 3-14 15,0 1 11-15,0-4-3 0,0-5 0 16,9 5-7-16,16 1 0 16,3 11-3-16,6 12-9 15,-9 7 38-15,15 5-17 16,7-7 7-16,9 7-2 15,-4-5-1-15,29-7 2 16,-16 20-16-16,9-12 1 16,7 4-25-16,-16 8-84 15,-9 0-130-15,-31 0-104 16</inkml:trace>
  <inkml:trace contextRef="#ctx0" brushRef="#br0" timeOffset="195192.62">31335 8204 277 0,'0'0'231'0,"0"0"-148"0,0 0-54 0,0 0 28 0,0 0 3 0,0 0 21 0,-34 17-45 0,13 4-2 16,-4 7 12-16,3 11-20 15,4 5 26-15,2 9-46 16,16 2 11-16,0 6-10 16,0-5-7-16,0-4 4 15,0-4-8-15,0-8 1 16,0-7 3-16,22-5 0 15,6-12 5-15,-10-1-12 16,1-10 14-16,-4-5-6 16,10 0 4-16,-3 0 7 15,-4-8-1-15,-2-20 25 16,-10-5-10-16,-6 2-14 0,0 2-8 16,0 9 8-16,0 4-5 15,-6 8-6-15,-34 8 13 16,-7 0-12-16,-9 4 1 15,4 44-3-15,-7 12-20 16,12 1 2-16,19-9-34 16,22-20 6-16,6-13-307 15,0-11-186-15</inkml:trace>
  <inkml:trace contextRef="#ctx0" brushRef="#br0" timeOffset="195974.57">29410 9347 269 0,'0'0'70'0,"0"0"-50"0,0 0-18 15,0 0 1-15,0 0 40 16,0 0 80-16,0 0-28 16,0 0-73-16,0 0 22 0,0 0-10 15,0 0 6 1,31 0 54-16,31 0 0 0,25 0-55 16,28-3-2-16,36-13 26 15,29-1-8-15,16-11-13 16,5 13-40-16,-21-6 5 15,-6 10-7-15,-35-6 0 16,-12 14-8-16,-21-10-21 16,-10-2 9-16,-31 2-17 15,-25 2 16-15,-6-2-26 16,-21 9-41-16,-13 1-196 16,0-5-90-16</inkml:trace>
  <inkml:trace contextRef="#ctx0" brushRef="#br0" timeOffset="196873.83">30405 9472 208 0,'0'0'144'0,"0"0"73"0,0 0-93 0,0 0 62 0,0 0-58 0,0 0-72 0,-12 0-50 0,12 0-6 16,0-4 4-16,6-12-4 15,28 8 1-15,-3 8 8 16,9 0-6-16,7 0 2 0,-7 0-5 16,7 0 0-16,-13 0-3 15,-6 16 2-15,-16 9-5 16,-6 6-10-16,-6 5 13 15,0 8 4-15,0 5-1 16,0-13 0-16,-12 0 0 16,0-16-3-16,12-12 3 15,0-8-1-15,0 0-82 16,0 0-80-16,24 0 60 16,17 0 65-16,11 0 37 15,-11 0-8-15,15 0-1 16,-38 0-30-16,4 0 37 0,-22 16-1 15,0 1 4 1,0 2 110-16,-40 5 107 0,-35 13-139 16,-5-1-26-16,-7 8-28 15,-6-4 18-15,0-1 8 16,-3-6-40-16,30-5-5 16,26-16-5-16,34-12-20 15,6 0-105-15,6-24-339 16</inkml:trace>
  <inkml:trace contextRef="#ctx0" brushRef="#br0" timeOffset="201575.69">1743 4439 64 0,'0'0'232'0,"0"0"-226"0,0 0 14 0,0 0 37 0,0 0-34 16,0 0 64-16,0 0-37 16,0 0-24-16,0 0 2 15,0 0-27-15,0 0 18 16,0 0-3-16,0 0 38 16,0 0 20-16,-13 0-47 15,1 0-18-15,-16 0 47 0,0 4-12 16,-19-4-38-16,-5 0 45 15,5 5-39-15,1-5 24 16,12 8-30-16,15-8 1 16,-15 11-5-16,6-3-2 15,9 1 0-15,-27 10 9 16,6 6-20-16,-1 6 22 16,-5 13-19-16,-1 5 16 15,7 2-8-15,6 2 6 16,0 2-8-16,6-10 2 15,15-9 0-15,1 1-4 0,6-9 8 16,6 3-13-16,0-3 6 16,0 5-4-16,31-1 10 15,37 0-14-15,13-4-9 16,5-12-3-16,1 4 16 16,0-12-16-16,28-4 22 15,-10 5-9-15,-6-9 10 16,4 0 0-16,-32-9 8 15,-3-12-2-15,7-2-2 16,-10-1-4-16,3-4-7 16,6 12 1-16,-15-16-21 15,-6-9 24-15,0-6-11 0,-13-22-6 16,-12 9-47 0,-16-20 25-16,-12 4-9 0,0 7 25 15,0 1 6-15,-46 20 8 16,-7 12 12-16,-6 3 4 15,-9 10-3-15,0 10 2 16,-10 13-6-16,4 0-20 16,-7 0 22-1,-5 45-25-15,-1 7 22 0,34 0-172 16,-15-4 78-16</inkml:trace>
  <inkml:trace contextRef="#ctx0" brushRef="#br0" timeOffset="203853.74">31723 9568 336 0,'0'0'216'0,"0"0"-109"0,0 0-29 0,0 0-20 0,0 0 7 0,0 0-10 0,0 0-17 15,0 0-27-15,0 0 23 16,0 0-4-16,0 0 33 16,0 0 1-16,0 0-21 15,0 0-24-15,0 0-12 0,0 0-7 16,0 0 1 0,0 0-3-16,37 0 4 0,4-16-4 15,-7 13 6-15,0-6-4 16,-6 9 0-16,-10-3 0 15,-5 3 0-15,8-5 2 16,-8 2-7-16,15-10 10 16,-10 13-15-16,4 0 8 15,-16-8 2-15,0 8-52 16,-6 0-55-16,0 0-99 16,0 0-83-16,-27 0-214 15</inkml:trace>
  <inkml:trace contextRef="#ctx0" brushRef="#br0" timeOffset="204167.76">31642 9180 110 0,'0'0'650'0,"0"0"-595"0,0 0-20 0,0 0 53 0,0 0-37 15,0 0-7-15,174 0-35 16,-134 0-9-16,13 0-3 15,-6 0-46-15,-7-5-50 16,-6-6-88-16,-22-6-92 16</inkml:trace>
  <inkml:trace contextRef="#ctx0" brushRef="#br0" timeOffset="207932.55">32557 8843 144 0,'0'0'337'0,"0"0"-241"0,0 0-52 0,0 0-23 0,0 0-7 0,0 0-4 0,0 0-9 16,0 0 14-16,0 0 22 15,0 0 54-15,0 0 25 16,0 0-43-16,0 0-35 16,0 0-16-16,0 20-22 15,0 12-1-15,0-1-3 16,0 10 8-16,0-9-6 15,19 4 6-15,-4-7-8 16,-2-6 16-16,-7-7-23 16,0-4 19-16,3-4-14 15,-9-8 6-15,7 0-3 0,-1 0-11 16,-6 0 7-16,0-23 1 16,0-26 12-16,0-7 11 15,0-4-14-15,0-1-3 16,0-3 9-16,0-3-9 15,0-10-5-15,-6 1 3 16,-1-4-1-16,7 8-2 16,0 15 2-16,0 9 6 15,0 21-7-15,0 2 9 0,0 9 2 16,0 0 2-16,0-4-9 16,7 0 0-1,33-8 0-15,6 4-9 0,1 7 19 16,-1 6-22-1,7 3 15-15,-6 4-6 0,8-4 1 16,4-5-23-16,-6-2-144 16,9-9-93-16,-9 4-162 15</inkml:trace>
  <inkml:trace contextRef="#ctx0" brushRef="#br0" timeOffset="208832.99">33090 8373 17 0,'0'0'62'15,"0"0"11"-15,0 0 18 0,0 0 34 0,0 0 39 0,0 0-49 0,0-3-31 0,0 3-2 0,0 0-42 0,-6 0 30 16,-6 0-21-16,-7 0-23 15,-9 0-8-15,-6 24-16 16,0 4 15-16,-6 3 6 16,3 13 2-16,3 5-24 15,-1 7 23-15,7 0-19 16,22-4-2-16,6 4-3 0,0 1-1 16,0-1 0-16,0 4 2 15,22-12-7-15,25 0 12 16,-1-12-12-16,1-7 0 15,-1-10 2-15,-6-2 5 16,-6-14-7-16,-15-3 0 16,-7 0 2-16,10-3 4 15,6-30 12-15,-3-11 29 16,3 0-33-16,-3-4-6 16,-10 4-2-16,-15 8-12 0,0 3-24 15,0 14 13 1,-28 7 23-16,-25 12-4 15,-15 0 3-15,9 0 2 16,7 8 28-16,11 20-29 16,1 16 0-16,12 0-9 15,10 1-33-15,-4-2-143 0,9-7-245 16</inkml:trace>
  <inkml:trace contextRef="#ctx0" brushRef="#br0" timeOffset="209447.77">32464 9436 67 0,'0'0'246'0,"0"0"-115"0,0 0-31 0,0 0-54 0,0 0 32 0,0 0 30 16,-22-4 30-16,22 4-68 0,0 0-43 15,35 0 5-15,33 0 23 16,25 0 14-16,12 0-49 15,10-11 4-15,0-2-20 16,2 1 4-16,4-4-8 16,0-4-25-16,-21 4-66 15,-20-4-79-15,-33 4-256 16</inkml:trace>
  <inkml:trace contextRef="#ctx0" brushRef="#br0" timeOffset="210213.42">32870 9617 518 0,'0'0'81'0,"0"0"-45"0,0 0-32 0,0 0 25 0,0 0-4 15,0 0 27-15,270-13-36 0,-223 13-12 0,-16 8 4 16,-4 17 30-16,-14 3 71 16,-13 0-59-16,0 4-5 15,0 0-43-15,0 4 13 16,-13 4-12-16,-21 0-6 15,3 1-2-15,3-17-6 16,16-4-3-16,12-4-23 16,0-12 18-16,0 4-83 15,0 3 36-15,25-11 49 0,9 5 10 16,-6-5-2-16,-3 0 9 16,-10 12-6-16,-9-4 6 15,1-5 0-15,-7 14 4 16,0-1 46-16,0 4 29 15,0 4-2-15,-41 0-45 16,-18 0-5-16,-9 4-27 16,-12 1-6-16,-7-6 2 15,12-2-22-15,4-1-20 16,9-9-154-16,9-11-63 16</inkml:trace>
  <inkml:trace contextRef="#ctx0" brushRef="#br0" timeOffset="-213070.66">10995 4900 289 0,'0'0'222'0,"0"0"-171"0,0 0-49 0,0 0 0 16,0 0 18-16,-375 5-20 15,335-10 14-15,12 5 17 16,15 0 38-16,-5 0-59 15,-16 0-10-15,21 0-2 16,-15 13-51-16,6 15-150 16,4-4 7-16</inkml:trace>
  <inkml:trace contextRef="#ctx0" brushRef="#br0" timeOffset="-212239.4">10353 5024 321 0,'0'0'237'16,"0"0"-156"-16,0 0 17 0,0 0-28 15,0 0-51-15,0 0-19 16,-22 13-40-16,22-13 21 15,0 0 4-15,0 0 15 16,-6 0 32-16,6 0 52 16,0 4-11-16,0-4-22 15,0 0-51-15,0 0 1 16,0 0-4-16,0 0-13 16,0 0 9-16,0 0-17 15,0 0 15-15,-6 0 15 0,0 0-6 16,-10 4 0-1,10-4 13-15,-6 0 0 0,6 0 0 16,-1 0 0-16,1 0-10 16,-9 4-6-16,8 4-5 15,-11 0 8-15,-10 4 0 16,0-4-6-16,9 0 16 16,7-8-10-16,-3 0 23 15,15 0-18-15,0 0-5 16,0 0 7-16,0 0-19 15,0 0 15-15,0 11-10 16,27-2 11-16,26 3-7 16,9 4 3-16,3 0 0 15,-6-5-4-15,9-2 12 0,-9-1-26 16,10-4 37-16,-11-4-26 16,4 0 21-16,-9 12-18 15,-6-4 8-15,-1 17-4 16,16-6 17-16,-9 1-15 15,28 0-4-15,-1-7 6 16,-2-2-10-16,18-11 10 16,-3 0-10-16,-28 0 11 15,-9 0-11-15,-16 8 6 16,-9-8 0-16,-3 0-3 16,6 0 12-16,13 0-4 15,-1 0 0-15,7 0 2 16,9 0 4-16,-22-8-13 15,13 8 6-15,-13 0-2 16,7 0 9-16,-1 0-5 0,13 0 18 16,3 0-18-16,3 0 7 15,3-3-6-15,7-13-4 16,-4 11 6-16,10-3-3 16,-7-4 5-16,-15 12-7 15,9-8 7-15,-9 4-11 16,3-4 7-16,-3-3 1 15,-12-10 2-15,-7 17 0 16,-6-7-16-16,-22 3 11 16,1-1-5-16,-4 9 0 15,4-12 1-15,5 8-6 0,4-12-9 16,-10 16 12 0,-6-4-57-16,22 0 7 0,-9 4-44 15,15 0-115 1,0 0 46-16,-6 0-94 0</inkml:trace>
  <inkml:trace contextRef="#ctx0" brushRef="#br0" timeOffset="-201465.71">24905 10439 212 0,'0'0'94'0,"0"0"-4"0,0 0 11 0,0 0-18 0,0 0-50 0,0 0 17 0,0 0 15 0,0 0-26 0,0 0-3 16,0 0 11-16,0 0 11 15,0 0-31-15,0 0 5 16,0 8-27-16,0 12 35 15,0 0-38-15,0 0 16 16,-7 8-6-16,7 12 0 16,-9-4-9-16,9 4 7 15,0 4-7-15,0 0 4 0,0-3-7 16,0 3 7-16,0 0-13 16,0 9 15-16,0-6-10 15,0 1 1-15,0-4 0 16,0 0-4-16,0-3 11 15,16-5-14-15,-10 4 17 16,6-8-18-16,4 8 17 16,-10-4-13-16,0-12 9 15,0-4-3-15,-6 1-1 16,0-10 2-16,0 6-2 16,0-6 0-16,0-2 9 15,0-9-5-15,0 0-4 0,0 0 8 16,0 0 8-16,0 0-2 15,0 0 4-15,0 0 16 16,0 0-24-16,0 0 12 16,0 0-19-16,0-9 9 15,0-19-10-15,0-12-6 16,0 0-2-16,0-7 5 16,0 14-1-16,13 9-6 15,-7 12 5-15,-6 7-1 16,22 5-2-16,-4 0 2 15,23 0-4-15,5 0 7 16,16 0-10-16,-9 0-3 16,-19 0-17-16,0 0 11 15,-15 5-22-15,-7 23 41 16,-3 28 0-16,-9 4 2 0,0 1 4 16,0-1-1-16,0-12-5 15,0-16-4-15,0-8-6 16,0-12-25-16,0-8-50 15,38-4-177-15,-4 0 20 16,0-4-253-16</inkml:trace>
  <inkml:trace contextRef="#ctx0" brushRef="#br0" timeOffset="-200832.29">25894 11397 45 0,'0'0'459'0,"0"0"-371"0,0 0-20 0,0 0-16 0,0 0 11 16,0 0-5-16,0 8 52 16,0-8-72-16,0 0 6 15,0 0-40-15,0 0 22 16,25 0-9-16,2 0-16 16,8 0 3-16,-1 0-3 15,6 0-2-15,-9 9-23 16,9-9-15-16,-6 0-103 15,-6 0-26-15,-3 0 14 0,-19 0-70 16,10 0 36 0</inkml:trace>
  <inkml:trace contextRef="#ctx0" brushRef="#br0" timeOffset="-200604.99">25894 11397 329 0</inkml:trace>
  <inkml:trace contextRef="#ctx0" brushRef="#br0" timeOffset="-200515.71">25894 11397 329 0,'0'-260'268'0,"12"260"-146"0,28 0 4 15,1 0 13-15,27 0-139 16,-9-13-65-16,-13 6-155 16,-11-1 3-16</inkml:trace>
  <inkml:trace contextRef="#ctx0" brushRef="#br0" timeOffset="-199633.23">27577 11076 415 0,'0'0'185'0,"0"0"-71"0,0 0 20 0,0 0-59 0,0 9-64 0,0-9 5 0,-6 0 6 0,6 0-2 0,-6-4 39 0,0-17-42 16,-10-2 21-16,4-18-33 15,-10-11 24-15,16-12-23 16,0-8-7-16,6-8 1 16,0 11-11-16,0 2 11 15,0 10-6-15,0 9-4 16,0 20 20-16,0 4-18 15,0 4 14-15,0 12-12 16,0 4-6-16,0 4-4 0,0 0 6 16,0 0-33-1,-13 15 8-15,-33 29-28 0,6 5 29 16,-1 4 15-16,7-9 19 16,16-13-63-16,-4 5-115 15,9 5-165-15</inkml:trace>
  <inkml:trace contextRef="#ctx0" brushRef="#br0" timeOffset="-199000.81">27029 11461 99 0,'0'0'408'0,"0"0"-299"0,0 0-29 0,0 0 15 0,0 0-19 16,0 0 25-16,-13 0-70 0,13 0 25 15,0 0-52-15,0 0 21 16,0 0-16-16,34 0 35 15,25-11 16-15,28-2-35 16,0 6 4-16,6-1-29 16,9 0 3-16,-15-1-3 15,-6 9-4-15,-10 0-37 16,-15 0-48-16,-19 0 33 16,3 0-18-16,-18 0-94 15,-16 0-85-15,-6 0-221 16</inkml:trace>
  <inkml:trace contextRef="#ctx0" brushRef="#br0" timeOffset="-198117.93">27270 11762 266 0,'0'0'47'0,"0"0"26"0,0 0 23 0,0 0-73 0,0 0 8 0,0 0-2 0,0 0 19 16,0 0-29-16,0 0 37 16,-12 0 9-16,12 0 36 15,0 0 3-15,0 0-72 16,0 0-12-16,0 0-15 16,0 0 2-16,0 0-5 0,0 0 3 15,25-11 3 1,15-2 9-16,-6 10-4 0,0-2-11 15,-3 5 3-15,-15 0 4 16,3 0-18-16,-19 28 4 16,0 24 3-16,0 20 4 15,-47 8-4-15,-18 9 4 16,3-1-2-16,3-3 9 16,31-21-9-16,-6-8 4 15,34-24 1-15,0-12-10 16,0-8 17-16,0-8-25 15,0-4 20-15,46 0-11 16,4 0 4-16,-3 0 0 0,-7-4-5 16,-9-13 10-16,3-2-8 15,-12 7 9-15,-16 4-12 16,13 3 10-16,-19 2-12 16,0 3 4-16,0-8-30 15,0 8-246-15,0 0-210 16</inkml:trace>
  <inkml:trace contextRef="#ctx0" brushRef="#br0" timeOffset="-197102.39">28219 11381 262 0,'0'0'315'0,"0"0"-244"0,0 0 33 0,0 0-15 0,0 0 4 15,0 0-68-15,0 8-2 0,0-8-19 16,0 0-6-16,0 0 2 15,0 0 0-15,0 0-8 16,0 0 16-16,0 0-16 16,0 0 16-16,0-8-16 15,0-8 8-15,0 16-15 16,0 0 8-16,0 0 7 16,0 0 13-16,0 0-12 15,0 0 22-15,0 0-9 16,0 0-14-16,0 0-60 15,0 0-229-15</inkml:trace>
  <inkml:trace contextRef="#ctx0" brushRef="#br0" timeOffset="-194088.96">29094 11253 75 0,'0'0'146'0,"0"0"-144"0,0 0 8 16,0 0-10-16,0 0 92 0,0 0 40 0,-41 40-93 0,41-40-36 0,0 8 27 16,-6 0 2-16,0 0 32 15,-6 0-26-15,12 0 27 16,-7 1-16-16,-2 2 73 16,3-11-32-16,6 5-28 15,0-5-13-15,0 0-8 16,0 0-20-16,0 0-14 15,0 0 5 1,0 0-5-16,0 0 8 0,0 0 9 16,0 0 3-16,0-29-14 15,0-27-12-15,0-20-1 16,0-25 5-16,15-15-15 16,16-4 20-16,3-1-20 15,7 13 7-15,-7 20-15 0,0 24-11 16,-15 28 10-1,-13 24 13-15,0 12-17 0,-6 0 10 16,9 12-51-16,-9 32 62 16,13 4 2-16,-1 12-2 15,4-4 2-15,-10 12-8 16,0 13-15-16,-6 15 2 16,0 4 21-16,0 8 0 15,0-11-13-15,0-20-22 16,6-13-149-16,7-25-13 15,2-6-23-15,-9-17-19 16</inkml:trace>
  <inkml:trace contextRef="#ctx0" brushRef="#br0" timeOffset="-193788.29">29053 11189 571 0,'0'0'63'0,"0"0"4"0,0 0 24 0,0 0-42 0,0 0-30 0,0 0-19 0,196 0-119 0,-150-8-237 16</inkml:trace>
  <inkml:trace contextRef="#ctx0" brushRef="#br0" timeOffset="-193306.02">29630 11394 470 0,'0'0'120'0,"0"0"-42"0,0 0-46 0,0 0 20 0,0 0-9 0,0 0 28 16,0 241-12-16,0-194-17 0,0-7-42 0,0 0-2 0,0-15-82 16,0-14-96-16,-6-11 73 0,-10 0-62 15,4-16-6-15</inkml:trace>
  <inkml:trace contextRef="#ctx0" brushRef="#br0" timeOffset="-193036.82">29497 11248 384 0,'0'0'146'0,"0"0"-31"15,0 0 7-15,0 0-31 16,0 0 16-16,0 0-107 16,239 0 0-16,-184 0 0 15,-8 0-135-15,-1 0-91 16,-21 0-378-16</inkml:trace>
  <inkml:trace contextRef="#ctx0" brushRef="#br0" timeOffset="-192705.71">29497 11248 139 0,'400'105'178'16,"-419"-77"-1"-16,10 8-57 16,3 5-50-16,6-2-15 15,0 2-34-15,0-1 10 16,0-4-25-16,0-8-5 16,21 1 4-16,4-10-10 0,9-2 5 15,7-2-4-15,-1 1-1 16,6 8-3-16,7-4 0 15,-13-4-76-15,7-4 1 16,-19-12-91-16,6 0-51 16</inkml:trace>
  <inkml:trace contextRef="#ctx0" brushRef="#br0" timeOffset="-192421.15">29798 11481 670 0,'0'0'56'16,"0"0"68"-16,0 0 6 15,0 0-94-15,0 0-17 16,0 0-17-16,151 8-4 16,-129-8-4-16,-3 0-47 15,-4 0-66-15,-2 0-83 16,-7 0-113-16</inkml:trace>
  <inkml:trace contextRef="#ctx0" brushRef="#br0" timeOffset="-192206.27">29798 11481 661 0,'220'-139'205'0,"-220"139"-130"16,46 0-36-16,13-9 26 15,-3 5-51-15,-10 4-14 16,-5 0-7-16,-10 0-10 15,3 0-86-15,-12 0-155 16,-4 0-100-16</inkml:trace>
  <inkml:trace contextRef="#ctx0" brushRef="#br0" timeOffset="-191940.12">30591 11353 383 0,'0'0'160'0,"0"0"-92"16,0 0-60-1,0 0-7-15,0 241 4 0,0-189 18 16,0-4 6-16,-12-12-14 15,6-12-8-15,6-7-14 16,0-9 7 0,0-8-63-16,0 0-198 0,0 0-82 15</inkml:trace>
  <inkml:trace contextRef="#ctx0" brushRef="#br0" timeOffset="-191654.88">30405 11229 29 0,'0'0'561'0,"0"0"-531"15,0 0 64 1,0 0-18-16,0 0-58 15,0 0-18-15,273 0 0 0,-205 0-51 16,-15 0-32-16,-13 0 22 16,1 8 26-16,-13 3-1 15,-16-6-93-15,7-5-79 16,-10 8 16-16</inkml:trace>
  <inkml:trace contextRef="#ctx0" brushRef="#br0" timeOffset="-190957.57">30948 11309 80 0,'0'0'173'0,"0"0"-104"16,0 0 39-16,0 0-1 0,0 0-87 15,0 0-7 1,-50 221-12-16,25-193 13 0,-2 0 20 16,2-4 15-16,-9 1-23 15,12 2 33-15,3-15 44 16,7-4-15-16,-4-8-54 16,16 0-26-16,0 0-2 15,0-16-6-15,0-15-2 16,0-10-37-16,0 8 36 15,0 2-2-15,0 3 5 16,0 4-6-16,16 7 6 16,-4 6-77-16,1 3 1 15,-7 8 65-15,-6 0-16 0,6 0 27 16,3 16 70-16,4 7 28 16,5 1-96-16,10 4 5 15,-15-3-7-15,27-1 7 16,-12-4-13-16,6 0 17 15,-3-7-22-15,-3 6 2 16,0-7 4-16,3-4 2 16,-9 0-10-16,6-4-79 15,-16-4-39-15,-6 0 29 16,-6 4 20-16,0 0 82 0,0 0 5 16,0-4 50-1,0 9-17-15,0-9 6 0,0 0-42 16,0 0-1-16,0 0 5 15,0 0 8-15,0 0 33 16,0 0-5 0,0 0 48-16,0 0-35 0,0 0 7 15,0 0-21-15,0-9-24 16,0-15-16-16,0 4 2 16,0-12-3-16,19-8 5 15,2 0-5-15,-2 0 4 16,9 4-8-16,-6 7-8 15,-4 9 8-15,-5 8-1 16,2 4 1-16,-9 5-3 16,-6 3-10-16,13 0 17 0,-1 0-10 15,4 0 10-15,-4 28 10 16,0 0-1 0,4 0-9-16,-10-4 0 0,7-1-9 15,-7-2-8-15,-6 2 13 16,0 10 8-16,0 0-13 15,0 6-1-15,0 1-102 16,0-16-104-16,-19 0-194 16</inkml:trace>
  <inkml:trace contextRef="#ctx0" brushRef="#br0" timeOffset="-190757.04">31267 11586 839 0,'0'0'218'0,"0"0"-187"0,0 0-19 0,0 0-9 0,0 0 7 16,0 0-10-16,255-17-74 15,-221 2-372-15</inkml:trace>
  <inkml:trace contextRef="#ctx0" brushRef="#br0" timeOffset="-189357.14">25050 12581 256 0,'0'0'84'0,"0"0"-75"0,0 0 19 0,0 0 89 0,0 0-41 0,0 0-22 0,69 48-9 16,-63-12-42-16,6 8 28 16,-6 0 1-16,1 0 79 15,8 0-27-15,-2 1-45 0,-7-1-13 16,9 0 6-16,-2 12-6 15,-7-8-7-15,16 7 10 16,-10-6-27 0,0-5 10-16,-5-4-2 0,14-12-20 15,-21 9 20-15,13-14-11 16,-7 2 2-16,0-6 0 16,-6 1 17-16,0-4-14 15,0 1-4-15,0-14 10 16,0 2-8-16,0-5 3 15,0 0-5-15,0 0 7 16,0 0 4-16,0-8 10 16,0-12-17-16,0-13-7 0,0 2 11 15,0-5-11-15,22-8 13 16,-10 3-20-16,22 2-4 16,-6 14-17-16,-3 9-5 15,3 12 19-15,-3 4-1 16,9 0 1-16,0 4 13 15,0 28 4-15,-15 0 0 16,9 17 1-16,-16-10 7 16,-6 10-8-16,-6-6 0 15,0-2-3-15,0 3 6 16,0-8 4-16,0-3-2 16,0-2-10-16,0-11 11 15,0-8-12-15,0-12-13 16,6 0-76-16,35 0-159 0,-7-16-61 15</inkml:trace>
  <inkml:trace contextRef="#ctx0" brushRef="#br0" timeOffset="-188841.9">26340 13447 583 0,'0'0'65'0,"0"0"-8"0,0 0-13 0,0 0 23 0,0 0 21 0,0 0 1 16,53 0-36-16,-19 0-40 16,0 0-4-16,13 0-7 15,-13 0-4-15,6 0-8 16,0 0-23-16,-21 0-79 15,9-4-88-15,-28-5-72 0</inkml:trace>
  <inkml:trace contextRef="#ctx0" brushRef="#br0" timeOffset="-188642.92">26340 13447 646 0,'115'-221'0'0,"-96"221"-62"16,2 0-54-16,-8 0-158 0</inkml:trace>
  <inkml:trace contextRef="#ctx0" brushRef="#br0" timeOffset="-188010.57">27705 13174 247 0,'0'0'260'0,"0"0"-162"0,0 0-56 0,0 0 56 0,0 0 24 0,0 0 3 16,0-24-88-16,0-12 6 15,0-9-36-15,0-2 29 16,0-1 12-16,0-4-17 16,0-9-17-16,0 5-8 15,0-4-12-15,0 4 1 16,0 15 0-16,6 17-31 15,0 17 21-15,-6 7 1 16,0 0-3-16,0 36 17 16,-6 12-14-16,-41 4 14 0,7 0-48 15,0-4-24 1,-1-4-102-16,23-4 34 0,-4-3-31 16,16-1-213-16</inkml:trace>
  <inkml:trace contextRef="#ctx0" brushRef="#br0" timeOffset="-187509.4">27270 13600 193 0,'0'0'138'16,"0"0"-19"-16,0 0-33 0,0 0 10 0,0 0 0 0,0 0 51 15,0 0-23-15,0 0-66 16,0 0-14-16,0 0-41 15,13 0 21-15,33 0 7 16,16-5 2-16,4-7-29 16,14 0 5-16,13 0-9 15,-6 0-3-15,-6 8 2 16,-7-5-31-16,-9-2-38 16,-9 3-54-16,-3-9-130 0,-19 14-100 15</inkml:trace>
  <inkml:trace contextRef="#ctx0" brushRef="#br0" timeOffset="-186860.94">27664 13804 57 0,'0'0'139'0,"0"0"-99"0,0 0 36 0,0 0 12 0,0 0 35 0,0 0-35 0,0 0-1 0,6 0 24 0,-6 0-51 16,7 0 1-16,8 0-50 16,-9 0 1-16,7 0-5 15,-7 0-8-15,-6 15 9 16,0 18-7-16,0-2 17 16,6 10-15-16,-6 7 7 15,0-4-1-15,0 0-14 16,0-3 15-16,0-5-18 15,0-8 9-15,16-9-1 16,-10-2 0-16,12-6-7 0,-2-3 7 16,3-3-27-1,-7-5 23-15,22 0-4 0,-12 0 5 16,-4 0-20 0,10 0 16-16,-3 0-6 0,3-16 5 15,0-4 5-15,3-1-72 16,-3-2-126-16,-6 2-246 15</inkml:trace>
  <inkml:trace contextRef="#ctx0" brushRef="#br0" timeOffset="-186127.68">28722 13367 278 0,'0'0'128'0,"0"0"-110"0,0 0 74 0,0 0 11 0,0 0-28 0,0 0 20 0,-10 0-27 15,10 4 20-15,0-1-49 16,0-3-8-16,0 0 9 16,0 0-26-16,0 0-3 15,0 0 0-15,0 0-22 16,0 0 13-16,0 0-7 15,0 0 2-15,0-7 1 16,0 2-2-16,0 5-11 16,-6 0 15-16,6 0-15 15,0 0 13-15,0 0-38 0,0 0-63 16,0 0-142 0,0 0 140-16,0 0-40 0,0 0 41 15,0 0-174-15</inkml:trace>
  <inkml:trace contextRef="#ctx0" brushRef="#br0" timeOffset="-184030.26">29528 13025 22 0,'0'0'305'0,"0"0"-130"0,0 0-61 0,0 0 5 15,0 0 108-15,0 0-139 16,0-11-35-16,0 11-12 16,9 16-27-16,-3 4-9 0,7 8-4 15,-1-4 2-15,4 4 6 16,2-4-13-16,-12-12 12 16,16 4-6-16,-3 4-2 15,-4-15 0-15,-9 6-1 16,1-11 6-16,-1 0-11 15,-6 0 16-15,6 0-8 16,-6-36 1-16,16-8-2 16,-4-25-1-16,7-3 9 15,-13-8-9-15,15-8 3 16,-21-1-6-16,7-3-13 16,-7 12 16-16,6 13-13 0,9 18 6 15,4 13 12 1,9 8-5-16,12 4 0 0,7-4 6 15,12 3-13-15,15 2 14 16,13-5-14-16,6-4 18 16,22-1-14-16,-16 5 3 15,-25 12-9-15,-15 16-97 16,-37 0-118-16,-22 0-189 16</inkml:trace>
  <inkml:trace contextRef="#ctx0" brushRef="#br0" timeOffset="-183279.09">30418 12460 363 0,'0'0'280'0,"0"0"-256"0,0 0 67 0,0 0-31 0,0 0-13 0,0 0-7 0,-208 213 14 0,196-161-12 16,5-8-11-16,7 4 9 15,0-4-26-15,0-4 3 16,0-4-8-16,0-7-17 16,0-9 10-16,19-17-4 15,3 10-6-15,2-13-3 16,-8 0 4-16,-10 0 14 16,7 0-5-16,-13-13 18 0,0-10 20 15,0-6-39-15,0 1-1 16,0 5-40-16,0 15 33 15,-41 8-13-15,-5 0 17 16,-7 27-12-16,-6 29 26 16,3 13-21-16,10-5 20 15,21-17-20-15,16-6 8 16,9-16-250-16,0-18-227 16</inkml:trace>
  <inkml:trace contextRef="#ctx0" brushRef="#br0" timeOffset="-182614.31">29450 13511 204 0,'0'0'80'0,"0"0"-33"0,0 0 99 0,0 0-29 0,0 0-32 0,0 0 63 16,245 0 2-16,-130 0-75 15,0-13-39-15,24 13 1 0,-12-11-22 16,0 3-14 0,-6 4-2-16,-21 0-33 0,-7-8 1 15,-31 12-114 1,-38-5-179-16</inkml:trace>
  <inkml:trace contextRef="#ctx0" brushRef="#br0" timeOffset="-181899.08">29925 13703 438 0,'0'0'127'0,"0"0"-72"0,0 0-49 0,0 0 53 0,0 0 18 0,0 0-11 0,285-52 0 0,-239 52-31 16,-5 0-18-16,-13 0-6 16,-10 13 10-16,4 14 11 15,-22-2-7-15,0 11-23 16,0-8 18-16,0 3-15 15,0-10 2-15,0-9-7 16,0-12-5-16,0 0-2 16,0 0 6-16,0 0-26 15,19 0-7-15,2 0 28 0,20 0 6 16,-7 0-8-16,-3 0 18 16,3 0-15-16,-6 8 5 15,-10 8-5-15,-11-1 5 16,-7 10 0-16,0 11 25 15,0 8 0-15,-13 0 8 16,-46 4-28-16,-9 1 5 16,-19-5-8-16,0 0-2 15,-6-13-2-15,7-6-48 16,5-1-230-16,0-7-318 16</inkml:trace>
  <inkml:trace contextRef="#ctx0" brushRef="#br0" timeOffset="-176354.26">24449 7800 209 0,'0'0'111'0,"0"0"-65"0,0 0-12 0,0 0 30 0,0 0-6 16,0 0-4-16,0-36 18 15,0 36-9-15,0 0 15 0,0 0-27 16,0 0-1-16,0 0-30 15,0 0-15-15,0 0-5 16,0 11 0-16,0 14 9 16,0 15 27-16,0 5 14 15,0 10-41-15,0-2 0 16,0 3-4-16,0-1 1 16,0-6-6-16,0 2 0 15,0-2 0-15,0 4 4 16,0-1 23-16,0-4-21 0,0-1 4 15,0-3-2 1,0 1-9-16,0 3 3 0,0 4-3 16,0 0 1-1,0 8 0-15,0 4-3 0,0 8 7 16,0-3-13-16,0-5 18 16,0-8-11-16,0-7 7 15,0-13-10-15,0 0 5 16,0 3-7-16,6 2 7 15,10 7 0-15,-10-8-13 16,6 0 31-16,10-4-29 16,-4-4 17-16,1 0-10 15,9-3 5-15,-22-14-1 16,22 6 0-16,-3-13-2 16,-3-4-6-16,-4-1 13 0,4 2-15 15,-3 3 20-15,8 3-12 16,1 6 4-16,3 3-2 15,-3-4 0-15,0 0 3 16,-3-8-7-16,-3 4 8 16,-4-1-12-1,10 6 18-15,-3-1-5 0,25 4-4 16,-13-4 8-16,3 4-9 16,22 0-6-16,3-8 5 15,10 0 1-15,-1-4-6 16,-3 0 9-16,4 0-6 15,-7-4 6-15,-9-4-8 16,-6 13 6-16,-13-10-2 0,16 2-2 16,-10-2 3-1,1-3 2-15,12 0-1 0,3 9-2 16,9-6 8-16,22 2-16 16,-6 11 18-16,9-8-13 15,-9 7 11-15,-7 1-12 16,-14-7 5-16,14 7 0 15,-12-8 0-15,4-8 4 16,-4 0-12-16,-3 0 18 16,3 0-19-16,7 0 16 15,-4 8-12-15,16 7 5 16,-7 10 0-16,1 3-4 16,-7-16 9-16,1 4-12 15,-10-16 16-15,-12 0-18 0,15 0 22 16,-9 0-20-16,3 0 10 15,-9 0-3-15,15 8 0 16,-9 8 4-16,6-4-8 16,3 0 10-16,6 0-12 15,7 0 12-15,-3-8-8 16,18 0 8-16,-10-4-12 16,-5 0 5-16,-10 0 0 15,4 0-2-15,-1 4 3 16,-2 5-3-16,8-1 15 15,-5 3-25-15,5 1 27 16,1-4-29-16,6 0 16 0,-7 0-2 16,-2 0-3-16,2-4 3 15,-11 1-1-15,-10 6 4 16,-4-3-9-16,4 1 17 16,-6-1-20-16,9 0 17 15,-3-5-9-15,0-3 3 16,3 8-1-16,3 1 0 15,3-1 1-15,-3 0-11 16,-3 0 20-16,-3 0-20 16,-3-8 19-16,-9 0-20 15,-1 0 9-15,-6 0-2 16,7 0 2-16,-1 0 2 16,1 0-4-16,-1 0 8 0,13 0 1 15,-3 0-1 1,3 0 2-16,-6 0-2 0,3 4-8 15,-10 4 3-15,13-5 1 16,-13 5-2-16,1 1 9 16,-1-1-17-16,-5 0 14 15,-7-5-8-15,0-3 5 16,-9 0-2-16,-3 0-7 16,-10 0 2-16,10 0 4 15,-10 0-1-15,7 0 0 16,-4-11 6-16,-2-6-5 15,-1-2 7-15,-12 2 1 16,0-2-3-16,0 2-6 0,0 6 1 16,0-2 2-16,0-2 0 15,0-10 1-15,0 1-2 16,0-7 0-16,0-2-8 16,0-3 9-16,0 3-9 15,0-3-13-15,0 0 12 16,0 8-11-16,0 0 0 15,0-3 18-15,0 7 3 16,0-4-5-16,0-8 15 16,0-5-24-16,0 1 23 15,0 4-18-15,0-4-19 16,15 4-4-16,-8-4 10 16,-7 8-58-16,0-4 14 15,0-9 4-15,0 6 8 0,0 2 13 16,0 5 0-16,0 8 41 15,0-1 33-15,-7 14 31 16,7-9-21-16,0 8 15 16,0-9-34-16,0 2 2 15,0-9-13-15,0-13 5 16,0 2-16-16,7-6-4 16,11 9-9-16,-12 4-12 15,10 4 22-15,-10 5 2 16,7-2 4-16,2-3 4 15,4-4 25-15,-1-4-25 0,4-4-2 16,-3-1-4-16,2 2 6 16,-8-2-9-16,-7 5 0 15,-6-3 11-15,0 1-9 16,0 7 0-16,0 3-1 16,0 4 6-1,0-4 6-15,0-5-26 0,0 2 12 16,-13 3 0-16,1-1-2 15,-3 9 3-15,2 4 8 16,7 4-7-16,6 1 44 16,0-6-35-16,0-7-10 15,0-8-37-15,0-8-48 16,0 0-27-16,0 0 13 16,0 3 3-16,0 6-8 0,0 7 104 15,-22-1 104-15,10-3-50 16,-13-4-36-16,16-8-17 15,-4-7-1-15,7-6-10 16,6-7 8-16,-6 7-50 16,6 6 16-16,-6 14-26 15,-4 9 62-15,4 9 13 16,-12 7 66-16,11-1-57 16,-8 1-22-16,3-3-18 15,-16-6-29-15,3-2-4 16,-3-6-10-16,-6 5 43 15,-6 0 18-15,8 8 23 16,-8 8 37-16,0 4 48 16,-7 0-16-16,1 0-67 0,-1 0 9 15,-2 0-32-15,2 0-2 16,-5 0 9-16,-1 0-9 16,-6 0 19-16,-9 0 17 15,-7 0 46-15,4 20-16 16,-10 3-30-16,-5 2-21 15,-1 3-2-15,12-7-12 16,7-6 0-16,9-7 5 16,0-8 9-16,3 0-14 15,-2 0 14-15,11 0-14 16,-15 0-1-16,3 0 14 0,0 0 13 16,-21 0-3-16,-1 0-23 15,-12 0 17-15,-9 0-13 16,9 0-2-16,0 0 2 15,6 0-9-15,-6 0 7 16,6 0-3-16,6 0 0 16,1 0 1-16,5 0 3 15,10 0 0-15,-22 0 31 16,0 0-25-16,-15 0 20 16,9 0 0-16,0-4-30 15,6-4-4-15,-6-3 2 16,-9 3-1-16,-3 3-4 15,-4 1-3-15,-3 4 20 0,4 0 10 16,9 0-15 0,6 0 0-16,12 0-5 0,13 0 7 15,9 0-11-15,6 0 13 16,-21 0-18-16,15 0 14 16,-16 0-16-1,-11 0 18-15,5 0-15 0,0 0 7 16,-5 0-2-16,20 0 3 15,-2 0 0-15,9 0-4 16,-3 0 8-16,3-4-11 16,-3-11 14-16,16 2-9 15,-7 9 6-15,7 0-8 0,-1 0 4 16,19 0 0 0,3 0 4-16,4-1 1 0,2 5-10 15,-9-3 15-15,0 3-22 16,-3 0 12-16,-3 0-3 15,-6 0-27-15,-7 0 27 16,1 0-2-16,-7 0 8 16,-3 0-3-16,16 0 3 15,0 0 19-15,-1 0-21 16,4 0 9-16,-3 0-4 16,-7-8-9-16,-8 4 3 15,14 0 0-15,-5 0 1 16,12 0-1-16,-13 4 1 15,7-4 9-15,-7 4-20 16,1 0 22-16,-7 0-21 0,19 0 10 16,-6 0-1-16,9 0 0 15,3 0-1-15,-6 0-3 16,-7 0 7-16,7 16-15 16,-6-1 17-16,28 2-11 15,-7-5-11-15,19-8-32 16,-6 1-78-16,-10-5-220 15,10 0-190-15</inkml:trace>
  <inkml:trace contextRef="#ctx0" brushRef="#br0" timeOffset="-158585.85">31286 13739 108 0,'0'0'31'0,"0"0"76"0,0 0-11 0,0 0 1 0,0 0-27 0,0 0 10 16,0 0 5-16,-6 0 1 16,6 0 54-16,0 0-81 0,0 0-8 15,0 0-38 1,0 0 3-16,0 0-10 0,0 0 0 16,0 0 20-16,-7 0-10 15,7 0 42-15,0 0-20 16,-6 0 3-16,6 0-28 15,0 0 19-15,0 0-21 16,0 0-2-16,0 0-9 16,0 0 2-16,0 0 3 15,34 0-2-15,25 0 21 16,-12-3-19-16,21-6 15 16,-15-2-16-16,-7-2-8 15,-12 1-5-15,-15 12-18 0,3-8-28 16,-22 5-24-1,0-5-53-15,0-5-118 0,0-2 64 16,0-2-286-16</inkml:trace>
  <inkml:trace contextRef="#ctx0" brushRef="#br0" timeOffset="-158333">31280 13359 772 0,'0'0'155'0,"0"0"-129"0,0 0 57 0,0 0-19 0,0 0-6 0,0 0-9 15,369-16-46-15,-317 7-6 16,-5 1-1-16,-25-8-82 15,-16 0-161-15,-6 4-398 16</inkml:trace>
  <inkml:trace contextRef="#ctx0" brushRef="#br0" timeOffset="-154455.83">32349 12950 20 0,'0'0'408'0,"0"0"-345"0,0 0-9 0,0 0-13 0,0 0 7 0,0 0-30 0,0 0 45 16,0 0 5-16,0-5-18 15,0 5 29-15,0 0-29 16,0 0-2-16,0 0-33 16,7 24 15-16,14 9-19 15,-8 3 11-15,8 12-21 16,10-8 14-16,-3-8 7 15,6-8-21-15,1-4 2 16,-11-8-2-16,-11-4 6 16,2-4-2-16,-15-4 7 0,0 0-9 15,6 0 17-15,1-44-17 16,5-20 13-16,10-8-7 16,-10-13-3-16,-12 10-9 15,0 6 10-15,0 9-14 16,0 4 9-16,0 3-10 15,0 6 5-15,0-2 0 16,0 1-9-16,0 1-8 16,16 6-2-16,2 8-5 15,1 5 25-15,3 9-9 0,5 15 11 16,4-17 0 0,38 10 35-16,11-17 0 0,26 3-13 15,15-6-21-15,6-2 8 16,-12 9-18-16,-22 9-46 15,-28 10-29-15,-31 5-195 16,-34 0-29-16</inkml:trace>
  <inkml:trace contextRef="#ctx0" brushRef="#br0" timeOffset="-153089.2">33432 12424 14 0,'0'0'402'0,"0"0"-341"0,0 0-8 0,0 0 4 0,0 0 5 0,0 0-30 0,-47 4 15 16,22 16-15-16,-15-4 51 16,0 16 6-16,-1 1-9 15,7 6-23-15,9 17-26 16,10 13 13-16,2 3-43 16,13 0 10-16,0-4-8 15,0-15-6-15,0-6 5 16,41-14-2-16,11-5 0 15,7-8-5-15,3-12 2 0,-15-8-6 16,6 0 4 0,-19 0 5-16,-16-16-2 0,-2-8 4 15,-16-5 15-15,0 1 0 16,-22 12-13-16,-24 9-4 16,-7 7-1-16,0 0 0 15,-15 48-6-15,3 16 7 16,9 8-27-16,16-16-22 15,34-24-107-15,6-32-448 16</inkml:trace>
  <inkml:trace contextRef="#ctx0" brushRef="#br0" timeOffset="-152406.93">32284 13639 263 0,'0'0'133'0,"0"0"-126"0,0 0 64 0,0 0 48 0,0 0-26 0,0 0 84 0,348-68-22 0,-209 52-43 0,22-8-11 16,-9 8-65-16,3-1-21 16,-21 9-8-16,-13 5-14 0,-22 3-21 15,-25 0-36-15,-34 0-120 16,-40 0-303-16</inkml:trace>
  <inkml:trace contextRef="#ctx0" brushRef="#br0" timeOffset="-149775.85">33140 13788 225 0,'0'0'351'0,"0"0"-307"0,0 0-33 0,0 0 27 15,0 0-38-15,0 0 32 16,-56 16-2-16,56-16 50 15,0 0 5-15,0 0-11 16,0 0-12-16,-6 7-20 16,-6 1 8-16,-10 9-41 15,3 7 0-15,-2-4 2 0,-10 8-13 16,9 4 11 0,-12 0-2-16,9 4 9 0,3 16-5 15,-2 5 3-15,-4 2-11 16,15-2 1-16,7-6-3 15,6-6-1-15,0-9 7 16,0 0-13-16,12-4 9 16,35 4-6-16,6-11-5 15,2-2-1-15,-17-18 4 16,11 6-8-16,-18-11 13 16,-15 0 0-16,9 0-12 15,-19-11 15-15,3-17-11 16,-9-8-1-16,0 8 5 0,0 3-4 15,0 14 8-15,-9 11 1 16,-32 0 1-16,-11 0 1 16,-7 11-3-16,-3 25-2 15,15 0-4-15,7 9 0 16,28-6-17-16,12-14-52 16,0 3-404-16</inkml:trace>
  <inkml:trace contextRef="#ctx0" brushRef="#br0" timeOffset="-142964.33">19054 18753 24 0,'0'0'250'0,"0"0"-95"0,0 0-56 0,0 0-28 0,0 0-35 0,0 0-4 0,0 0-24 0,0-13-8 16,0 13 3-16,0 0-5 15,0 0 3-15,0 0-1 0,0 0 20 16,0 0 13 0,0 0 59-16,0 0-11 15,0-12-28-15,0-15-35 0,15-18 20 16,10-19-38-16,21-20 19 16,17-25-13-16,23-10 8 15,-5-10 4-15,12 9-14 16,-25 15-8-16,-31 13-21 15,-9 12-97-15,-28 16-224 16</inkml:trace>
  <inkml:trace contextRef="#ctx0" brushRef="#br0" timeOffset="-141115.81">33059 14802 50 0,'0'0'174'0,"0"0"-127"0,0 0 27 0,0 0 57 16,0 0-76-16,0 0-20 16,0 0-5-16,0 0-8 0,0 0 39 15,0 0 17-15,0 0-41 16,0 0 11-16,0 0-40 16,0 0 16-16,0 0-24 15,0 0 30-15,0 0 1 16,0 0-10-16,0 5 5 15,0-5-22-15,0 0 18 16,0 0 1-16,0 0 4 16,0 0-23-16,0 0 7 15,0 0-6-15,0 0 33 16,0 3 10-16,0 2-29 16,0-5 4-16,0 8-21 15,0-8 16-15,0 3-17 16,0-3 17-16,0 0-15 15,31 0 4-15,19 0-1 0,21-36-4 16,32-20 2-16,24-12 0 16,6-12-8-16,13-1 8 15,-13 9-16-15,-6 8-8 16,-34 0 3-16,-31 24-67 16,-15 15-32-16,-47 25-107 15,0 0 36-15,-62 25 0 16</inkml:trace>
  <inkml:trace contextRef="#ctx0" brushRef="#br0" timeOffset="-122715.99">14511 8650 592 0,'0'0'47'0,"0"0"-7"0,0 0 96 0,0 0 5 0,0 0-81 0,0 0 20 0,0 0-28 0,-34-32 0 0,34 32-36 0,0 0 17 15,0 0-4-15,0 0-10 0,0 0-19 16,0 0 6-16,0 0-12 15,0 20 12-15,0 5 0 16,0 14-4-16,6 13 7 16,13 9-7-16,3 6 1 15,5 5-3-15,-2 2 9 16,9-2-18-16,1 0 16 16,-11-5-19-16,-2-2 19 15,3-5-7-15,3-3 0 16,0-2-4-16,-4-15 4 15,-8-4 3-15,-4-7-3 16,-5-17-5-16,-1-12 1 16,0 0 5-16,3-28-1 15,10-52 9-15,15-29 6 16,12-28-15-16,7-15 0 0,15-9-7 16,-2 9-5-16,-4 16 7 15,-10 31-34-15,-11 38 0 16,-23 39-35-16,-12 28-3 15,-6 23-36-15,0 54-73 16,0 15-53-16</inkml:trace>
  <inkml:trace contextRef="#ctx0" brushRef="#br0" timeOffset="-122064">15627 9231 715 0,'0'0'184'0,"0"0"-88"0,0 0-53 0,0 0-30 0,0 0 7 0,0 0 31 0,72-31 24 0,-4 23-60 0,-15-4 11 0,-7 7-24 16,-6 2-4-16,-5 3 2 15,-17 0-5-15,-2 0-9 16,-10 0-60-16,-6-5-31 16,0-3-191-16,-6 5 13 15</inkml:trace>
  <inkml:trace contextRef="#ctx0" brushRef="#br0" timeOffset="-121848.93">15627 9231 373 0,'-155'-248'731'16,"183"248"-731"-16,13 0 0 16,18-8 52-16,15-24-13 0,7 0-23 15,-4 0-16 1,-3 7-11-16,-5 9-41 0,-44 9-227 15</inkml:trace>
  <inkml:trace contextRef="#ctx0" brushRef="#br0" timeOffset="-117385.46">16784 9216 161 0,'0'0'384'0,"0"0"-326"0,0 0-51 0,0 0-6 0,0 0 6 0,0 0 8 0,0 0 9 0,-16-16-10 0,10 4-14 16,0 7 11-16,0 5 83 16,0 0 28-16,6 0-53 15,0 0-64-15,0-11 13 16,0-5-17-16,-10-1 4 0,4 6 3 16,0 6-8-1,-13 5 35-15,19 0 34 0,0 0-12 16,0 0-40-16,0 0-17 15,0 16 7-15,0 12-14 16,0 8 9-16,0 5-7 16,13-2 10-16,5 6-9 15,4-9 4-15,-3-8 0 16,-4 1 1-16,-2-10 3 16,-7-15-4-16,0 4 1 15,0-8-12-15,-6 0 6 16,22 0-14-16,-16-12 19 15,0-32 30-15,1-16-15 16,-7-24-13-16,0-9 5 16,0-19-5-16,0-17-4 0,-13-2-5 15,-27-2-10 1,-7 9-11-16,1 11 24 0,-1 18-28 16,7 6 6-1,18 17 20-15,16-1 12 0,6 9-10 16,0 8 13-16,0 12 11 15,0 12 0-15,28 4 12 16,31 4-31-16,15 0 14 16,19-4-12-16,16 8-1 15,2 4-4-15,4 0-12 16,0 11 0-16,-10-6-37 16,-12 2-6-16,-31 6-280 0,-43 3-231 15</inkml:trace>
  <inkml:trace contextRef="#ctx0" brushRef="#br0" timeOffset="-116755.11">17258 8361 592 0,'0'0'124'0,"0"0"-94"0,0 0 37 0,0 0-10 0,0 0-18 0,0 0 1 0,341-108-6 0,-294 104-15 0,-7 4-19 15,-27 0-1-15,11 0-12 16,-24 40-1-16,0 13 14 16,0 14 0-16,0 2-3 15,-6-5-1-15,-25-9 3 16,22-22-1-16,9-17-19 16,0-12-39-16,0-4-28 15,0 0-6-15,9 0 17 16,56-8 66-16,-12-12-32 15,-6 8-73-15,-26 8 71 16,-21 4 45-16,0 0 106 16,-21 0 6-16,-44 36-79 15,-22 8-31-15,12 5 50 16,10-5 50-16,3-5 6 0,9-6-75 16,32-13-33-16,2-9-198 15,19-11-242-15</inkml:trace>
  <inkml:trace contextRef="#ctx0" brushRef="#br0" timeOffset="-116154.16">16306 9737 528 0,'0'0'149'0,"0"0"64"0,0 0-68 0,0 0-88 0,0 0 9 15,0 0-55-15,-6 0-6 0,74 0 46 16,19 0-11-16,47 0 3 15,11 0-23-15,23-25 9 16,5-6-28-16,1-1-1 16,-19 12-6-16,-15 0-28 15,-19 12-41-15,-35 3-91 16,-11 5-263-16</inkml:trace>
  <inkml:trace contextRef="#ctx0" brushRef="#br0" timeOffset="-115539">16682 10916 277 0,'0'0'190'0,"0"0"-159"0,0 0 44 0,0 0-28 0,0 0 26 15,0 0 8-15,-19 8 72 16,19-8-52-16,0-3-28 16,0-30 22-16,0-15-62 0,0-28 0 15,25-16-24-15,9-16 5 16,-6-2-10-16,-3-1 3 16,-16-2-6-16,-9 13-1 15,0 28 0-15,0 16-7 16,0 15 6-16,0 25-17 15,0 9-8-15,-9 7-3 16,-4 0 19-16,-15 59-23 16,-18 22 33-16,-7 15-1 15,0 4-62-15,7-15-60 16,12-9-278-16,6-12-184 16</inkml:trace>
  <inkml:trace contextRef="#ctx0" brushRef="#br0" timeOffset="-115072.14">17144 10318 599 0,'0'0'42'0,"0"0"-28"0,0 0 10 16,0 0-12-16,0 0 43 0,0 0 29 0,-41 201 6 0,29-120-19 0,-4-6-67 0,16-6 4 15,0-5 1-15,0-12-17 16,22-12 15-16,25-19-14 16,5-14 7-16,17-7 0 15,2-12 1-15,-3-44 7 16,-9-8-2-16,-19-4 3 16,-33 4-18-16,-7 15 15 0,0 26-6 15,-19 6 6 1,-28 17 1-16,-5 12 43 0,-16 60-39 15,-7 29-11-15,4 7-10 16,15-4 7-16,37-24-25 16,19-36-338-16</inkml:trace>
  <inkml:trace contextRef="#ctx0" brushRef="#br0" timeOffset="-114239.05">18579 9344 438 0,'0'0'231'0,"0"0"-217"0,0 0-11 16,0 0 56-16,0 0-3 0,0 0 51 0,22 0-48 0,-22 0-13 0,0 0 6 0,0 0-6 16,0 0 26-16,0 0-49 15,0 0-12-15,0 3-11 0,-6 22-7 16,0-5 2-16,6-8-2 15,0-8 7-15,0-4-48 16,0 0 1-16,18-16 23 16,4-29 16-16,-10 9 8 15,-12 5-21-15,0 11-26 16,-28 7-88-16,-31 13-4 16,-3 0 113-16,10 17-72 15,33 15 55-15,13-12 43 16,6-12-562-16</inkml:trace>
  <inkml:trace contextRef="#ctx0" brushRef="#br0" timeOffset="-108026.07">19435 8561 303 0,'0'0'401'0,"0"0"-282"0,0 0-61 0,0 0-13 0,0 0-20 15,0 0 26-15,9 0-30 16,-9 0 21-16,0 0 20 0,0 0 3 15,0 0-3-15,0 0-43 16,13 0-4-16,5 0-7 16,4 29-4-16,18 11-2 15,1 8-2-15,5-4 3 16,-5 5-5-16,17-2 2 16,-11-2 0-16,-1 3-3 15,1 4 11-15,-7-4-14 16,1-3 16-16,-7-9-18 15,6-9 8-15,-12-15-4 16,-16-12-12-16,-12 0 16 16,0-20 6-16,0-35-5 15,0-26 7-15,0-12 0 0,-21-18-16 16,-4-10 4 0,-9-11 4-16,12-5-35 0,-15-2-5 15,3-2-6-15,6 8-31 16,22 29 50-16,6 28 27 15,0 40 4-15,0 20 0 16,0 16 55-16,18 0-41 16,50 0-6-16,13 0-11 15,12 0-1-15,16 16-2 16,24-12-67-16,-6-4-50 16,-15 0-263-16</inkml:trace>
  <inkml:trace contextRef="#ctx0" brushRef="#br0" timeOffset="-107356.45">20685 8101 552 0,'0'0'225'0,"0"0"-83"0,0 0-43 0,0 0-23 0,0 0-51 16,0 0 15-16,-31 12-32 16,3 24 7-16,-6 8-12 15,3 8 25-15,9 17-16 16,-6 11-6-16,9 12 5 16,-2 0-9-16,14-4 0 15,7-11 0-15,0-13-4 16,16-12 7-16,43-16-11 15,-6-13-9-15,2-6 13 16,-2-17-14-16,-6 0-12 0,5-4 13 16,-24-37 15-1,-22 2-6-15,-6-5 6 0,-21 11-16 16,-44 10-16-16,-4 18 13 16,-11 5 5-16,2 12 4 15,-18 45 4-15,19 2-32 16,15 2-47-16,21-9-139 15,41-16-128-15</inkml:trace>
  <inkml:trace contextRef="#ctx0" brushRef="#br0" timeOffset="-106678.65">19531 9532 314 0,'0'0'304'0,"0"0"-186"0,0 0 74 0,0 0-90 0,0 0-79 0,0 0-8 0,19-24 26 16,40 24 31-16,43-4 8 15,31-4-46-15,41-12 16 16,28-16-21-16,18-4 5 15,0-4-30-15,-12 4-4 16,-16 20-24-16,-19 7-42 0,-18 13-8 16,-34 0-396-16,-55 0 213 15</inkml:trace>
  <inkml:trace contextRef="#ctx0" brushRef="#br0" timeOffset="-106079.24">20232 10025 541 0,'0'0'150'0,"0"0"-108"0,0 0 84 0,0 0 4 0,-121 269-63 0,121-196-20 15,12-5 34-15,50-8-55 16,10-8-26-16,18-12 3 15,9-16-3-15,0-20-1 16,10-4-15-16,-4 0 1 16,-18-40-10-16,-13-12 5 15,-27-12-13-15,-35 8-6 16,-12 12-14-16,0 16 29 16,-46 15 24-16,-13 13 11 0,-22 0 50 15,1 41-39 1,-7 23 34-16,22 0 9 15,31 8-36-15,34-16-29 0,0-16-65 16,34-36-342-16</inkml:trace>
  <inkml:trace contextRef="#ctx0" brushRef="#br0" timeOffset="-100310.98">13876 12383 544 0,'0'0'0'0,"0"0"-3"15,0 0 3-15,0 0 13 0,0 0 25 0,0 0-21 0,0 0 7 0,-7-19 20 16,7 19 123-16,0 0-5 15,0 0-92-15,0 0-30 16,0 0 0-16,0 0-21 16,0 0-13-16,0 0-6 15,0 0 0-15,0 0-7 16,0 8 14-16,19 20 10 16,21 12-3-16,1 8-3 15,5 8-5-15,7 9-6 0,3-1 0 16,-4 0 1-1,-5-4-3-15,-1-16 2 0,1 1-3 16,-7-17 2-16,-6-12-7 16,-15-9 8-16,-13-7-2 15,10 0-5-15,2 0 4 16,10-36 3-16,19-32 7 16,18-25 12-16,22-18-18 15,15-14 6-15,-3-3-1 16,-6-4-9-16,-12 3 3 15,-29 21-33-15,-11 32-45 16,-13 27-9-16,-28 41-22 16,0 8-70-16,0 41-17 0,-28 31-176 15</inkml:trace>
  <inkml:trace contextRef="#ctx0" brushRef="#br0" timeOffset="-99832.14">15351 12917 485 0,'0'0'444'0,"0"0"-420"0,0 0 92 0,0 0-48 0,348-48-43 0,-280 44-21 0,-3 4-4 0,-18 0-7 16,-13 0-3-16,-19 0-48 15,-15 0 12-15,0 0-156 16,0 0-142-16</inkml:trace>
  <inkml:trace contextRef="#ctx0" brushRef="#br0" timeOffset="-99647.62">15351 12917 843 0,'103'-249'270'0,"-66"249"-255"16,19 0 83-16,-3-11-54 15,-7-1-22-15,22-4-21 16,-21-4-1-16,-7-5-64 16,-21 6-329-16</inkml:trace>
  <inkml:trace contextRef="#ctx0" brushRef="#br0" timeOffset="-92541.91">16468 12416 432 0,'0'0'92'0,"0"0"-92"0,0 0 18 0,0 0 39 0,0 0-9 0,0 0 54 0,0 0 21 0,28 0-38 0,-28 0-55 0,6 5 9 15,-6 2-12-15,6 5-8 16,6 0 16-16,10 8 9 16,-3 9 7-16,9-1-29 15,0 11-9-15,3-3-11 16,3-8 2-16,0 5-4 15,-16-5 0-15,-2-9 0 16,-10-2 3-16,-6-6-6 0,6-6 9 16,-6-2-4-16,0-3 5 15,0 0-10-15,0 0 3 16,6-19-1-16,1-29 1 16,2-16 8-16,-3-13-4 15,-6 1-2-15,0-12-4 16,0 3-3-16,6-6 3 15,7-6-11-15,-1 9 0 16,10 4-25-16,-3 20-7 16,2 12 30-16,-2 16 15 15,-4 8-9-15,-2 7 23 0,-1 1-26 16,-12 0 13 0,28 4-2-16,-16 8-9 0,16-4-14 15,25 4 17-15,28 4 7 16,18 4 0-16,9 0 14 15,20 0 0-15,5 0-9 16,28-16 11-16,-3-8-16 16,-15 0-4-16,-25 0-76 15,-50 3-226-15,-28 10-239 16</inkml:trace>
  <inkml:trace contextRef="#ctx0" brushRef="#br0" timeOffset="-89575.48">17063 12504 245 0,'0'0'51'0,"0"0"50"16,0 0-6-16,0 0-76 0,0 0 26 0,0 0 23 0,0 0 7 0,0 0-36 0,0 0-28 15,12 0-10-15,-12 0-2 16,0 0 2-16,16 0 1 16,-16 0 4-16,0 0 72 15,0 0 32-15,0 0-50 16,0 0-16-16,0 0-29 0,0 0-11 15,0 0 4-15,0 0-7 16,0 0-1-16,0 0 0 16,0 0 0-1,0 0-1-15,0 0 1 0,0 0 0 16,0 0 1-16,6 8 2 16,0-4 14-16,7 1-9 15,2 3 6-15,-15-8-10 16,13 0-3-16,-13 8 1 15,0-8 20-15,0 0 2 16,0 0-14-16,0 0 3 16,0 0-8-16,0 0 6 0,0 0-11 15,0 0 13-15,0 0-9 16,0 0 11-16,0 0-1 16,0 0-8-16,6-25 3 15,0-15-6-15,16-16 12 16,-10-5-13-16,16-6-2 15,-9-5 4-15,2 3-7 16,4 5 3-16,9 9-9 16,-6 6 1-16,-9 17-8 15,-7 11 14-15,-12 10-11 16,0 6 12-16,0 5-11 16,0 0 11-16,0 0-4 15,0 21-3-15,-25 15-5 16,-21 12-47-16,6-4-5 0,5 5 1 15,14-13-73-15,15-8-71 16,6-9 1-16,0-2-191 16</inkml:trace>
  <inkml:trace contextRef="#ctx0" brushRef="#br0" timeOffset="-88695.05">17618 12391 53 0,'0'0'225'0,"0"0"-225"0,0 0 3 0,0 0 6 0,0 0 11 0,0 0 165 0,0 0-86 15,0 0-19-15,0 0-42 16,0 0 7-16,0 0-11 15,0 0 6-15,0 0-15 0,0 0 14 16,0 0 0-16,0 0-34 16,0 0 28-16,0-15-11 15,12-9 9-15,23-9-29 16,-1-6 12-16,12-2-13 16,-12-7 2-16,-9 4 2 15,-3 5-3-15,-16-10 1 16,-6 9 5-16,0-4-16 15,0 0-7-15,0 11 10 16,0 9-23-16,0 9 19 16,0 15 0-16,-6 0 18 15,-7 0-13-15,-2 8 14 16,3 15-20-16,5 10 18 16,7-2-16-16,0 2 7 15,0 8-3-15,0-2 2 16,41 2-5-16,5-2 6 0,1 5-38 15,-7-4-76-15,-6-7 36 16,-9-6 18-16,3-7 3 16,-10 5 18-16,-2 3 10 15,-16 4 30-15,0-4 7 16,0 5 15-16,0-2 48 16,0 2 24-16,-50-10 95 15,-9 1-106-15,-15-8-33 16,-4 1-43-16,-2-9 17 15,5 12 3-15,29-17-25 16,-1 10-2-16,19-5-82 16,-6-4-199-16,10-4-479 0</inkml:trace>
  <inkml:trace contextRef="#ctx0" brushRef="#br0" timeOffset="-87995.68">16489 13005 215 0,'0'0'202'0,"0"0"-140"0,0 0 1 0,0 0 26 0,0 0 21 0,0 0 21 16,0 20-35-16,0-20-62 0,0 0-17 0,47 5 14 15,34 3 54-15,18-8-28 16,34 8-7-16,22-8-30 16,19 0 6-16,18 0-1 15,16-8-8-15,-7 0-8 16,-15 0-9-16,-31 0-10 16,-43 4-42-16,-31 4 7 15,-41-5-123-15,-40 2-303 0</inkml:trace>
  <inkml:trace contextRef="#ctx0" brushRef="#br0" timeOffset="-81816.57">17044 13615 329 0,'0'0'77'0,"0"0"-40"0,0 0 28 0,0 0-18 0,0 0-29 16,0 0-11-16,0 0-3 16,13-40 38-16,-13 40 40 15,0 0 71-15,0 0-40 16,0 0-67-16,0 0-26 15,0 0-11 1,0 0-4-16,0 0 1 0,0 0 3 16,0 0 4-16,0 0 27 15,0 0-31-15,0 0 33 16,0 0-24-16,0 0 3 16,0 0-21-16,-6 8 0 15,-16 4-1-15,3 8 1 0,-2 9-2 16,2 10 4-16,7 17-11 15,-4 1 13-15,16 7-13 16,0 0 6-16,0-12 1 16,0-4-7-16,22-7 0 15,24-10-1 1,7-10-4-16,6-9 14 0,-9-9-21 16,-19-3-1-16,3 0 4 15,-13-20 18-15,-2-27 0 16,-19-14 5-16,0-11-4 15,0 0-2-15,0 8 0 16,0-1-35-16,-6 17 12 16,-16 16-10-16,3 17 15 0,-2 6 1 15,-4 9 18 1,-28 0 14-16,-3 37-1 0,-15 7 1 16,-3 3-14-1,21-6-2-15,13-1-33 0,18-8 31 16,16-4 0-1,6-3-5-15,0-2 7 0,0 5-1 16,0-7 3-16,0-6 0 16,0 1-8-16,0-8-31 15,12 4-109-15,22-4 10 16,0 5-4-16,-6-5-13 16,-3-8 155-16,-9 11 9 15,-10-11 185-15,0 0-105 16,-6 0-20-16,0 0 17 15,6 0-63-15,0 0-4 0,16 0-16 16,3 0-1-16,3 0 8 16,-10 0-9-16,10 0-1 15,-9 0 3-15,-10 0 1 16,16 12-4-16,-9 12 7 16,2 9 6-16,1-2-10 15,9 2-3-15,0-2-7 16,-10-2-36-16,-12-1 17 15,4-4 22-15,-10 8 0 16,0-4 4-16,0 13 42 0,0-5 19 16,0 3 4-1,0 2-57-15,-10-10-4 16,-8-3-4-16,-4-7 12 16,-9-6 15-16,-15 2 39 0,-16 2-4 15,-19 2 30 1,-12-1-60-16,-6 5-13 0,18-2-13 15,19-2-12-15,31-6 4 16,9-2-15-16,16-13-24 16,6 8-89-16,0-8-272 15</inkml:trace>
  <inkml:trace contextRef="#ctx0" brushRef="#br0" timeOffset="-81117.42">17773 13811 707 0,'0'0'160'0,"0"0"-81"0,0 0 30 0,0 0-42 16,0 0-14-16,0 0-30 0,-115 97-14 15,87-41-9-15,16 12 3 16,-7 9 9-16,4 7-7 15,-4 0 5-15,13-8-4 16,6-12-12-16,0-4 8 16,0-15-4-16,6-6 0 15,41-3-14-15,6-7 12 16,5-5-20-16,5-4 15 16,2-4-30-16,3-4 21 15,-9-12-18-15,3 0 21 16,-28 0-5-16,6-40 19 15,-27-8-1-15,-13 7 1 16,0 2-3-16,0 14 7 0,0 9-3 16,-53 8 9-16,13 8 12 15,-22 0-16-15,3 8 5 16,-3 33-10 0,9-2-9-16,6 10 5 0,29-17-19 15,18-12-234-15,0-16-537 16</inkml:trace>
  <inkml:trace contextRef="#ctx0" brushRef="#br0" timeOffset="-65247.68">18827 13254 481 0,'0'0'56'0,"0"0"-51"0,0 0 50 0,0 0-5 16,0 0 17-16,0 0 3 15,0 0 25-15,0 0-18 0,0 0-26 16,0 0 5-16,0 0-18 16,0 0-14-16,0 0-23 15,0 0 1-15,0 0-2 16,0 0 0-16,0 0-11 15,0 0 9-15,0 0 1 16,0 0 2-16,22 0 3 16,9 0-4-16,9 0 11 15,1 0-6-15,-1 0-4 16,0 0-1-16,-6 0-18 16,-15 8-16-16,-10 1-23 15,-3-9-61-15,-6 0-148 16,0 0-36-16</inkml:trace>
  <inkml:trace contextRef="#ctx0" brushRef="#br0" timeOffset="-64730.3">18855 13014 345 0,'0'0'158'0,"0"0"-125"0,0 0 31 0,0 0-24 0,0 0 38 0,0 0-3 0,65 0 26 0,-43 0-35 16,12 0-19-16,-9 0 6 15,15 0-22-15,1 0 0 16,-7 0-24-16,0 0-10 16,-3 0 3-16,9 0-3 15,-6 0-22-15,0 0-5 16,-15-4-51-16,-10-32-177 15,-9 12-355-15</inkml:trace>
  <inkml:trace contextRef="#ctx0" brushRef="#br0" timeOffset="-59302.85">20424 12272 4 0,'0'0'118'0,"0"0"-1"0,0 0-66 0,0 0-15 0,0 0 43 0,0 0 19 16,0 0-39-16,0 11-30 16,0-11-20-16,0 0 4 15,0 0 24-15,0 0 23 16,0 0-23-16,0 0 9 15,0 0-17-15,0 0 6 16,0 0-31-16,0 0 12 16,0 0-5-16,0 0 10 15,0 0 3-15,0 0 15 0,0 0 15 16,0 0-25 0,0 0 13-16,0 0-33 0,0 0 14 15,0 0-22-15,0 0-2 16,0 0-2-16,0-3 0 15,0-5 3-15,0-4-8 16,0-4 6-16,16 3 2 16,-4 1-5-16,7 9 5 15,-10-5-4-15,3 3 0 16,7 2 2-16,3-6-17 16,-4 1 16-16,4 8-3 15,-16 0 0-15,0 0-1 0,-6 0-14 16,0 0 16-16,0 0 2 15,0 0 1-15,7 0 2 16,-1 0-3-16,-6 20-2 16,0 5-10-16,0 7 1 15,0 4 5-15,-19 12 4 16,-21-1 10-16,0-2-3 16,12-1 2-16,-3 0-7 15,3-8 6-15,9-3-3 16,-3-2 0-16,10-7-42 15,0 1 37-15,2-9 5 16,4-1 8-16,0 2-6 16,0-5 24-16,6-5-25 15,0 1 0-15,0 1 0 0,0-9 1 16,0 0-1-16,0 0-2 16,18 0-1-16,16 0 2 15,13 0-2-15,-13 0 8 16,6 0-6-16,1 0 1 15,-13-9-1-15,9-2-14 16,-9-5 11-16,0 4-2 16,-16 7-7-16,0 5-3 15,-12 0-189-15,0 0-34 16</inkml:trace>
  <inkml:trace contextRef="#ctx0" brushRef="#br0" timeOffset="-58800.26">21013 12568 481 0,'0'0'98'0,"0"0"-97"0,0 0-1 0,0 0 26 0,0 0-16 0,0 0 14 0,0-31 54 0,0 23 60 16,0 3-36-16,0 2-82 15,0 3-4-15,0 0 0 16,0 0-15-16,0 0 6 15,0 0-7-15,0 0-4 0,0 0-18 16,0 0-11 0,0 0-35-16,0 0-135 0,-6 0-239 15</inkml:trace>
  <inkml:trace contextRef="#ctx0" brushRef="#br0" timeOffset="-55551.94">21522 12424 357 0,'0'0'113'0,"0"0"-61"0,0 0-8 0,0 0-8 0,0 0-10 0,0 0 14 0,-22 0 42 0,10 0 78 16,12 0-63-16,0 0-41 16,0 0-43-16,0 0-7 15,0 0-10-15,0 0 8 16,0 0-8-16,0 0 5 16,0 0-11-16,0 0 6 15,0 0 4-15,28 0 6 16,-4 0-4-16,-2-12 8 15,12-9 6-15,-15-6 10 16,27-13-19-16,-18-4 6 16,-3 3-13-16,-9 2 0 15,-10 6-7-15,-6 10-8 0,0 7-19 16,0 7 3-16,0 9 30 16,-13 0-15-16,-21 0 6 15,6 0-13-15,4 25-1 16,-11 11 12-16,8 0 11 15,8-5 2-15,3 10 6 16,16-10-6-16,0-6-1 16,0-5-6-16,16-8 2 15,24-5-1-15,1-7-6 16,-10 0 10-16,3 0-15 16,-13 0 8-16,-2 0 4 15,-13 0-1-15,0 0 0 0,4-7 3 16,-4 3-1-1,0 0-59-15,-6 4-26 0,6 0 36 16,-6 0 33-16,0 0 19 16,0 0 14-16,0 0 13 15,0 8 8-15,0 16 44 16,0 8-27-16,0-4-18 16,0 0-29-16,0 5-8 15,0-10 10-15,0 1-14 16,0 1 5-16,0-1 2 15,0-9-7-15,0 1 19 16,0-11-25-16,0-1 28 16,-6-4-3-16,-6 0-5 15,-16 0 82-15,-13 0-83 16,-11 0-3-16,-4 0 39 0,-3 11-9 16,-6 10 8-16,3 2-22 15,3 5 1-15,12 1-15 16,1-9 10-16,30-8-12 15,4-4-5-15,12-3 2 16,0-5-15-16,0 0-27 16,0 3-68-16,0-3 1 15,59 0-96-15,-3 0-15 16</inkml:trace>
  <inkml:trace contextRef="#ctx0" brushRef="#br0" timeOffset="-54207.31">19925 13014 79 0,'0'0'128'0,"0"0"-128"0,0 0 0 0,0 0 0 0,0 0 24 0,0 0 32 0,0 0 99 0,12 83-42 15,-12-83 0-15,0 0 76 16,0 0-39-16,0-7-101 16,0-22-41-16,0-10-8 15,0-9 1-15,0-4-6 16,0-5 10-16,7-3 17 16,5-8-18-16,3 4-2 0,-8-5 4 15,11 5-4 1,-18-4-4-16,0 8 1 0,0 3 0 15,0 10 2-15,0 6-7 16,0 10 7-16,-6-2-1 16,6-3 1-16,0-3-1 15,0-10-3-15,0-11-8 16,0 12 3-16,28 0 8 16,-9 12-6-16,-4 16 0 15,-9 12 5-15,-6 8 1 16,0 0 21-16,0 0 0 15,13 0-21-15,-1 0-8 16,10 0 4-16,6 0-7 16,3-13 17-16,3 5-12 0,-12-4 9 15,2 12-13-15,-11 0 12 16,-4 0-3-16,3 0 1 16,-5 0-5-16,5 0 4 15,22 0 1-15,0-3-4 16,13-10 14-16,5-3-2 15,11 4 4-15,2 1 24 16,9 2-17-16,0-2-5 16,13-2-7-16,-6 10-2 15,12-10-2-15,-6 5-1 16,6 1-2-16,0-2 5 16,-13 9-10-16,13-4 2 15,-12-4 3-15,6-4 9 16,0 9-4-16,-1-10-5 0,1 9 12 15,-6 0-16-15,-7-4 12 16,-9 1-11-16,4 2 8 16,-17-3-10-16,-11 4 8 15,-20 4-3-15,-14 0 0 16,-7 0 1-16,0 0 2 16,0 0-3-16,6 0 14 15,6 0-12-15,10-4-4 16,-3 4 1-16,-13 0-1 15,0 0-39-15,-6 0-76 16,0 0-170-16,-25 0-368 16</inkml:trace>
  <inkml:trace contextRef="#ctx0" brushRef="#br0" timeOffset="-53390.07">19816 12673 85 0,'0'0'183'0,"0"0"-129"0,0 0-17 0,0 0 13 0,0 0-16 15,0 0 44-15,0-5-22 16,0 5 0-16,0 0-11 16,0 0 72-16,0 0 13 15,0 0-77-15,0 0-9 16,0 0-27-16,0 0-6 16,0 0-7-16,0 0-4 15,0 0 8-15,0 5-1 16,22 15 25-16,-9 4 27 15,-1-8-32-15,-6 4-17 16,-6-8-9-16,16 1-1 16,-16-7 0-16,6 11 3 15,0-1-11-15,0 0 8 16,0 4-58-16,-6 0-39 0,10 4-151 16,-10-7-19-16</inkml:trace>
  <inkml:trace contextRef="#ctx0" brushRef="#br0" timeOffset="-52657.12">19798 13214 189 0,'0'0'101'0,"0"0"-77"15,0 0-9-15,0 0 29 0,0 0 45 0,0 0-20 0,0 4 13 0,0-4-6 0,0 8-8 0,0-4 0 0,0 4 5 16,18 0-10-16,29 0-37 16,9 4 28-16,3-7-23 15,21 11 21-15,26-1-10 16,8 1-21-16,7 0 5 16,13-4-17-16,-1-4-4 15,0-8-1-15,29 0-6 16,-10 0 2-16,15 0-1 15,-18 0 1-15,3 0 0 16,-31 0-2-16,-22 0 2 16,3 0-9-16,-27 0-12 15,-10 0-5-15,-19 5-63 16,-5-2-10-16,-20 2-149 16,-8-1-36-16</inkml:trace>
  <inkml:trace contextRef="#ctx0" brushRef="#br0" timeOffset="-51376.01">20499 13791 228 0,'0'0'111'0,"0"0"15"0,0 0-22 0,0 0-48 0,0 0-9 0,0 0-31 0,-59 89-16 16,59-86-7-16,0 14-17 16,0-9 21-16,0 8 3 15,18 4 29-15,4-16 27 0,-3 8 30 16,9-12-2 0,-4 0-29-16,4 0-15 0,-9 0-33 15,-4 0 23-15,10-16-28 16,3-12 34-16,-9-8-7 15,-4 0 0-15,-9-12-23 16,1 7 6-16,-7 2-12 16,6-2-10-16,-6 17 9 15,0 9-40-15,0 6 36 16,0 9-5-16,0 0 8 16,-19 17-12-16,-27 30-17 15,-16 1-17-15,9 9 0 16,6-9 44-16,13-12 4 0,16-8 9 15,18 4 7 1,0-8-15-16,0-8 7 0,0-8-8 16,18-3 1-1,23-5-1-15,-1 0 0 0,-6 0 0 16,-9 0 2-16,3-17 6 16,-16 5 8-16,4-4-16 15,-10 12 15-15,0-8-14 16,-6 12 4-16,0-8 3 15,0 8-11-15,0 0 8 16,0 0-1-16,0 0-1 16,0 0 0-16,12 0-3 0,-5 0-3 15,21 16-2-15,-1 8 10 16,-8-8-7-16,9 5 2 16,-3-1-7-16,-4-1 7 15,-2 6-16-15,-3-2 11 16,-10-7-9-16,-6 4 11 15,0-7 3-15,0 10-1 16,0-7 10-16,-22 5 2 16,-31-1 13-16,-6 0 10 15,4 0 23-15,-17 0 1 16,20 4-18-16,2 0-35 16,3-4-5-16,1 4-15 15,21-7-31-15,-3-2-90 0,16 1-321 16</inkml:trace>
  <inkml:trace contextRef="#ctx0" brushRef="#br0" timeOffset="-50393.87">21407 13716 168 0,'0'0'316'0,"0"0"-303"0,0 0 4 0,0 0 21 0,0 0 26 0,0 0-9 0,-53 39 5 0,41-27 24 0,-10 1 49 0,4 11-45 16,2 4-36-16,-2 16-36 15,-10 12 5-15,9 13-21 16,-3-2 0-16,10-3 7 15,6-3-5-15,6-6 9 0,0-6-10 16,0-1 5-16,0-4 2 16,0-3-14-16,12-2 6 15,16-11-1-15,0-3-12 16,9-9 0-16,-3-13-14 16,0-3 8-16,-6 0 18 15,-3-19 2-15,-3-26 29 16,-16-2-7-16,6-2-9 15,-12 9-10-15,0 13-3 16,0 14 2-16,0 13 5 16,0 0 9-16,-18 0-11 15,-10 13-6-15,3 18 0 0,-3-7-18 16,6 8-64 0,10-16-89-16,0-16-223 15</inkml:trace>
  <inkml:trace contextRef="#ctx0" brushRef="#br0" timeOffset="-38137.08">20545 16315 183 0,'0'0'224'16,"0"0"-189"-16,0 0-3 0,0 0-10 0,0 0-19 0,0 0 59 0,0 0 44 0,0 0-11 0,0 0 5 15,0 3-25 1,0-3-45-16,0 0-25 0,0 0 12 16,0 0 10-16,0 0 25 15,0 0-33-15,0 0 9 16,0 0-17-16,0 0-10 15,28 0 14-15,12 5-15 16,13-5 10-16,0 11-4 0,15-7-11 16,-15 4 10-16,-7-8-7 15,-12 8 2-15,-6-3-49 16,-15-5-10-16,-7 0-65 16,-6 0-129-16,0 0 49 15,0 0-263-15</inkml:trace>
  <inkml:trace contextRef="#ctx0" brushRef="#br0" timeOffset="-37836.26">20545 16315 593 0</inkml:trace>
  <inkml:trace contextRef="#ctx0" brushRef="#br0" timeOffset="-37754.17">20545 16315 593 0,'-248'-72'57'0,"248"72"-23"0,50 0-7 0,9 0 231 0,6 0-172 0,-3 0 38 0,-16 0-83 0,7 0 4 0,-19 11-44 15,13-7 5-15,-20-4-6 16,14 0-17-16,-23 0-4 16,10-20-38-1,-22-12-70-15,-6 0-256 0</inkml:trace>
  <inkml:trace contextRef="#ctx0" brushRef="#br0" timeOffset="-36688.97">20492 16013 575 0,'0'0'97'0,"0"0"15"0,0 0 5 0,0 0-50 0,0 0-32 16,7 0 12-16,27 0-26 0,-6 0 68 0,24 4-49 0,-5 4-9 15,-1-8-13-15,-5 8-4 16,5-8-11-16,-12 0-2 15,7 0 0-15,-10 0-1 16,-4 0-4-16,8 0-26 0,-1 0-16 16,-22-8-86-1,-12-7-267-15</inkml:trace>
  <inkml:trace contextRef="#ctx0" brushRef="#br0" timeOffset="-33907.44">21823 15316 16 0,'0'0'313'0,"0"0"-223"0,0 0-18 0,0 0 0 0,0 0-16 0,0 0-33 0,0 0 48 0,0 0 1 15,0 0 44-15,0 0-55 16,0 0-15-16,0 0-25 15,0 0 13-15,0 0 7 16,0 0-11-16,0 0 11 16,0 0-22-16,0-5 1 15,0 5-12-15,0-3-6 16,0 3-2-16,0-8-8 16,0 4 8-16,6-4-4 15,22 0 1-15,3 3-3 0,3 2-1 16,0-2-15-16,0 5 6 15,-15 0-30-15,-4 0 28 16,-9 5-3-16,-6 26 17 16,0 13 3-16,0 9-2 15,-21-1 1-15,-20 8 1 16,-5-7-4-16,6-14 10 16,8-3-10-16,5-16 8 15,5-12-5-15,22-8 2 16,0 0 0-16,0 0-44 15,0 0-87-15,49 0 116 16,-11-15 15-16,2 7 0 16,-6 8 11-16,-6 0-22 0,-9 0-14 15,-4 0 23-15,-9 11 2 16,-6 1 21-16,0 4 35 16,0 1-25-1,0 7 0-15,0-1 0 0,0 13 10 16,-40 0-12-16,-22 5-1 15,16-5 31-15,-13-8-33 16,6-12 2-16,-3-4-27 16,10-12-2-16,5 0-7 15,1 0-16-15,-7 0-208 16,-5 20-348-16</inkml:trace>
  <inkml:trace contextRef="#ctx0" brushRef="#br0" timeOffset="-30044.1">22356 15740 176 0,'0'0'77'0,"0"0"-53"0,0 0 58 0,0 0 31 0,0 0-62 0,0 0-4 0,0 0 25 0,0 5-4 15,0-2 31-15,0 5-19 16,0 1-25-16,0-1-38 16,-6 12-4-16,-7 0 11 15,7 0 3-15,0 8-1 16,6 5-17-16,0 6 9 15,0 5-17-15,0-8 31 16,0-3-17-16,0-5-12 16,0-12 6-16,0-1-5 0,0-2-3 15,0-13 4-15,0 0-5 16,6 0 11-16,-6 0-17 16,6 0 15-16,7-21-2 15,-7-23-2-15,22-15 29 16,-10-10-26-16,-8-11-5 15,8-9-5-15,-18 1 4 16,0-4-4-16,0 4-6 16,0 12 3-16,0 8 4 15,0 7-5-15,0 17-2 16,0 13-7-16,0 6 1 16,0 17 9-16,0 0 3 15,22 0-13-15,-3 0 5 16,21-7-15-16,13-2 24 0,21-7 1 15,7-4-1-15,6 0 4 16,-1-4-1-16,-5 15 1 16,-22-6-3-16,-6 10-2 15,-7-2-79-15,-12 7-132 16,-28 8-35-16</inkml:trace>
  <inkml:trace contextRef="#ctx0" brushRef="#br0" timeOffset="-29361.12">22765 15484 302 0,'0'0'102'16,"0"0"-49"-16,0 0 18 0,0 0 39 0,0 0-25 0,0 0 11 0,208-88-9 0,-149 88-42 15,9 0-32-15,-15 0-11 16,-13 28-4-16,-15 0 9 0,-25 20-14 16,0 4 14-16,0 0 6 15,-47 12 2-15,1 8-1 16,-13-7-5-16,19-9 32 15,6-12-23-15,21-12-11 16,13-16-7-16,0-8 3 16,0-8-9-16,53 0-8 15,15 0 13-15,19 0 2 16,-6-11 0-16,-16-9-1 16,-13 3 1-16,-18 1-4 15,-6 8 2-15,-15 5-8 16,-13 3-70-16,0 0-145 0,0 0-37 15</inkml:trace>
  <inkml:trace contextRef="#ctx0" brushRef="#br0" timeOffset="-28705.18">21509 16506 227 0,'0'0'131'0,"0"0"-85"0,0 0 102 0,0 0-68 0,0 0-34 0,0 0 9 0,-21-19 44 15,21 19-22-15,0 0 16 16,0 0-56-16,0 0 10 16,0 0 1-16,0 0-14 15,34 0-30-15,59 0 15 0,56 3 31 16,15-3-30-16,19 0 0 16,9 0-11-1,16-3 11-15,6-5-15 0,-13-1-10 16,-8 6-2-16,-26 3-11 15,-40 0-18-15,-28 0-59 16,-30 0-77-16,-51 0-263 16</inkml:trace>
  <inkml:trace contextRef="#ctx0" brushRef="#br0" timeOffset="-27429.31">22002 16899 283 0,'0'0'63'0,"0"0"-62"0,0 0 26 0,0 0 27 0,0 0 17 0,0 0 3 16,-12 61 23-16,12-53-25 16,0-4 7-16,0 0-24 15,0-4-25-15,0 0-23 16,40 0-6-16,1 0 18 16,5 0-12-16,-12-16 11 0,-9-12-4 15,3-5 22 1,-28-3-19-16,0 0 4 0,0 5-19 15,0-2-2-15,0 14-7 16,-28 2-27-16,-12 13-18 16,-7 4-69-16,-12 0-29 15,-3 13 113-15,3 31 37 16,7 12 1-16,18 7 45 16,12-6 32-16,22-9 8 15,0-15-68-15,34-14-16 16,34-19-4-16,-3 0-2 15,10 0-1-15,-7-8 10 16,-28-16 3-16,-15-1-8 16,3 6-1-16,-28 7-21 0,0 4-22 15,0 8 44-15,0 0 5 16,0 0 22-16,0 0-9 16,0 0 27-16,0 8-40 15,0 12-5-15,0 12 4 16,0 4 20-16,12 9-8 15,16-6 2-15,-3 2-7 16,3-2-8-16,0-6-3 16,-9-2 6-16,-13-6-11 15,-6-1 10-15,0-4-5 16,0 4 11-16,0 0 26 16,-34 5 15-16,-4 7 18 15,-24 3-18-15,-3 2-39 0,3 3 1 16,-18-8-10-16,-1-4-8 15,10-4 1-15,2-4-4 16,17-8-30-16,18-4-76 16,0 8-210-16,15-4-297 15</inkml:trace>
  <inkml:trace contextRef="#ctx0" brushRef="#br0" timeOffset="-26780.89">22886 16944 285 0,'0'0'169'0,"0"0"-67"0,0 0-32 0,0 0 41 0,0 0-2 16,0 0-19-16,-102-8-35 15,77 8-13-15,-3 0 20 16,0 16-12-16,-3 8-9 16,3 12-27-16,0 4-3 15,22 17-2-15,-6 2-7 16,12 6 0-16,0 7 4 15,0-12-11-15,0 0 13 16,12-12-15-16,28-4 7 16,13-8-3-16,9 1 2 15,-3-5-7-15,3-13 1 0,-3-2-13 16,-12-13-1-16,-13-4-30 16,-22 0 44-16,-6-24 7 15,-6-17 6-15,0-3 7 16,0 8 8-16,-12 8 0 15,-28 16-15-15,27 12 0 16,-21 0-3-16,0 12 28 16,-6 37-31-16,-1 3 0 15,10-1-7-15,16-6 7 16,15-25-82-16,0-20-262 16</inkml:trace>
  <inkml:trace contextRef="#ctx0" brushRef="#br0" timeOffset="-17704.08">22703 14265 190 0,'0'0'181'0,"0"0"-108"0,0 0-68 0,0 0 2 0,0 0 16 0,0 0 47 0,0 0-21 16,0 0-13-16,0 0-32 15,0 0 6-15,0 0 5 16,0 0 4-16,0 0 10 16,0 0 14-16,0 0 87 15,0 0-65-15,0 0 0 0,0 0-55 16,0 0 17-16,0 0-12 15,0 0 6-15,0 0 12 16,0 0 7-16,0 0-24 16,0 0-12-16,0 0 0 15,0-4 3-15,0-9-12 16,16-10 10-16,36-5-2 16,17-16-1-16,-10 0-4 15,9 3 2-15,-16 10-9 16,-5-2-15-16,-1 9-77 15,-5 1-44-15,-7-2-161 16,-28 25-25-16</inkml:trace>
  <inkml:trace contextRef="#ctx0" brushRef="#br0" timeOffset="-17271.04">22824 13908 650 0,'0'0'96'0,"0"0"-6"0,0 0-4 16,0 0-41-16,0 0-22 0,0 0 0 0,6 0-11 0,-6 0-12 0,0 8-3 0,0 8-121 0,0 12-176 16,0 5-194-16</inkml:trace>
  <inkml:trace contextRef="#ctx0" brushRef="#br0" timeOffset="-16887.32">23308 14405 532 0,'0'0'278'16,"0"0"-150"-16,0 0-68 15,0 0-42-15,0 0-18 0,0 0-63 16,-22 0-154-16,22 0-24 16,0 0-72-16</inkml:trace>
  <inkml:trace contextRef="#ctx0" brushRef="#br0" timeOffset="-16105.58">23655 13627 102 0,'0'0'487'0,"0"0"-445"0,0 0-2 0,0 0 65 0,0 0 9 0,0 0-44 0,-34 9-19 15,34-9-26-15,0 0 10 16,0 0-32-16,0-9 15 15,46-7-17-15,1-8 7 0,0 20-8 16,-7 0-3-16,-6 4-16 16,-9 0-25-16,-10 24 21 15,-15 17 10-15,0-2 9 16,0-6 4-16,0-10-2 16,0-7-5-16,0 4-1 15,-15-15 6-15,15 3 4 16,0-8-9-16,0 8-11 15,0-8-1-15,0 15-21 16,34 1 36-16,-12 1-5 16,2-1 5-16,-17-8-7 15,-7 4 11-15,0-1 22 0,0 6 61 16,0-1-8-16,-31 20-42 16,-44 5 47-16,7 2-46 15,-3 1-12-15,-10-3-22 16,7-5-49-16,27-12-143 15,7-4-481-15</inkml:trace>
  <inkml:trace contextRef="#ctx0" brushRef="#br0" timeOffset="-15155.56">23140 18015 346 0,'0'0'625'0,"0"0"-598"0,0 0-19 0,0 0 48 0,0 0-36 0,0 0-4 0,279 48-16 0,-226-44-6 16,-19-1 1-16,-6-3 2 16,-15 5-1-16,-1-1-14 15,-3 0-13-15,-9-4-57 16,0 0-145-16,0 0-118 16</inkml:trace>
  <inkml:trace contextRef="#ctx0" brushRef="#br0" timeOffset="-14907.27">23494 17710 865 0,'0'0'289'0,"0"0"-234"16,0 0-8-16,0 0-47 15,0 0-7-15,0 0-51 16,12 0-73-16,-12 0-153 16,0 0-154-16</inkml:trace>
  <inkml:trace contextRef="#ctx0" brushRef="#br0" timeOffset="-14606.51">23140 18435 782 0,'0'0'251'0,"0"0"-251"16,0 0 0-16,0 0-57 16,0 0-48-16,0 0 55 15,13 0 20-15,5 0-107 16,-18 0-23-16,16 0-153 15</inkml:trace>
  <inkml:trace contextRef="#ctx0" brushRef="#br0" timeOffset="-13907.85">23956 17842 626 0,'0'0'197'0,"0"0"-92"0,0 0-32 0,0 0-39 0,0 0-24 0,0 0-7 0,31-40 27 0,3 32-24 0,-6 8-6 0,6 0 0 16,-15 0 7-16,2 0-15 15,-8 0 20-15,-13 24-9 0,0 4 6 16,0 5 19-1,0-6-23-15,0-2-5 0,0-10-4 16,0-7-18-16,0-8 9 16,0 5-7-16,0 3 15 15,0 0-16-15,6 4 20 16,6 4-1-16,22 0 0 16,-12-1 2-16,-3 6 0 15,-13-1 0-15,-6-8 3 16,0 16 23-16,0-1 25 15,-6-2 24-15,-69 11-55 16,4-12 5-16,-16-7-17 16,7-9 4-16,5-8-12 15,22 3-12-15,26 14 3 0,-8 14-78 16,23 10-178-16,0 3-334 16</inkml:trace>
  <inkml:trace contextRef="#ctx0" brushRef="#br0" timeOffset="-13025.57">24210 16723 394 0,'0'0'105'0,"0"0"-96"0,0 0 6 0,0 0 6 0,0 0 21 15,0 0 7-15,-9-24 59 16,9 20-51-16,0 4 41 0,0 0 26 16,0 0-26-16,0 0-23 15,0 0-38-15,22 0-19 16,18 0 0-16,19-8-13 15,-7 1-1-15,10-1-8 16,-9-5-4-16,-13 1 5 16,-5 1-31-16,-17 6-4 15,-18-3-73-15,0 0-11 16,0-4-124-16,0-4-183 16</inkml:trace>
  <inkml:trace contextRef="#ctx0" brushRef="#br0" timeOffset="-12825.89">24247 16343 962 0,'0'0'43'15,"0"0"-10"-15,0 0 6 16,0 0-28-16,0 0 32 15,0 0-37-15,310-41-6 0,-257 29-86 16,-6 4-231 0,-41 8-222-16</inkml:trace>
  <inkml:trace contextRef="#ctx0" brushRef="#br0" timeOffset="-9928.1">25773 16025 552 0,'0'0'25'0,"0"0"-25"0,0 0-5 0,0 0 5 0,0 0 39 0,0 0 10 0,12 0 29 0,4 0-16 0,-16 0 64 16,0 0-36-16,6 0-54 15,0 0-19-15,0 8-13 16,16 20 8-16,3 1-11 15,-13 7 5-15,16-8-2 16,-6 4-6-16,-10-5 4 0,1-6-2 16,15-12 5-1,-22 2 0-15,22-11 21 16,-28 0-24-16,12 0 15 16,7 0-6-16,-4-36 7 0,10-28-9 15,-9-24 0-15,-16 3-9 16,0-10-2-16,0-2-19 15,0 9-8-15,0-1 26 16,0 6 3-16,0 2-6 16,0 5 11-16,0 4-6 15,0 11 2-15,0 17-2 16,0 8-3-16,0 13 4 16,18-2-1-16,22-7-2 0,7 0 1 15,12-8 1-15,31 0-3 16,9 7 4-16,6 2-1 15,16 15-5 1,-12 8 6-16,3 3-2 0,-10 1-44 16,-31 4-184-16,-24 0-235 15</inkml:trace>
  <inkml:trace contextRef="#ctx0" brushRef="#br0" timeOffset="-9244.23">26536 15568 295 0,'0'0'182'0,"0"0"-122"0,0 0 24 0,0 0 13 0,0 0-2 0,0 0 0 16,238-44-15-16,-176 32-50 15,-15 4 3-15,6 8-15 16,-32 0-18-16,-8 4 8 16,-13 45-18-16,0 14 10 15,-62 26-16-15,-3-1-15 16,-4 9 31-16,10-10 3 15,13-7 9-15,12-19 37 16,28-17-6-16,6-28-5 16,0-16-37-16,80 0-2 15,26-36 2-15,27-20-2 16,10-9 2-16,-4 26-2 16,-5 11-5-16,-26 20-41 15,-37 8 9-15,-30 0-21 0,-35 3-84 16,-6 21-259-16</inkml:trace>
  <inkml:trace contextRef="#ctx0" brushRef="#br0" timeOffset="-8678.18">25853 16615 585 0,'0'0'212'0,"0"0"-18"0,435-32-70 0,-228 4-30 0,13-4-52 0,1-1-40 0,-7-3 2 0,-35 8-4 16,-5 0-26-16,-53 12-117 0,-53 16-262 15</inkml:trace>
  <inkml:trace contextRef="#ctx0" brushRef="#br0" timeOffset="-6080.17">26102 17124 169 0,'0'0'45'0,"0"0"42"0,0 0 102 0,0 0-82 0,0 0-64 0,0 0-6 16,-41 0 4-16,41 0 51 15,0 0 75-15,0 0-82 16,0 0 23-16,0 0-55 0,0 0-38 16,0 0-14-16,0 0 0 15,0 0 13-15,0 0-10 16,0 0-8 0,0 0 8-16,0 0-4 0,59-7 3 15,16-9 8-15,-4 3-11 16,19-2 0-16,-31 7 0 15,-19 3 3-15,-21 5-9 16,2 0 7-16,-21 0-7 16,0 20 12-16,0 12-9 15,0 9 3-15,-34-2-3 16,6-2-13-16,-3-1-1 16,16-12 17-16,2-4 0 15,13-4-5-15,0-4-9 0,0-8 2 16,47-4-54-16,6 0 32 15,9 0 25-15,-16 0 5 16,1 0 1-16,-35 0 2 16,4 0 1-16,-10 12 9 15,-6 8 59-15,0 4-28 16,0 9-12-16,0-5-20 16,-41 11-2-16,-45 13-6 15,-35-4-30-15,-13 9-49 16,-5-9 33-16,24-8 39 15,34-3-16-15,35-22-24 16,40-11-97-16,6-4-131 16</inkml:trace>
  <inkml:trace contextRef="#ctx0" brushRef="#br0" timeOffset="-5381.79">26942 17032 625 0,'0'0'111'0,"0"0"-89"0,0 0 31 0,0 0 6 0,0 0-59 0,0 0 0 0,68 0 24 16,-28-8 30-16,1 8-13 15,5-4-10-15,-6 4 15 16,-9 0-19-16,-15 0-22 16,-16 0 1-16,0 36-6 15,0 25 31-15,0 26 12 16,-62 10-33-16,15 7-7 16,-5-7 0-16,5-22 5 0,19-11-14 15,28-28 12-15,0-7-12 16,0-9-15-16,62-16 14 15,10-4 3-15,30 0 1 16,3-17-2-16,-2-19 10 16,-4 8-3-16,-18 1-2 15,-29 10-3-15,-18 6-57 16,-21 3 19-16,-13 8-19 16,0 0-97-16,0 0-33 15,-47 0-314-15</inkml:trace>
  <inkml:trace contextRef="#ctx0" brushRef="#br0" timeOffset="-3733.14">29174 16855 238 0,'0'0'195'0,"0"0"-105"0,0 0-35 0,0 0-22 0,0 0 2 0,0 0-12 0,62 17 28 0,-49-13 14 16,-13 0 84-16,0-4-64 15,0 0-12-15,0 0 0 16,6 0-19-16,6-20-27 16,16-37 3-16,13-35-1 15,11-28-14-15,23-12-2 16,5-9-5-16,7 9-14 15,-6 12 6-15,-10 12-15 16,-9 23-20-16,-15 32 7 16,-13 42-15-16,-10 11-31 0,-2 47-28 15,-9 50 102 1,-7 24-3-16,-6 7 12 0,0-7-11 16,0-1 4-16,0-16-4 15,0-12-37-15,0-12-76 16,0-16-114-16,0-11-70 15</inkml:trace>
  <inkml:trace contextRef="#ctx0" brushRef="#br0" timeOffset="-3482.98">29584 16547 1173 0,'0'0'41'0,"0"0"-14"0,0 0 4 0,0 0-3 0,359-64-20 0,-266 48-8 0,-6 3-15 0,-6 5-62 16,-29-4-149-16,-30 4-530 15</inkml:trace>
  <inkml:trace contextRef="#ctx0" brushRef="#br0" timeOffset="-2834.18">29422 15565 278 0,'0'0'435'16,"0"0"-300"-16,0 0 16 15,0 0-41-15,-347 164-9 16,248-73-71-16,3 34 18 15,3 4-17-15,18 7 6 0,23-3-35 16,33-6 4 0,19-10-6-16,0-21-3 0,59-4 2 15,43-12 0 1,16 1-8-16,15-5 10 0,22-4-4 16,7-16-9-1,5-12 11-15,13-24-16 0,6-20-2 16,9-8 4-16,4-68 13 15,2-36-7-15,-15-33 18 16,-18-23-7-16,-35-8 4 16,-46-9-2-16,-65 1 1 15,-22 11-10-15,-34 9 5 16,-72 19-16-16,-21 25-13 16,-16 35-20-16,-21 38 46 0,-13 43 2 15,-9 4-6 1,0 60 5-16,13 33-86 0,5 23 7 15,1 12-10-15,21 13-105 16</inkml:trace>
  <inkml:trace contextRef="#ctx0" brushRef="#br0" timeOffset="-886.45">2825 13282 431 0,'0'0'79'0,"0"0"-75"0,0 0 0 0,0 0 22 0,0 0 20 0,0 0 42 0,40-68 95 0,-40 56-45 0,0 4-59 15,0-4-15-15,-12 8 7 16,-29 0-50-16,7 4-2 16,3 0 3-16,-18 0-10 15,-10 0-3-15,-10 4-4 16,-17 16 1-16,-7 12-5 15,-13 0-2-15,-9 8 3 16,10 12-4-16,-22 9-8 0,0 19 10 16,0 12 3-16,-22 24-2 15,22 13-2-15,27 11-3 16,20 8-3-16,61-15-17 16,19-5 24-16,0-15-10 15,118-10 0-15,59-6 7 16,27-17 0-16,20 5-2 15,-32-18-16-15,3-3 20 16,10-23-15-16,9-17 11 16,40-12 9-16,7-12-4 15,21-28 2-15,-3-44 1 16,-31-25 12-16,-22-22-14 16,-37-27 2-16,-61-18 6 15,-23-16-15-15,-49-8 17 16,-50 6-17-16,-6 7 6 0,-93 14-22 15,-75-4-54-15,-80 1-67 16,-40 12-140-16,-31 15 283 16,-10 45 12-16,56 52 17 15,38 40 126-15,42 48 9 16,26 80-100-16,6 32-31 16,68 33-33-16,40-4-43 15,37-1-335-15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02T23:18:51.9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7544 14497 245 0,'0'0'61'0,"0"0"-27"0,0 0 46 0,0 0-6 0,0 0-2 0,0 0-44 0,0 0 6 0,0 0-5 0,0 0 45 0,0 0-12 15,0 0 39-15,0 0-61 16,0 0-10-16,0 0-18 16,0 0-1-16,0 0 13 15,0 0-13-15,0 8 16 16,0-8-24-16,0 0 12 15,0 0-6-15,0 0-13 0,0 0 9 16,0 0-5 0,0 0 14-16,0 0 22 0,0 0-4 15,0 0-26-15,0 0 17 16,0-28-20-16,28-8 6 16,6-16-3-16,12-17-3 15,13-3 0-15,3-11 0 16,-3-2 10-16,0-7-12 15,-3 0 2-15,9 0 3 16,-3-4-11-16,-3-1 17 16,9 5-18-16,-3 7 9 15,10-3-5-15,-10-4 2 16,22 0 0-16,0-4-1 16,-7 4 6-16,-5 4-9 0,-16 23 12 15,-19 22-14-15,-6 2 12 16,-12 8-12-16,9-14 5 15,9-6-6-15,6-14-2 16,23-6-1-16,-10 17 3 16,-13 16-6-16,-18 24-3 15,-22 16-107-15,-6 0 26 16,0 36-118-16,-40 16-38 16</inkml:trace>
  <inkml:trace contextRef="#ctx0" brushRef="#br0" timeOffset="1245.86">7590 14538 188 0,'0'0'0'0,"0"0"-1"0,0 0-10 0,0 0-8 0,0 0-84 0,0 0 91 0,-18-21 12 16,5 21 39-16,-2 0 61 15,9 0-48-15,6 0-40 0,0 0-12 16,0 0 0 0,0-3 13-16,-19-6 22 15,13 9 53-15,-10 0 32 0,16 0-27 16,0 0-26-16,0 0-24 15,0 0-13-15,0 0-30 16,0-8 9-16,0 8-8 16,0-3 1-16,0 3 14 15,0 0 6-15,0 0 40 16,0 0 0-16,0 0-33 16,0 11-10-16,41 22 14 15,11-10-26-15,-5 2 8 16,9-1-22-16,-4-1 15 0,-11 2-3 15,5 3-2 1,1 8 18-16,-1 4-4 0,7 0 11 16,-3-4 0-16,9 5-25 15,-7-10-6-15,10-7 13 16,-3 1-11-16,-12 3 10 16,5-8 1-16,-11 12-2 15,-1-1 7-15,13 2 0 16,-13 0-10-16,28 6 8 15,-9-6-5-15,3-2-7 16,-3 2 8-16,3-5-14 16,-3-4 8-16,-12 7-5 0,5-3 2 15,-11 1 0 1,-1-1 0-16,0-8 3 0,-6-4-8 16,-9-4 15-16,-3 0-16 15,-10-4 18-15,10 0-18 16,-3 16 9-16,8 1-3 15,-2-10 9-15,-3 17-7 16,6-7 1-16,-10-9 3 16,10-1-12-16,-3 1 17 15,3 1-14-15,12-1 7 16,-21 0-3-16,3-1-1 16,-10 2 11-16,0-9-11 15,-5-8 8-15,8 11-17 16,-2-6 18-16,8 3-8 15,4 8 1-15,3 4 17 0,-3-8-19 16,-3-1 8-16,-4-6-8 16,-9 7 0-16,-9-8-1 15,0-4-11-15,0 0 1 16,0 0-45-16,0 0-47 16,0 0-282-1</inkml:trace>
  <inkml:trace contextRef="#ctx0" brushRef="#br0" timeOffset="4043.52">9150 12432 111 0,'0'0'203'0,"0"0"-203"0,0 0-24 0,0 0 23 0,0 0 1 0,0 0 12 16,0-32 23-16,0 32 98 16,6 0-13-16,1 16-66 15,-1-8-12-15,0 0-29 16,9-4 14-16,4-4-10 16,3 4-10-16,-10-4 51 15,1 17 1-15,8-10 19 16,-2 9-39-16,9 8 11 15,-3-7-30-15,9 2-4 0,6 1-9 16,-6-4-7-16,19 1 5 16,-7-1-3-16,1-1-2 15,-7 6 3-15,7-9-7 16,-7 12 8-16,6-4-7 16,1 4 6-16,9-9-3 15,-4 2 0-15,1 4-1 16,0-6-1-16,3 1 4 15,-4-4-9-15,1 8 18 16,-6-3-20-16,-1 3 15 16,1-1-12-16,8 9 12 15,-14-3-5-15,12-1-1 0,12 7 2 16,-10-6-7 0,11-1 10-16,-14 0-12 15,10 0 17-15,-15-8-23 16,5 4 22-16,-5-4-18 0,0-4 15 15,-13 12-6-15,0-7 0 16,0 2 4-16,-3-2-12 16,3-6 18-16,6 1-19 15,1 4 19-15,-7-4-16 16,0 12 8-16,-9 1-4 16,2-1-2-16,-14-4 4 15,15 0-2-15,-10-4 9 16,-11-5-15-16,27 6 16 15,-13-9-13-15,4 12 18 16,-3-4-24-16,-3-4 11 0,-4-4 0 16,-3 0 7-16,1 0-5 15,-7-5-2-15,-6 6 3 16,0-5-11-16,16 0 21 16,-10 4-13-16,0-3 23 15,6 10 18-15,4-7-21 16,-4 8-17-16,1-8-3 15,2-4 7-15,-2-4-13 16,-7 0 13-16,0 4-14 16,-6-4 14-16,0 0-8 0,0 4 2 15,0-4 20 1,0 4 6-16,0-4-14 0,0 0-5 16,0 0 2-16,0 0-20 15,0 0 4-15,0 0-9 16,0 0-47-16,0 0-89 15,0 0-283-15</inkml:trace>
  <inkml:trace contextRef="#ctx0" brushRef="#br0" timeOffset="12602.14">9659 15986 331 0,'0'0'73'0,"0"0"-38"0,0 0-29 0,0 0-6 0,0 0 0 0,0 0 0 15,0 0 23-15,0 0 12 0,0 0 30 0,0 0-7 16,0 0-6-16,0 0-32 15,0 0-17-15,0 0 8 16,0 0-20-16,0 0 21 16,0 0-19-16,0 0 7 0,0-5-1 15,0-7 1-15,0 1 7 16,0-6 14 0,6-2-17-16,12 2-8 0,-5 1 8 15,2 8-9-15,-8 0 20 16,-7 4-13-16,12 4 2 15,-12-8 82-15,0-3-28 16,6-6-34-16,3-3-15 16,4 4-3-16,-1 3-12 15,-6 2 21-15,10 3-30 16,-10-1 30-16,7-2-24 16,-1-5 12-16,3-4-3 15,4-5 0-15,-13 9 6 16,22-7-14-16,-15 7 22 15,14 4-23-15,-14-1 14 0,-7 5-7 16,3 0 4 0,4 0 16-16,-7 1-4 0,0-1 1 15,7 0-4-15,2-1-4 16,-3-7-11-16,10 0 17 16,3-4-16-16,-3 0 5 15,3 4-2-15,-10-4 0 16,-3 0 2-16,1 8-11 15,2 0 20-15,-8 4-21 16,-1 0 20-16,0-4-4 16,6-4 4-16,10-4-20 15,-3-1 11-15,2 1-1 16,-2 1 2-16,3-1-1 16,-10-1-1-16,0 1 5 15,10 4-13-15,-9 4 16 0,-1 1-12 16,10-10 13-16,12-3-12 15,-9 0 3-15,15-9-1 16,-12 2-5-16,-3-1 12 16,3 12-12-16,-1 0 18 15,-14 7-19-15,-1 2 19 16,-6 2-17-16,4-2 8 16,2-2-4-16,1-10 1 15,14 3 0-15,14-1-6 16,-16-10 19-16,9 10-25 0,-13-3 19 15,-8 0-14 1,5 12 14-16,-2-12-10 0,-4 8 6 16,1-4-4-16,2 0 1 15,4-1 0-15,-7 6-6 16,10-6 14 0,-10 10-12-16,-5-14 9 0,8 17-10 15,-9-4 9-15,7 1-4 16,-7-5 1-16,0-1 0 15,10-3 10-15,-4-7-4 16,10-6-12-16,-4 10 17 16,-5-2-21-16,-7 9 18 0,3 0-9 15,-3-1 6-15,1 2 20 16,-1-1 16-16,0-8-33 16,16-1-7-16,-16 10 11 15,12-1-26-15,-11 0 20 16,-7-1-16-16,15 6 8 15,-15-1 1-15,6 4 0 16,1-5 0-16,-1 1-2 16,0-4 8-16,9 0-17 15,-8 1 24-15,-1 2-21 16,6 1 12-16,-12 1-8 16,10-2-4-16,-4-3 7 15,12 1-2-15,-11-6 6 16,8 6-6-16,-15-2 15 15,12 1-14-15,1 8 15 0,-13-4-24 16,0 8 16-16,15 0-5 16,-8-1 0-16,-1-3 1 15,-6 5-5-15,0-1 12 16,18-4-18-16,-11 0 22 16,-7 0-18-16,21 0 13 15,-14 0-11-15,-1-1 4 16,9-2 0-16,-9 6-3 15,7-10 10-15,-7 10-15 16,0 2 19-16,4-5-7 16,-4 8 3-16,0-5 8 15,0 2-12-15,0-5-2 16,-6 8-1-16,0-9 0 0,0 9-8 16,0 0 17-1,0 0-12-15,0 0 14 0,0 0-13 16,0 0 19-16,7 0-27 15,-1-3 10-15,-6-10 0 16,9 5-8-16,-3 1 19 16,-6 7-26-16,0 0 2 15,0-8 2-15,0 3-137 16,0 2-364-16</inkml:trace>
  <inkml:trace contextRef="#ctx0" brushRef="#br0" timeOffset="16249.2">9302 13005 202 0,'0'0'57'0,"0"0"29"0,0 0-37 0,0 0-49 0,0 0-13 0,0 0-17 0,0 0-15 0,0 0 45 0,0 0 28 0,0 0 68 16,0 0-7-16,0 5-18 15,0-1-22-15,0-4-12 16,0 0 0-16,0 0-31 16,0 0-12-16,0 8 1 15,0 3-4-15,6 6 18 16,10 2-5-16,-16 9 17 15,0-7 15-15,0 11-14 16,6-16-16-16,0 12-6 0,7-8-37 16,2-4-9-1,-15 8-12-15,19 1-15 0,-13-10-48 16,-6 9-103-16</inkml:trace>
  <inkml:trace contextRef="#ctx0" brushRef="#br0" timeOffset="16637.32">9429 13780 484 0,'0'0'109'0,"0"0"-102"0,0 0-7 0,0 0 0 0,0 0-6 16,0 0 3-16,-25 136 2 0,25-112-3 15,0-4 4-15,0 0 3 16,-9 1-3-16,3 2-28 16,0 1-36-16,6 1-73 15,-7-2-62-15</inkml:trace>
  <inkml:trace contextRef="#ctx0" brushRef="#br0" timeOffset="16999.29">9429 14381 344 0,'0'0'5'16,"0"0"-1"-16,0 0 3 15,0 0 63-15,0 0 25 16,0 0-8-16,40 93-15 15,-33-73-9-15,-7 3 23 16,6-2-74-16,-6-13-6 0,15 7-6 16,-15 1-16-16,0-7-52 15,0 10-36 1,0-2-51-16,0-6-159 0</inkml:trace>
  <inkml:trace contextRef="#ctx0" brushRef="#br0" timeOffset="17305.47">9538 14990 413 0,'0'0'62'0,"0"0"-58"16,0 0 29-16,0 0-22 16,0 0 3-16,0 0-15 15,0 182 4-15,0-163 6 16,6 1-9-16,0 0-1 15,-6-12-14-15,0 0-108 16,0-3-134-16</inkml:trace>
  <inkml:trace contextRef="#ctx0" brushRef="#br0" timeOffset="17850.05">9671 15488 321 0,'0'0'120'0,"0"0"-42"0,0 0-6 0,0 0-16 0,0 0-2 16,0 0-26-16,0 28 15 15,0-12-10-15,0-8 10 16,0 9-35-16,0-6-2 15,0 1-2-15,0 1-8 16,0-2-23-16,0 5-14 16,0-4-49-16,0-4-93 15,0-8-301-15</inkml:trace>
  <inkml:trace contextRef="#ctx0" brushRef="#br0" timeOffset="19014.43">9671 15733 277 0,'0'0'104'0,"0"0"2"0,0 0-61 0,0 0-34 0,0 0 15 0,0 0-24 0,-6 36-2 0,6-36 0 16,0 4 13-16,0 4-3 16,0 4 24-16,0 8 7 0,0 4 20 15,0 0 3-15,0 4-1 16,0 5 13-16,0-14-59 16,0 1-1-16,0-4-14 15,0 1-4-15,6-9 7 16,0 12-10-16,0-4 6 15,1 4-1-15,-7-1 11 16,0 6 6-16,0-1-8 16,0 0-1-16,0 0-14 15,0-4 6-15,0 4-5 0,0 1 2 16,15-10 3 0,-9 17-5-16,-6-4 11 0,7 0-1 15,-7 5 10-15,12-6 2 16,-12 1-13-16,0-3-8 15,0-1 11-15,6-4-9 16,3 3 3-16,-9-2-2 16,0 2-1-16,0 2-5 15,0-5 2-15,0 1 10 16,0 2-15-16,0 1 20 16,0 1-18-16,13-2 8 15,-7 1-5-15,-6-4 5 16,6 1 4-16,-6-1-4 0,6 4-1 15,-6 4-2-15,7-5 6 16,-7 2 0-16,0 7-3 16,0-4 1-16,0 0-1 15,0 0 0-15,0-4-3 16,0-4 4-16,0 0-6 16,0 4 10-16,0 1-10 15,0 3 10-15,0-5-7 16,9 1 8-16,-9 1-2 15,6-9-4-15,-6 4 0 16,6-4-3-16,-6 4 9 16,0 0-10-16,0-4 10 15,0 0-10-15,0 1 12 16,7-2-16-16,-7 6 13 0,0 2-5 16,0-2 4-16,0 2 2 15,0 5 2-15,0-12-8 16,0 0 14-16,0 1-13 15,12-1 5-15,-3 4-3 16,-3 8 11-16,-6 8-10 16,0 0 7-16,0 4-2 15,0 0-1-15,0-12-10 16,0-4 7-16,0-12-10 16,0-12-15-16,0 0-40 15,0-48-281-15</inkml:trace>
  <inkml:trace contextRef="#ctx0" brushRef="#br0" timeOffset="21628.68">9082 10251 76 0,'0'0'257'0,"0"0"-177"0,0 0-6 0,0 0-64 0,0 0-6 0,0 0 5 0,0 23 4 0,0-23 47 0,0 5-10 0,0 3 15 16,0 4-3-16,0-4 3 15,0 0-23-15,0-5-34 16,0-3-8-16,0 0-6 16,0 0 5-16,0 0-4 15,0 0-2-15,0 8 14 16,0 4 14-16,0 1 21 15,0-5-23-15,0 12-8 16,0-4-9-16,0 0-4 0,0 4 5 16,0-4-7-1,0 8 8-15,6-8-2 0,10 8 7 16,-10-4-13-16,6 0 4 16,1 4 0-16,-4-4 11 15,-9 0-7-15,6 4-8 16,-6 1 8-16,0 3 1 15,0-1-3-15,0-2-2 16,0 6 2-16,0-2 1 16,6 3 8-16,-6-8 4 15,0-4-4-15,7-4-10 16,-1-8-2-16,0 9 7 16,0-6-6-16,-6 9 6 15,9 4-9-15,-2-4 3 16,-7 5 0-16,6 2 0 0,0 1 0 15,0 5 0-15,-6-10 7 16,16 2-7-16,-10-9 0 16,0 0 0-16,-6 4 6 15,13 0-8-15,-7-1 2 16,0-2 0-16,3-4-10 16,-9 2 22-16,0 6-12 15,0-2 3-15,0 1 18 16,0 5-5-16,0 2 25 15,0 1-36-15,0-3 1 16,0-5-6-16,0-9-2 16,0 2-5-16,0 2-22 0,0-2 19 15,0-1-8-15,0 4 14 16,0-5 8-16,0 14-9 16,0-5 5-16,0 1 0 15,0 6 11-15,0-3-10 16,0-3 9-16,0-6-1 15,0 1-11-15,0-3 7 16,0-6-10-16,0-3 1 16,0 8 4-16,0 1 0 15,0 2 9-15,0 6-12 16,0-1 8-16,0-1-1 16,-9-7 10-16,9-4-23 15,0 0 13-15,0-8-8 16,0 0 0-16,0 8-3 15,0-3-1-15,0 2 10 0,0 6-9 16,-6 3 14-16,0-1-15 16,6 10 23-16,-13-1-20 15,13-8 6-15,-6 0-1 16,6-8 0-16,0 8 0 16,0-8-6-16,0 0 11 15,0-4-13-15,0 4 16 16,-6-4-16-16,6-4 10 15,0 4-4-15,0-4 0 16,0 0 2-16,0 5 0 0,0-5 0 16,0 3-4-16,0 2 14 15,0 2-16-15,-16 6 14 16,16-2-16-16,0 5 10 16,-6 12-2-16,6-3 4 15,-6 14 3-15,6-14 3 16,0 3-7-16,0-4-6 15,0-12 5-15,0-1-3 16,0 6 2-16,0-5-2 16,0 3 0-16,0-6 1 15,0 3 0-15,0-12-21 16,0 0-8-16,12-21-113 16,16-23-122-16,-15-20-363 15</inkml:trace>
  <inkml:trace contextRef="#ctx0" brushRef="#br0" timeOffset="22944.39">8648 9737 95 0,'0'0'176'0,"0"0"1"0,0 0-47 0,0 0-49 0,0 0-24 0,0 0-26 0,0 0 16 0,0 8 22 0,0-8-8 15,0 0-23 1,0 0 15-16,0 0-41 0,12 0 10 16,10 0-16-1,3 0-5-15,15 0-1 0,7-16 0 16,2-16 3-16,4-4 9 15,-13-13-15-15,7 2 6 16,-13-10-2-16,-3 1-1 16,-10 17-1-16,-8 2-19 15,-13 8 14-15,0 18 5 16,0-9-17-16,0 12 9 16,0-4 4-16,-25-1-35 15,-3 5 7-15,-6 5 22 16,6 3 9-16,-3 0-20 0,-3 0-13 15,6 11 16-15,-3 30 9 16,9 3-14-16,10 9 21 16,-3-2 3-16,15 1 48 15,0-3-14-15,0-10-12 16,9-2-16-16,44-5-5 16,-7-9 5-16,13 15 0 15,3-11 1-15,-3 1-6 16,3-4 11-16,-16-12-7 15,1-3-10-15,-1-9-6 16,-5-9-62-16,-1-35-120 0,-9-20-100 16</inkml:trace>
  <inkml:trace contextRef="#ctx0" brushRef="#br0" timeOffset="51473.79">8880 11121 53 0,'0'0'28'0,"0"0"2"0,0 0 15 0,0 0 6 0,0 0 4 0,0 0-8 0,0 0 1 0,0 0-32 0,0-9-8 16,-6 6-5-16,6-2-3 16,0 2-4-16,0-5-16 15,0 0-31-15,22-1 8 16,12-7-22-16,-3 13-58 15,-9-2 78-15,-10 1 37 16,-6 4 3-16,0 0 10 16,-6-4 6-16,10 0 38 0,-10-4-49 15</inkml:trace>
  <inkml:trace contextRef="#ctx0" brushRef="#br0" timeOffset="51536.49">8880 11121 131 0,'162'-125'211'16,"-156"117"-211"-16,3 5-28 0,-9-2-143 15</inkml:trace>
  <inkml:trace contextRef="#ctx0" brushRef="#br0" timeOffset="52752.24">9076 10940 319 0,'0'0'55'0,"0"0"-39"16,0 0-16-16,0 0 8 15,0 0-17-15,0 0 9 0,0-8-3 16,0 8 6-16,0 0 38 16,0 0 53-16,-7 0-25 15,-5 0-40-15,-3 0-5 16,2 0 30-16,7 0-32 16,0 0 1-16,-4 0-18 15,10 0-4-15,0 0 5 16,0 0-6-16,0 0 12 15,-6 0 10-15,-6 0 32 16,-10 8-28-16,-3 1-2 16,4-1-20-16,2-1 9 15,-3 1-8-15,10-4 6 0,-7 0-3 16,4 1-7-16,2 3 17 16,1-5-12-16,-3 13-5 15,2 4 9-15,-5-4-20 16,2-4 20-16,10 1-15 15,0-5 9-15,-7-4-4 16,7-4 20-16,-3 8-17 16,9-5 7-16,0 10-3 15,-6-1-11-15,-1 4 20 16,1-5-29-16,6 6 23 16,-6-6-14-16,0-2 4 15,-4-5 0-15,10 4-3 16,0 4 7-16,0 4-11 15,0 7 22-15,-12-2-23 16,12-1 18-16,0-8-17 0,0 1 7 16,0-10 0-16,0 9-2 15,0-4 7-15,0 5-13 16,0-5 13-16,0 7-14 16,0 1 18-16,0-4-14 15,0 4 14-15,0-11-17 16,0 3 10-16,0-5-2 15,0-3 0-15,0 4 4 16,0 1-15-16,0-5 22 16,0 11-20-16,12 5 20 15,10-4-18-15,-3 4 9 16,2-8-2-16,4 9 0 16,-3-9 1-16,-3 0-10 15,8-8 16-15,-5 4-15 16,-3-4 16-16,9 0-15 0,-16 4 15 15,7-4-9-15,2 4 1 16,4-4-3-16,-3 0-5 16,6 0 16-16,-3 0-18 15,-4 0 20-15,4 0-10 16,-9 0 5-16,-4 0-5 16,-6 0 2-16,-6 0 0 15,22 0-4-15,-3 0 8 16,-1 0-14-16,16 0 26 15,-6 0-23-15,12-4 14 16,-15-4-16-16,3 0 14 0,0 3-6 16,3 5-1-16,-9 0-3 15,-10 0 2-15,16 0 2 16,-16-3 3-16,1 3-3 16,15-5 4-16,-16 5-2 15,4-3-5-15,-4-6 11 16,-6 9-9-16,7 0 7 15,-4 0-5-15,3-3-4 16,16-5 16-16,-21 0-12 16,27-4 13-16,-22-1 1 15,7 2-13-15,2-2 13 16,-2 6-7-16,-4-1 11 0,-15 8-20 16,13 0 11-1,-7 0-15-15,0-5 16 0,7 2-19 16,2-6 19-16,-2 9-18 15,-13 0 12-15,0-4-6 16,0-8 0-16,0-4-15 16,21-7 14-16,-15 2 2 15,-6 6-4-15,13 2 11 16,-13 13-16-16,6-12-24 16,0-8-80-16,-6-12-295 15</inkml:trace>
  <inkml:trace contextRef="#ctx0" brushRef="#br0" timeOffset="53736.53">8775 10976 230 0,'0'0'47'0,"0"0"-37"15,0 0 29-15,0 0-1 0,0 0 17 0,0 0-31 16,220-19 24-16,-186 19-17 16,-6 0-29-16,-16 0 19 15,-5 0 3-15,-7 0-24 16,0 0 13-16,0 0 1 15,6 0-13-15,-6 0 28 0,0 0-21 16,0 0 19-16,0 0-10 16,0 0 9-16,0 0 15 15,0 0-26-15,0 0 38 16,0 11-47-16,0 14 0 16,-34 3 3-16,3 3-9 15,-3 2 9-15,6 3-3 16,3-9 25-16,9 1-15 15,10-15 0-15,0-13-15 16,6 0-2-16,0 0-26 16,0 0-93-16,12-21 66 15,16-10-9-15,-3-2-135 0</inkml:trace>
  <inkml:trace contextRef="#ctx0" brushRef="#br0" timeOffset="58831.12">14310 13110 33 0,'0'0'230'0,"0"0"-158"0,0 0 13 0,0 0-2 0,0 0-17 0,0 0-29 0,0 0-12 0,0 4-7 0,0-4 22 16,0 0-32-16,0 0 25 16,0 0-32-16,0 0 27 15,0 0-23-15,0 0 44 16,0 0-8-16,0 0 19 16,0 0-14-16,0 0-20 15,0 0 6-15,0 0-18 16,0 0-1-16,0 0-10 15,0-12-3-15,0 0 7 0,0-4-11 16,12-4 6-16,4 4-2 16,-16-8 3-16,24-1 3 15,-11-6-3-15,2-2 1 16,4-6 4-16,3 3-2 16,-10 0-12-16,0 3 12 15,4 5-3-15,-10 0 2 16,6 4-4-16,-5-4 0 15,8 3 5-15,-2-14-11 16,14 6 10-16,-2-6-10 16,9-2 11-16,1 2-15 15,-11 3 13-15,4 6-6 16,-15 11 2-16,2 2 0 16,-2-2-1-16,-1-6 4 0,0 5-4 15,16-11 11-15,0-1-19 16,6-1 9-16,-3 2-6 15,3-5 1-15,0 8 5 16,-15 7-1-16,-3-3 6 16,-4 4-10-16,0 4 15 15,4-8-20-15,3-4 13 16,8-13-7-16,-8-3 4 16,9 0-10-16,-3 4 2 15,3 4-7-15,-10 12 14 16,-8 8 1-16,2 1-8 0,-6 6 17 15,-6-7-15 1,6 0 15-16,-6-4-9 0,7-4 0 16,8-4-2-1,-3-8-7-15,1 8 18 0,2 0-17 16,-2 4 16-16,-7 4-16 16,6 4 16-16,-2-4-8 15,2-1 0-15,7-2 0 16,9-13-7-16,-1-5 17 15,-2 13-20-15,-3-8 12 16,-10 24-10-16,-5-1 15 16,-1 2-7-16,0-1 4 0,3-4 11 15,4-9-15-15,-7-2 4 16,6 2-11-16,4 2 15 16,-4 7-13-16,-6-1 12 15,7 6-12-15,2-2 10 16,-8-7-8-16,5 0 3 15,3 1 0-15,-8 2-2 16,5 1 6-16,0-4-11 16,4-4 14-16,-4-9-11 15,1 5 11-15,15 1-14 16,-10-1 2-16,4 8 3 16,-10-5 1-16,1 22 1 15,-13-2-5-15,0 5 15 16,0 0-22-16,0 0 24 15,0 0-15-15,0 0 6 0,0 0-6 16,9 0-8-16,-3-8 6 16,-6-3 4-16,6-1 2 15,-6 12 0-15,0 0 1 16,0 0 11-16,0-8-13 16,7-5 0-16,5-7-4 15,-3 4-7-15,4-7-3 16,-13 18 6-16,0-3 8 15,0 8 0-15,0 0 11 16,0 0-6-16,0 0 25 16,0 0-19-16,0 0-8 15,0 0-3-15,0 0-15 16,0 0 0-16,0 0 7 16,0 0 4-16,0 0 8 0,0 0 0 15,0 0 6-15,0 13-6 16,0 15-4-16,0 3 0 15,0-2-3-15,0-1-2 16,0-5 1-16,0-2 3 16,0 11-11-16,6 0 24 15,0 8-17-15,0 4 13 16,-6-8-10-16,7-8 2 16,2 4 0-16,-3-15 0 15,6 2-6-15,-5-2 4 16,8-6 4-16,-9 2-6 15,7 2 15-15,-7 6-19 16,0 2 18-16,4 2-12 0,2 7 2 16,-6-8 0-1,7 0-2-15,-7 0 11 0,9-4-18 16,-2-8 15-16,-1 12-10 16,10-7 7-16,-10-1-3 15,22 7 1-15,-6-3 10 16,-9 1-7-16,9 7-1 15,-4-12-6-15,4-1 12 16,-9 1-19-16,9-8 14 16,-16 9-6-16,4-1 4 0,-10 12-4 15,-6 3 2 1,12 7 0-16,-12 1-8 0,0-3 23 16,7-16-31-1,-1-12 30-15,9 5-27 0,-9-2 13 16,7 1-6-16,-7 1 4 15,22 15 2-15,-9 0 2 16,-10 3-2-16,3 10 0 16,1-5 15-16,-7-8-30 15,9 8 32-15,-8-16-27 16,5 0 10-16,-6-4 0 16,10 0-2-16,-4 0 9 15,7 0-17-15,-4 12 17 16,4-3-11-16,3-6 8 15,-4-2-8-15,4 3 9 0,-16-4-7 16,6 0 2-16,-5-4 0 16,-1 7-6-16,0-2 12 15,-6 3-3-15,9-1 1 16,4-2-6-16,-7-5 13 16,6 8-11-16,-2-4 0 15,2 4 0-15,-6 0-7 16,0-8 7-16,10 12-2 15,-10 0 4-15,0-7 24 16,-6-2-13-16,7 6 10 16,-1-18-22-16,0 10 3 15,-6-10-4-15,0 6 0 16,0-1-8-16,0 0 17 16,6 12-6-16,-6-9 14 0,16 6 2 15,-4-6-10-15,-6 2-13 16,10-1 5-16,-10-4-1 15,6 0 0-15,7 8 0 16,-10-4 2-16,-2-1 6 16,-7-2-12-16,0-1 9 15,6 0-2-15,0 0 7 16,0 4-8-16,-6 0 4 16,16 4-6-16,-10-8 0 15,0 4 5-15,-6-3-16 16,6-1 6-16,-6 3-7 0,0 6-3 15,0 2 12 1,0-7-14-16,0 1 0 0,-12-10-81 16,-69-3-469-1</inkml:trace>
  <inkml:trace contextRef="#ctx0" brushRef="#br0" timeOffset="60545.7">14403 13030 57 0,'0'0'78'0,"0"0"40"0,0 0-7 0,0 0 39 0,0 0-82 0,0 0-32 0,-13 0-11 0,13 0-7 0,0 0-16 15,0 3 1-15,0 2 17 16,0-5-10-16,0 8 21 0,0 0 11 16,0-8 59-16,0 15-31 15,0-6-23-15,13 3-38 16,8 0-1-16,10-4-6 15,-3 0 0-15,0 4 1 16,3-1 5-16,-3-11-16 16,6 13 13-16,-15-9-6 15,9 4 2-15,-3 4 0 16,2-8 0-16,8 8-1 16,-11-8 0-16,10 0 2 15,1 1-6-15,-1 2 14 16,0-7-10-16,-9 8 9 15,9-4-14-15,0 0 8 0,-9 4-4 16,9-3 2-16,-6-2 5 16,12 5-6-16,0-8 2 15,-9 8-14-15,3-8 24 16,-6 4-12-16,-3-4 8 16,3 0-9-16,-6 0 3 15,2 5 3-15,-2 3-4 16,3 0 7-16,-3-5-1 15,2 1 4-15,4 4-12 16,0-3 6-16,3-2-7 16,3-3 13-16,-6 0-10 15,6 8 2-15,-15-8-3 16,21 13 3-16,-6-6-1 16,1-2 5-16,-4-5 4 0,3 0-22 15,0 0 24-15,0 0-17 16,-9 0 9-16,-10 0-7 15,-2 0 2-15,-7 0 0 16,6 0-3-16,-2 0 10 16,8 0-2-16,-5 0 0 15,14 0 9-15,-8-5-11 16,3-2-3-16,3-6 6 16,-4 13-5-16,-8-8-1 15,2 8 0-15,-2 0-8 16,-7-3 22-16,15 3-22 15,-8-5 16-15,-7 5-9 0,13-8 1 16,-4 8 0 0,4-12 0-16,-4 1 8 0,10 2-17 15,-3-7 18-15,-16 13-8 16,13-14 8 0,-4-2-18-16,4 6 15 0,-7-3-11 15,10 0 5-15,-16-5 0 16,0 18-1-16,0-5 4 15,1-4-6-15,-7 12 12 16,9-4-21-16,-9-8 20 16,0 12-8-16,0-5 0 15,12 2-4-15,1-1 2 0,8-8 2 16,-14 12-7-16,5-4 12 16,-6-4-18-16,10 3-8 15,-10-2-3-15,6-9-52 16,-12-8-117-16,0 7-216 15</inkml:trace>
  <inkml:trace contextRef="#ctx0" brushRef="#br0" timeOffset="61761.98">14576 12873 33 0,'0'0'0'0,"0"0"0"0,0 0 0 0,0 0 47 0,0 0 128 0,0 0-71 0,62-4 48 0,-62 4-102 0,0 0-4 15,0 0-42-15,0 0 10 16,7-4-13 0,-7 4 20-16,6-4 3 0,0-4 10 15,0 5 5-15,0-6-21 16,1 1-7-16,-7-4-2 15,9 12-6-15,-3-4 4 16,6 1 7-16,10-14-12 16,-3 1 14-16,15-8-15 0,6 0 4 15,0 0-5 1,1 4 3-16,-10 4-9 0,-3 8 12 16,0 0-9-1,3-1 13-15,18 1-7 0,4-3-2 16,6-9-2-16,3 4-1 15,3 4 2-15,-12-1 0 16,-7 5-4-16,-12 0-3 16,7 8 14-16,-7 0-14 15,6 0 10-15,0-8-3 16,7 8 0-16,-1-4-1 16,1 4-7-16,-13 0 16 15,12 0-1-15,-11 0-6 16,-11 0 20-16,-2 0-16 15,3 0 0-15,9 0 0 0,-6 0-5 16,-3 0 0-16,3 0 0 16,0 0-6-16,-10 0 14 15,4 0-17 1,-4 0 19-16,-5 4-8 0,2 4 2 16,-8 5 2-16,5-10-1 15,3 10-5-15,4-10 3 16,0 1 1-16,9 1-6 15,-7-5 8-15,10 11 14 16,-9-6-11-16,3 10 17 16,-4-10-24-16,-2 6 5 15,3-6 0-15,-4-2-7 0,10-3 1 16,6 0 10-16,-9 0-22 16,9 0 22-1,-6 0-18-15,-15 0 13 0,-1 5-12 16,-6-1 5-16,4 7 0 15,-4-6-2-15,-6 3-6 16,6 0 8-16,-6-4-45 16,6-4 5-16,0 8-30 15,-6-5 71-15,7 5 9 16,2 1 25-16,-3-5-30 16,6-4-4-16,-12 0-106 15,0 0-266-15</inkml:trace>
  <inkml:trace contextRef="#ctx0" brushRef="#br0" timeOffset="63659.1">14338 13182 122 0,'0'0'163'0,"0"0"-9"0,0 0-50 0,0 0-50 0,0 0-26 0,0 0-12 0,0 0-10 0,0 0-11 0,0 0 12 0,0 0-9 0,0 0 4 15,0 0 56-15,0 0 67 16,0 0-20-16,0 0-70 15,0 0-20-15,0 0 9 16,0 0-22-16,12 0 21 16,13 0-17-16,3 16 3 15,0 0-3-15,-4 0-5 16,10 0-1-16,-12 0 1 16,9 1-3-16,-3-6 10 15,0 1-17-15,-3 4 18 16,3 0-14-16,-10 4 10 15,4 0-10-15,3 1 10 16,-3-1-5-16,2-4 0 0,4-4 3 16,0-1-9-16,-9-6 0 15,9 7 0-15,-4 4 2 16,-2-5-7-16,6 14 18 16,-9 7-10-16,-1-4 3 15,4 4 0-15,-3-3 1 16,2-1 0-16,-2-9-2 15,3 1 6-15,-4-7-13 16,4-1 14-16,-10-1-13 16,-5-3 1-16,-1 4 5 15,-6 1 1-15,15 11 0 0,-2 4 12 16,-1-5-4 0,4 2-13-16,2-1 10 0,4-7-10 15,-4-6-10 1,-5-3-11-16,2-4 25 0,-2 12-3 15,-7 0 4-15,6 4 4 16,4 0 30-16,-10 4-33 16,6 1 14-16,4 3-11 15,-4-1-2-15,1-10-2 16,-1 3-2-16,10-9 2 16,-10 2 0-16,4-1 1 15,-10 4 8-15,6 0 3 16,1-1-5-16,2 10 35 15,4-6-33-15,-13 2 0 0,10-6-8 16,-4 2-1 0,-6-4-3-16,7-2-14 0,-7 5 15 15,9-4 4-15,-2 8-5 16,-1 4 6-16,4 1 6 16,-4-2-7-16,0 1 2 15,4-7-4-15,3 2-1 16,-13-7-6-16,9-4 8 15,-2 0-21-15,-13 9 38 16,6-1-34-16,0 8 32 16,0 0-15-16,10 8-1 0,-10-4 3 15,6-4-8 1,1-7 5-16,2-6-6 0,-9-3 5 16,1-4-9-16,5 9 3 15,-3-2 3-15,-9 1 0 16,7 4 4-16,-1-4 1 15,-6 4 5-15,0-3-10 16,6-6 11-16,-6-2-14 16,0-5 16-16,6 0-18 15,-6 0 5-15,0 0 4 16,0 8-41-16,0 0 7 16,0 0 21-16,0 7-18 15,0 1 2-15,0-16-153 16,0 0-124-16</inkml:trace>
  <inkml:trace contextRef="#ctx0" brushRef="#br0" timeOffset="64908.41">15860 15007 243 0,'0'0'104'0,"0"0"61"0,0 0-104 0,0 0-30 0,0 0-21 0,0 0 11 0,0 0-15 0,0 0 3 0,0 0 24 0,0 0-16 0,0 0 17 0,0 0-17 16,0 0 39-16,0 0-17 15,0 0 31-15,0 0-47 16,0-17-3-16,0 2-9 15,0-9-4-15,0-4-14 16,19-5 15-16,8 5-14 16,-5 0 20-16,3 1-20 15,3-10 12-15,-3-3 0 16,9-8 12-16,-6-4-14 16,6-1 12-16,-9-2-8 15,3 10-16-15,-10 1 14 16,4 16-12-16,-16 4 12 15,13-4-6-15,-4 4 3 16,-2-4 1-16,8-12 12 16,4-9-16-16,3 2 0 0,-9-6 11 15,8 9-24-15,-8 5 6 16,9 6-3-16,-16 13 11 16,-5 8-5-16,2 5 4 15,-9-6 0-15,12-7 2 16,1 4 7-16,2-1-8 15,-2 2 6-15,11-9-14 16,4-9 13-16,6-6-13 16,1-2-4-16,-11 10 11 15,-2 6-1-15,-10 1 3 0,1 9-11 16,-13-2 20 0,6 9-18-16,-6-4 19 0,9-8-18 15,4-3 6-15,5-7 0 16,-2-6-6-16,2-3-19 15,-2 3 5-15,3 3 3 16,-7 10 8-16,-6 10 16 16,-6 2-7-16,16-6 15 15,-10 1-15-15,0-7-1 16,7-2 1-16,2-7-3 16,-3 9 14-16,1 6-24 15,-7 1 26-15,-6 8-16 16,0 4 9-16,0 4 18 0,0-4-12 15,0 0-4-15,0 0-5 16,0-13-3-16,9-2-4 16,-9-5-35-16,7-5 16 15,-1 6 12-15,-6 10 11 16,0 2 1-16,0 11 16 16,6 0-12-16,-6 0-5 15,0 0-5-15,0 0-62 16,0 0-167-16,0 0-248 15</inkml:trace>
  <inkml:trace contextRef="#ctx0" brushRef="#br0" timeOffset="66708.66">14409 13334 45 0,'0'0'205'0,"0"0"-132"0,0 0 26 0,0 0 15 0,0 0-50 0,0 0-36 0,-19 4-24 0,19-4-4 0,0 0-6 16,0 0-42-16,0 0 31 0,0 0 17 16,0 0 33-16,0 0 11 15,0 0 51-15,0 0 14 16,0 5-24-16,0-5-44 15,0 0-30-15,0 0-11 16,0 0-12-16,0 0-23 16,0 3-21-16,13 5 55 15,8 0-5-15,-2 9 6 16,9 2 8-16,-10 1-4 16,4-4 6-16,3 4 2 15,3-3-22-15,6-5 17 16,6 3-14-16,-2-2 7 15,-4-1-12-15,6 4 12 0,-12-4-11 16,-16 1 8 0,10 6-1-16,-10-7-6 0,1 0 20 15,2 0-17 1,-2-4 14-16,-1 1-14 0,10-1 3 16,-4-1 4-16,4 6 0 15,-3-2 8-15,-1 5-16 16,4 4 13-16,-3-4-9 15,-4-4 8-15,-2 4-4 16,-1-4 3-16,3-7-6 16,4-2-27-16,-7-3-20 15,4 5 41-15,-4 3 6 0,-5 8-8 16,14-1 22 0,-8 18-10-16,5-5 0 0,-8-4 8 15,14-4-9-15,-8-4-2 16,-10-12 2-16,6 0 1 15,-5 5-1-15,-1-6 1 16,0 1 9-16,-6 8-5 16,9 8 6-16,-9 5-5 15,13 2 31-15,-7-2-25 16,6-2-6-16,10-2-3 16,-10-6 3-16,4-2-12 15,-4-5 12-15,-5-1-13 16,-1-2 14-16,6 6 1 0,-3 2-7 15,4 7 17-15,-1 4-7 16,4-17 2-16,2 18-26 16,1-13 13-16,3-5-9 15,-10 10-9-15,10-1 18 16,-10-4-3-16,-6 12 0 16,7 0 3-16,2 4 0 15,-2-3-6-15,-7-5 13 16,9-4-16-16,-2-5-2 15,-7-7-10-15,6 4-7 16,-2 0 24-16,-4 12 4 16,0 1 5-16,0 2 10 15,7 10-4-15,2-9-11 16,-2-1 10-16,-7-10-20 0,6-1 15 16,-2-8-10-16,2 3-22 15,0-2 19-15,-5 3 2 16,8 0 1-16,-9 4 3 15,7 4 2-15,-1 4 14 16,-3-4-13-16,4-4-1 16,-1 8 6-16,1-7-7 15,2-5 1-15,4 3-8 16,-4 1 8-16,4 9-2 16,3-1 2-16,-4 4 5 15,1 4 32-15,-4-5-24 16,-2 2 1-16,-7-14-12 15,0 6 1-15,10-9 0 0,-10-8-3 16,6 0-36 0,-12 0-112-16,0 0 8 15,0 0-234-15</inkml:trace>
  <inkml:trace contextRef="#ctx0" brushRef="#br0" timeOffset="105707.28">15658 11762 92 0,'0'0'104'0,"0"0"-68"0,0 0-2 0,0 0-15 0,0 0 11 16,0 0-3-16,0 0 9 0,35 0 11 16,-35 0-27-1,0 0-9-15,0 0-9 16,0 0 15-16,0 0-5 0,0 0 32 15,0 0 21-15,0 0-23 16,0 0 16-16,0 0-36 16,0 0-11-16,0 0-5 15,0 0-12-15,0 0 3 16,0 0 0-16,6 0-6 16,-6 0 9-16,0 0 5 15,0 0 4-15,0 0 89 16,0 0-16-16,0 0-29 15,0 0-47-15,0 0 8 16,0 0-12-16,0 0-4 16,0 0 0-16,0 0 2 15,0 0-2-15,0 0 4 16,0 0 14-16,0 0-15 0,0 0 11 16,0 0-5-16,0 0-2 15,0 0-2-15,0 0-2 16,0 0 1-16,0 0 3 15,0 0-10-15,0 0 10 16,0 0-10-16,0 0 18 16,0 0-14-16,0 0 4 15,0 0 20-15,0 0 10 16,0 0-21-16,0 0-5 16,0 0 2-16,0 0-18 15,28-8 18-15,6-8-11 16,-9-4 6-16,2 0 1 0,-8 8 13 15,-10 8-13-15,4-4 10 16,-1 0-7-16,10-8 0 16,9-8-1-16,19-8-11 15,-4-1 15-15,7-6-11 16,-1-2 3-16,-11 10 1 16,-1-2-4-16,0 5 0 15,-12 4-5-15,25-8 17 16,12-8-18-16,22-16 17 15,15 4-10-15,10-16 5 16,3-1-8-16,12 1 3 0,0-4-1 16,6 0 0-1,1 3 2-15,14 5-9 0,-8 20 20 16,-19 16-26 0,-22 8 22-16,-18 9-18 0,-16 6 13 15,3-3-14-15,6-4 10 16,13-12-1-16,6 4-5 15,6-12-5-15,-6-5 10 16,-6 6-41-16,-19 3-12 16,-33 15-78-16,-35 13-224 15</inkml:trace>
  <inkml:trace contextRef="#ctx0" brushRef="#br0" timeOffset="106689.72">15680 11546 320 0,'0'0'72'0,"0"0"15"15,0 0-1-15,0 0-37 0,0 0-27 0,-155 216 19 0,130-176-21 0,-3 9 45 0,0-13 4 0,16 0 33 16,0-5-66-1,-4 5-3-15,16 2-18 0,0-11-9 16,0-7 7-16,0-12-8 16,0-4-5-16,0-4 14 15,0 0-1-15,40-8 12 16,23-36 4-16,2-4-25 16,3 4 2-16,-9 11-6 15,-19 13 3-15,-18 17-12 16,-16 3 3-16,-6 0-11 15,0 0-40-15,0 20 31 16,0 4-134-16,0-12-324 16</inkml:trace>
  <inkml:trace contextRef="#ctx0" brushRef="#br0" timeOffset="107558.46">19516 9938 381 0,'0'0'114'0,"0"0"-64"0,0 0-6 0,0 0 24 15,0 0-25-15,0 0 37 0,-59-24 38 0,59 24-59 0,0 0-6 0,-13 0-1 16,13 0 34-16,-9 0-55 16,-3 0 4-16,12 0-35 15,0 0 31-15,0 0-26 16,0 47-9-16,0 17 9 16,21 17-5-16,32 3 0 15,6-20 9-15,-6 0-25 16,21-8 32-16,-21-12-33 15,-13-8 31-15,-6-11-28 16,-12-17 8-16,-10 0-7 16,1-8 3-16,-1-8 7 15,16-56-2-15,0-41 10 16,18-23-3-16,-21-1 12 0,9 6-22 16,-12 14 19-16,-16 25-12 15,-6 20 1-15,0 28-16 16,0 20 0-16,0 11-7 15,0 5-1-15,0 0-121 16,0 37-263-16</inkml:trace>
  <inkml:trace contextRef="#ctx0" brushRef="#br0" timeOffset="110488.78">16040 13908 510 0,'0'0'139'0,"0"0"-122"0,0 0 71 0,0 0-3 0,0 0-14 0,0 0-35 0,0 0-20 0,0 13-14 0,22-2 8 16,24 17 31-16,28 8-26 15,13 5 9-15,25 6-21 16,9 14 23-16,18 3 3 16,10 11 10-16,19 6-20 15,-4-5-14-15,19-3-5 16,-25-18 11-16,9-10-22 15,-11-18 7-15,-17-22 1 16,-18-5-34-16,-28 0 3 16,-19 0 18-16,-33 0 0 0,-23-5-23 15,-2 5-55 1,2-3-112-16,-11-9-23 0,-7-4-232 16</inkml:trace>
  <inkml:trace contextRef="#ctx0" brushRef="#br0" timeOffset="111368.25">16133 14284 578 0,'0'0'47'0,"0"0"-2"0,0 0 49 0,0 0 57 0,0 0-106 0,0 0 11 0,-13-103-27 0,-5 54-5 16,-10-10-8-16,0-6 16 15,-3 1-4-15,-3 0-25 16,0 3-1-16,15 14 11 0,-3 6-22 16,16 21 20-16,6 12-11 15,0 8 3-15,0 0-1 16,0 0-2-16,0 0-9 15,6 0 7-15,35 5 2 16,5 11-9-16,1-1-12 16,6 1 5-16,9-4-15 15,-4-12-22-15,-2 0-204 16,-3 0-271-16</inkml:trace>
  <inkml:trace contextRef="#ctx0" brushRef="#br0" timeOffset="112168.28">18942 14341 262 0,'0'0'137'0,"0"0"-44"0,0 0-7 0,0 0-54 0,0 0 56 0,0 0-1 15,12 133-15-15,23-93 7 0,5-8-58 16,13 8-1-16,-7-12-13 15,-6-9 14-15,7-2-20 16,-13-9 20-16,-6-4-18 16,-3-4 21-16,15 0-18 15,7-16 2-15,21-61 20 16,6-23-9-16,-9-4-19 16,-12 4-4-16,-19 36-29 0,-12 16-52 15,-10 19-63 1,1 17-12-16,-7 12 3 0,-6 0-328 15</inkml:trace>
  <inkml:trace contextRef="#ctx0" brushRef="#br0" timeOffset="113303.65">19655 12091 114 0,'0'0'296'0,"0"0"-169"0,0 0-60 0,0 0 8 0,0 0 28 0,0 0 24 16,0-4-53-16,0 4-7 15,0 0-34-15,0 0 27 16,0 0-41-16,0 0 12 16,0 0-29-16,10 21 3 15,8 35 3-15,4 16 0 16,-4 16 32-16,-5 4-39 16,2-4 2-16,-2 1 1 15,-1-9-8-15,4 4-30 0,-4 0-3 16,0-20-69-1,10-19 14-15,-9-34-153 0,-7-11-161 16</inkml:trace>
  <inkml:trace contextRef="#ctx0" brushRef="#br0" timeOffset="113617.7">19624 12480 481 0,'0'0'173'0,"0"0"-73"0,0 0 94 0,0 0-75 0,0 0-97 0,422 0-22 0,-264-23-5 0,-3-18-17 0,-15 1-48 16,-32 8-248-16,-61 16-238 16</inkml:trace>
  <inkml:trace contextRef="#ctx0" brushRef="#br0" timeOffset="115899.98">6716 6524 647 0,'0'0'3'0,"0"0"-6"0,0 0 13 0,0 0 3 0,-360 8 110 0,280 9-4 15,-1 2-33-15,7 14-64 16,-13 19 10-16,-18 16-31 16,-4 12 24-16,-24 8-19 15,-1 4-10-15,-5 1 5 16,-4 4-2-16,16 11-3 15,9 3 4-15,16 19 2 16,15 6 1-16,16 8 16 16,15 0-12-16,44-7-12 0,12-9 21 15,0-4-32-15,74-4 17 16,44-12-4-16,49 2 2 16,29-15 1-16,11-10-8 15,7-13 11-15,-15-20-12 16,-4-16 8-16,-15-8-5 15,15-20 8-15,25-8-8 16,35 0 9-16,5 0-3 16,7-36 0-16,-25-12 1 0,-50-16-12 15,-25-20 22-15,-40-16-20 16,-12-21 23-16,-3-23-24 16,-10-25 10-16,-3-11-4 15,-18-13 3-15,-28 9 1 16,-25 24-1-16,-28 14 4 15,-10 18-14-15,-89 1 6 16,-41-2-11-16,-33-19-127 16,-47-13-17-16,-22 17 160 15,-6 23 8-15,-37 49 4 16,2 52 78-16,-11 20 5 16,-1 73-82-16,22 67-26 0,1 24-111 15,23 5-660 1</inkml:trace>
  <inkml:trace contextRef="#ctx0" brushRef="#br0" timeOffset="132985.28">15767 12829 145 0,'0'0'118'0,"0"0"-109"0,0 0-4 0,0 0 57 0,0 0 2 0,0 0-64 0,0 0-17 0,-12 36-25 0,12-36-34 16,-10 4-118-16</inkml:trace>
  <inkml:trace contextRef="#ctx0" brushRef="#br0" timeOffset="133068.39">15767 12829 64 0,'-47'65'197'0,"41"-65"-20"16,-9 0-84-16,15 0-93 15,0 0-9-15,0 0-164 16,0 0-164-16</inkml:trace>
  <inkml:trace contextRef="#ctx0" brushRef="#br0" timeOffset="133416.85">15699 12917 268 0,'0'0'271'0,"0"0"-223"16,0 0 39-16,0 0 31 15,0 0-42-15,0 0-66 16,-13 0-3-16,13 0-7 15,0 0 4-15,0 0 25 16,0 5 0-16,-6-5-8 16,6 0-14-16,0 0-3 15,0 0-2-15,0 0 0 16,0 0 2-16,0 0-1 16,0 0 9-16,0 0-11 15,0 0 33-15,-12 0-13 0,2 3 28 16,-2 2-41-16,12-5-5 15,-6 0-3-15,6 0-5 16,0 0 1-16,0 0 4 16,0 0-6-16,0 0 12 15,0 0-6-15,0 3 6 16,0-3 2-16,0 0-6 16,0 0-2-16,0 0 0 15,0 0-44-15,0 0 8 16,0 0-40-16,0 0-63 15,-13-3-121-15</inkml:trace>
  <inkml:trace contextRef="#ctx0" brushRef="#br0" timeOffset="134649.46">15919 13054 379 0,'0'0'6'0,"0"0"-6"16,0 0-60-16,0 0-41 0,0 0-56 0,0 0 135 0,-6-40 22 0,6 40 153 0,0 0 103 0,-7 0-108 16,-11 16-35-16,-10-8-40 0,16-8-26 15,12 0-43-15,0 0 6 16,0 0-2 0,0 0-8-16,0 0 4 0,0 0 24 15,0 0 19 1,0 0-8-16,0 0-15 0,-7 0-7 15,7 0 20-15,0 0-23 16,0 0 8-16,0 0-17 16,0 0-10-16,0 0-2 15,0 0 1-15,7 0 4 16,17-5 4-16,4 2 2 16,6-2-3-16,-9 5 1 0,9 0 7 15,0 0-15 1,13 0 11-16,-1-3-9 0,7-5 8 15,9 8-3-15,-9-9-1 16,6 6 4-16,-3-10-5 16,-16 10 7-16,6-2 12 15,-15 5-13-15,-3 0 17 16,6 0-21-16,-15 0 8 16,15 0-5-16,0 0-3 15,0 0 7-15,13 0-2 16,-7-7 2-16,-9-1-5 15,10 0-1-15,-14 0 4 16,1 8 2-16,-9-5-7 16,-13 5 1-16,16-4-2 15,-10 0 4-15,-6 4-10 16,-6 0 3-16,0 0-2 0,0 0-21 16,0 0 19-16,-6-4-97 15,-28 1-85-15,0-5-83 16</inkml:trace>
  <inkml:trace contextRef="#ctx0" brushRef="#br0" timeOffset="136748.25">9578 14112 272 0,'0'0'23'0,"0"0"-23"0,0 0-1 0,0 0 1 0,0 0 12 0,0 0 18 0,0 0 93 16,-16 0-12-16,-2 0-5 16,-4 0 37-16,-3 5-36 15,4 10-80-15,2-2-25 16,19-5-2-16,0-4-4 15,0-4-2-15,0 0-25 16,0 0 16-16,0 0-8 16,0 0 18-16,0 0-12 15,0 0 6-15,0 0 2 16,0-12-18-16,0 4 21 16,0-5-2-16,0 9 1 15,0 4 11-15,0 0-4 0,-28 0 15 16,16 0 12-16,-10 17-23 15,10-1 16-15,5-4 31 16,7-9-24-16,0-3-17 16,0 0-10-16,0 0-14 15,0 0-31-15,13 0-22 16,27 0-101-16,-12 0-53 16</inkml:trace>
  <inkml:trace contextRef="#ctx0" brushRef="#br0" timeOffset="137663.48">9659 14189 119 0,'0'0'0'0,"0"0"-5"0,0 0 5 0,0 0 60 0,0 0 30 16,0 0 96-16,0-5-42 15,0 5-66-15,0 0 17 0,0 0-30 16,0 0-34-16,0 0-22 16,0 0-18-16,0 0-1 15,0 0 3-15,0 0 7 16,0 0 21-16,0 0 67 16,0 0-8-16,0 0-6 15,0 0-43-15,0 0-12 16,0 0-14-16,0 0-10 15,0 0-8-15,0 0 10 16,0 0-15-16,0 0 10 0,12 0 8 16,13-8 0-1,-3-3-1-15,24-1 7 0,1-9-8 16,5 1 8-16,10 1-6 16,-3-6 0-16,22 1 0 15,-13 4-1-15,-15 4 1 16,-7 4-2-16,-5 12 5 15,-17-3-14-15,-2 3 22 16,-3-5-9-16,9 1 6 16,18-4-6-16,1-8 1 15,21 0 0-15,-3-7-3 16,-9-7 3-16,9 7-9 16,-19 7 13-16,-5 4-13 15,-7 4 16-15,-16-5-19 16,4 13 16-16,-3-3-7 0,2 3 0 15,-2 0-4 1,9 0 1-16,6 0-2 0,-3-5-1 16,25 5 12-16,-10-7-16 15,1-1 12-15,6 3-4 16,-13-6-1-16,-12 6 3 16,-3 2 0-16,-10-2 3 15,4 2-12-15,-13-6 19 16,16 9-21-16,-4-3 24 15,-5 3-20-15,15-5 11 0,-7 5-5 16,-2 0 1-16,-13 0 0 16,0 0-7-1,-6 0 11-15,0 0-14 0,0-8 20 16,0 8-12-16,0-3 9 16,0-2-9-16,0 1 2 15,0 1-4-15,0-5-57 16,-52-5-429-16</inkml:trace>
  <inkml:trace contextRef="#ctx0" brushRef="#br0" timeOffset="141309.68">10759 14979 155 0,'0'0'79'0,"0"0"-62"0,0 0-16 0,0 0 35 0,0 0-16 15,0 0 30-15,-34 8-34 16,22 3-16-16,-1 6-14 15,13-6-42-15,-12-6-121 0</inkml:trace>
  <inkml:trace contextRef="#ctx0" brushRef="#br0" timeOffset="141784.4">10759 14979 142 0,'-86'157'43'0,"86"-157"-19"15,0 0 47-15,15-9 23 16,-9 9-25-16,-6-8-20 16,0 8-11-16,0 0 22 15,0 0-7-15,0 0 17 16,0 0 20-16,0 0-61 16,0 0-8-16,0 0-21 0,0 0-4 15,0 0-11 1,6 17 15-16,19-2 1 0,3 1 5 15,6 0 15-15,7-4-18 16,5-7 23-16,13 3-22 16,-3-8 7-16,9 0-7 15,-6-25 8-15,-3-27 9 16,-10-16 14-16,-21-8 5 16,-25 4-32-16,0 11 15 15,0 17-21-15,-40 21 25 16,-32 10-20-16,-8 13 48 15,-7 0-54-15,-12 0 9 16,3 41-10-16,3 6-10 16,27 14 4-16,26-1-13 0,18 0 12 15,16-8-10-15,6-3 14 16,0-18-54-16,13-11-5 16,33-15-86-16,16-5-8 15,-9 0-1-15,0-17-228 16</inkml:trace>
  <inkml:trace contextRef="#ctx0" brushRef="#br0" timeOffset="142225.6">11042 14297 182 0,'0'0'194'0,"0"0"-131"0,0 0-19 0,0 0 18 0,0 0-5 16,0 0-39-16,0-8 61 0,0 8 7 15,0 0 43-15,0 0-93 16,0 36-24-16,0 20-4 16,12 13 9-16,28 3-16 15,-6 3 26 1,0 2-2-16,-3-5-22 0,4-3 10 15,-8 11-3-15,8-8-14 16,-17-13 6-16,-5-15-4 16,14-11-64-16,-14-33-125 15,15 0-102-15,-10 0-186 0</inkml:trace>
  <inkml:trace contextRef="#ctx0" brushRef="#br0" timeOffset="142825.29">11228 15548 327 0,'0'0'280'0,"0"0"-181"0,0 0 74 0,0 0-82 0,0 0-69 16,0 0 19-16,173-248 3 16,-86 139 35-16,6-3-46 15,-12 0 2-15,-1 24-26 16,-12 7-18-16,-21 13-17 15,-13 8-55-15,-15 12-29 0,-19 20-153 16,0 20-48 0</inkml:trace>
  <inkml:trace contextRef="#ctx0" brushRef="#br0" timeOffset="143358.32">11748 15175 606 0,'0'0'78'15,"0"0"-69"-15,0 0 5 16,0 0-14-16,0 0-4 16,0 0-7-16,-6 8 11 15,34-8 7-15,-3 0 24 16,21 0 48-16,-11 0 8 15,-1 8-37-15,0 25-29 16,-22 3-8-16,-12 20-7 16,0 11 12-16,0 2-7 15,0-5-22-15,0 0 23 0,-12-12-16 16,12-16 9 0,0-3-10-16,0-25-1 0,12-8-10 15,41 0 13-15,28-5 3 16,-7-31 0-16,-9 13 7 15,-15-2 27-15,-19 17-31 16,-3 0-3-16,-10 8-2 16,4 0-15-16,6 0-49 15,-16 0-220-15,7 0-212 16</inkml:trace>
  <inkml:trace contextRef="#ctx0" brushRef="#br0" timeOffset="145556.56">15807 11109 190 0,'0'0'87'0,"0"0"-67"0,0 0 36 0,0 0 33 0,0 0-4 0,0 0 22 16,0 67 18-16,0-46-18 15,0-6-33-15,0-15-12 16,0 9-33-16,0-9-28 16,0 0-1-16,0 0 11 15,0 8-21-15,0 8 22 0,0 4-3 16,0 4 14-16,-6-4-16 16,6-4-7-16,0-4-1 15,0-7-9-15,0-5-34 16,0 8-86-16,0 0-72 15,0 7 55-15,0 6-120 16</inkml:trace>
  <inkml:trace contextRef="#ctx0" brushRef="#br0" timeOffset="145839.68">15714 11890 565 0,'0'0'22'15,"0"0"-7"-15,0 0 17 16,0 0 11-16,0 0-43 15,0 0 0-15,-34 177 0 16,34-161-36-16,0 9 1 16,0-5-26-16,0 3-61 0,0 1-63 15,0 4 22-15</inkml:trace>
  <inkml:trace contextRef="#ctx0" brushRef="#br0" timeOffset="146057.32">15761 12609 64 0,'0'0'542'16,"0"0"-502"-16,0 0-5 16,0 0 70-16,0 0-63 0,0 0-42 15,-62 120-127 1,62-116-32-16,0 3 1 0,0 10 68 15,0 7 59-15,0-8 6 16</inkml:trace>
  <inkml:trace contextRef="#ctx0" brushRef="#br0" timeOffset="146172.21">15761 13166 143 0,'0'0'0'0,"0"0"-51"16</inkml:trace>
  <inkml:trace contextRef="#ctx0" brushRef="#br0" timeOffset="147754.23">9203 12829 468 0,'0'0'0'0,"0"0"-109"0,0 0 24 16,0 0 39-16,0 0 46 15,0 0 36-15,-6-112-11 16,6 112 14-16,0 0 16 16,0 0 7-16,-16 0-44 15,10 0-14-15,6 0-4 16,0 0-5-16,0 0-2 16,0-5-22-16,0-3 29 15,0 5 2-15,-6-5 41 16,6 8 22-16,0 0-5 0,-6 0 34 15,6 0 1-15,0 0-3 16,0 0-39 0,0 0-2-16,0 0-45 0,0 0 6 15,0 0-12-15,0-4-4 16,0-4 3-16,0 8 1 16,0 0-5-16,0 0 11 15,0 0 22-15,0 0-24 16,0 0 24-16,0 0-27 15,0 0 2-15,0 0-6 0,0 0 10 16,0 0-15 0,0 8 17-16,0 7-21 0,12 14 24 15,16 7 2 1,6 9-1-16,-3 2 3 0,-3-3-15 16,6 1 3-16,-15-9-7 15,8-8 7-15,-8-4-8 16,3 4 17-16,-10 0-20 15,10-4 20-15,-16 12-18 16,-6-8 7-16,12 8-2 16,-12-8 0-16,7-8 3 15,-7-7-8-15,0-2 11 16,0-7-11-16,6 4 14 16,-6 0-17-16,15 13 12 0,-2-1-8 15,-13 3 4 1,6 6 0-16,-6-1 0 0,0 0 2 15,0-4-9-15,0-9 14 16,0-6-14-16,0-5 3 16,0-4-4-16,0 4-12 15,6 4 18-15,3 8-2 16,-2 0 8-16,-1 0-8 16,-6-8 16-16,0 0-22 15,0 5 24-15,0-6-21 16,0-3 12-16,0 0-5 15,0 8 0-15,0 8 2 16,0 8-12-16,0 8 20 16,0 5-20-16,0-2 20 0,0-11-15 15,0-3 13-15,0-9-16 16,0-8 8 0,0-8-7-16,0 0-40 0,-6-13-309 15</inkml:trace>
  <inkml:trace contextRef="#ctx0" brushRef="#br0" timeOffset="148520.68">7132 13338 430 0,'0'0'27'0,"0"0"7"0,0 0-1 0,0 0-27 0,0 0 51 0,0 0 10 0,-109 8 36 0,103-11-14 16,0-2 43-16,6 5-71 16,0 0 8-16,0 0-22 15,0-4-26-15,0-12-18 16,52 5 3-16,41-9-4 16,34-1 11-16,29 1-20 15,-11 12 19-15,10 0-17 16,-21 8 10-16,-7 0-8 15,-13 0 3-15,-2 0 0 16,-19 0-9-16,-12 0 18 16,-13 0-20-16,-9 0 14 0,-25 8-9 15,-6 0-7 1,-10-8 0-16,-11 8-8 16,-1-8-14-16,3 0-9 0,-3 0-53 15,-6 0-130-15,0 0-150 16</inkml:trace>
  <inkml:trace contextRef="#ctx0" brushRef="#br0" timeOffset="149004.56">8676 13154 125 0,'0'0'247'0,"0"0"-221"0,0 0 65 0,0 0 29 0,0 0-67 0,0 0 51 0,158 20-46 15,-96-12 18-15,-9 8-57 16,5-7 7-16,-2 14-23 16,-25-7-1-16,-9-8-3 15,-22 9 10-15,0-1 7 16,0 4 36-16,-28 4 7 15,-43 4-13-15,-10 3 6 16,-12 10-40-16,3 3 9 16,19-8-14-16,9-13-4 15,37-10-6-15,25-13-12 0,0 0-33 16,12-32-261 0,57-29-35-16</inkml:trace>
  <inkml:trace contextRef="#ctx0" brushRef="#br0" timeOffset="149853.63">5057 13334 246 0,'0'0'82'0,"0"0"-82"0,0 0-40 16,0 0 30-16,0 0 10 0,0 0 16 15,0 0 106-15,0 0 26 16,10 0-22-16,2 17 18 16,7 14-49-16,15-6-38 15,0-6-56-15,25-11-2 16,3-8 10-16,-3 0-15 15,9-3 12-15,-16-38-5 16,-11-18 28-16,-7-18 8 16,-9 1-25-16,-10-5-7 15,-15 14-10-15,0 11-3 16,0 12 2-16,-34 15-10 16,0 14 8-16,-6 15-4 15,-1 0 3-15,-11 11 9 16,-10 50-8-16,3 14 5 0,12 6 6 15,1-13-18-15,33-12-53 16,4-23-19-16,9-22-65 16,0-11-21-16,34 0 64 15,41-16 28-15,-10-20-8 16,21 0-119-16</inkml:trace>
  <inkml:trace contextRef="#ctx0" brushRef="#br0" timeOffset="150253.59">5699 12288 697 0,'0'0'77'0,"0"0"-74"0,0 0 17 0,0 256 9 0,6-168-3 0,16 1-20 0,6-13 3 0,-16 0 8 0,7-8-17 16,-4 1 0-16,-8-1 0 15,-7-5-3-15,0 10-3 16,0-16-7-16,0-21-107 16,0-17-56-16,0-19-249 15</inkml:trace>
  <inkml:trace contextRef="#ctx0" brushRef="#br0" timeOffset="150869.29">5746 13924 37 0,'0'0'0'0,"0"0"0"0,0 0 20 0,0 0 41 16,0 0 16-16,0 0-15 0,-13 44 100 16,13-44 1-1,0 0 6-15,0 0 41 0,0 0-107 16,0 0-47-16,0 0-17 16,0-4 2-16,0-28-34 15,0-20-3-15,6-12 13 16,56-28-3-16,10-17-8 15,8-8 21-15,1 9-22 16,-7 5-3-16,-9 18-2 16,-18 16-13-16,-13 30-14 15,-12 19-15-15,-16 20-26 16,-6 0-70-16,0 4-156 0,0 28-72 16</inkml:trace>
  <inkml:trace contextRef="#ctx0" brushRef="#br0" timeOffset="151353.78">6062 13880 284 0,'0'0'228'0,"0"0"-172"0,0 0-22 0,0 0-3 16,0 0-4-16,0 0 5 15,121-48-20-15,-69 35-1 16,-5 13-11-16,-13 0 0 16,-9 0-1-16,-19 21 0 15,-6 43 1-15,0 16 10 16,0 9 40-16,-19-14-21 16,7-22 68-16,12-17-66 0,0-20-21 15,6-16-7-15,53 0 4 16,16-13 15-16,11-34 1 15,-5-1 10-15,-16 4-28 16,-18 11-10-16,-19 17-72 16,-7 4-83-16,-8 12-33 15,-13 0-187-15</inkml:trace>
  <inkml:trace contextRef="#ctx0" brushRef="#br0" timeOffset="154415.29">10927 12208 106 0,'0'0'529'16,"0"0"-504"-16,0 0-19 0,0 0 7 0,-140 216-13 0,140-204 0 15,19-8 18-15,43-4 8 16,3 0-11-16,3 0-3 16,-15-24 44-16,-7-4 26 15,-18-8-17-15,-9-5-38 16,-19 18 10-16,0 7-35 16,0 11 30-16,0 5-3 15,0 0 18-15,0 0-39 16,0 24-8-16,0 9-6 15,0 3 6-15,0-13 1 0,0 2 0 16,0-9 9-16,15-4-6 16,16 0 9-16,16-8-8 15,9 4-4-15,9-8 3 16,16 4 3-16,-13-4-14 16,-16 0-13-16,-11 0-12 15,-16-4-36-15,-10-28-36 16,-15-8-186-16,0 7-329 15</inkml:trace>
  <inkml:trace contextRef="#ctx0" brushRef="#br0" timeOffset="155763.56">7600 15568 309 0,'0'0'262'0,"0"0"-235"0,0 0-21 0,0 0 21 0,0 0-25 0,0 0 28 16,-16 44 0-16,16-36 8 16,22 1 50-16,18 2 48 15,-9 2-62-15,19-1-22 16,-4-9-20-16,13-3 5 16,10 0-25-16,2-39-9 15,-3-33 3-15,-15-9 6 16,-32 5-24-16,-21 12 4 15,0 16-2-15,-9 12 3 16,-44 15 3-16,-12 14-1 16,-3 7-5-16,-6 0-9 15,15 31 5-15,18 30 8 16,-5 6-11-16,12 2 16 0,21-9-2 16,13-20 3-16,0-16-13 15,0-12 15-15,7-12-7 16,39 0-1-16,13 0-4 15,-3 0 20-15,3 0-7 16,-6 0 5-16,-7 0 8 16,-18 13-3-16,-6 6-2 15,9 6 4-15,-3-14-15 16,6-7-15-16,12-4-56 16,1 0-112-16,-1 0-73 0,-18 0-61 15</inkml:trace>
  <inkml:trace contextRef="#ctx0" brushRef="#br0" timeOffset="180661.07">9556 13675 266 0,'0'0'80'0,"0"0"-68"0,0 0 55 15,0 0 32-15,0 0-21 16,0 0-49-16,0 0 48 0,0 0-52 16,-40 0 2-16,40 0-23 15,0 0 46-15,-6 0 15 16,-7 0 23-16,13 0-30 15,0 0-14-15,0 0-20 16,0 0-19-16,0 0-10 16,0 0 14-16,0 0-22 15,0 0 9-15,0 0 1 16,13 0 5-16,21 0-2 16,0-8 0-16,6 0 0 15,-15 8-8-15,-3 0 12 16,-4 0-15-16,-11 0 22 15,-1 0-21-15,-6 0 17 16,0 0-7-16,0 0 0 0,9-8 1 16,-9 8-8-16,0 0 15 15,0 0-18-15,0 0 17 16,0 0-15-16,0 0 6 16,0 13-1-16,6 10 3 15,1 6 0-15,-7-6 1 16,12 10 2-16,-6-1-6 15,3 4 8-15,4 0-14 16,-1-4 23-16,1 0-16 16,-4-4 11-16,3-8-7 15,-5 0-2-15,5-7-2 16,-3-10-1-16,-9 2-19 0,6-2-4 16,-6-3-70-1,0 0 12-15,0 0-28 16,0 0 6-16,0-16-199 0</inkml:trace>
  <inkml:trace contextRef="#ctx0" brushRef="#br0" timeOffset="180894.4">9718 13964 444 0,'0'0'184'0,"0"0"-177"0,0 0-1 16,0 0 21-16,0 0-12 0,0 0-10 16,0 0-5-16,0 0-47 15,0 0-75-15,0 0-248 16</inkml:trace>
  <inkml:trace contextRef="#ctx0" brushRef="#br0" timeOffset="191934.21">22892 7066 585 0,'0'0'48'0,"0"0"-2"0,0 0 17 0,0 0 54 0,0 0-12 0,248 224-70 0,-201-212-1 0,-16-4-24 16,-3 0 12-16,-22-3-6 15,-6-5 58-15,0 0-22 16,0 0 5-16,0-5 15 16,0-42-8-16,0-9-26 15,-6-21-29-15,-7-27 25 0,13-13-26 16,0-15-16 0,0 0 6-16,35 16 1 0,17 20-5 15,7 19-19-15,-19 21 5 16,13 32-27-16,-19 24-24 15,-28 0-86-15,-6 52-346 16</inkml:trace>
  <inkml:trace contextRef="#ctx0" brushRef="#br0" timeOffset="192317.64">23860 7290 309 0,'0'0'599'0,"0"0"-546"0,0 0 71 15,0 0-21-15,456 41-83 0,-363-41-16 16,-25 4-8-16,-28-4-30 15,-28 0-63-15,-12 0-58 16,0 0-104-16,-74-4-287 16</inkml:trace>
  <inkml:trace contextRef="#ctx0" brushRef="#br0" timeOffset="192500.31">23559 6994 1115 0,'0'0'98'0,"0"0"-94"16,0 0 7-16,0 0-15 15,0 0 4-15,0 0-23 16,350-80-206-16,-272 36-636 16</inkml:trace>
  <inkml:trace contextRef="#ctx0" brushRef="#br0" timeOffset="192834.44">25097 6449 555 0,'0'0'261'16,"0"0"-108"-16,0 0-45 15,28 285 13-15,6-197-93 16,6-13-16-16,-9-11-12 0,-3-15-6 15,-15-17-10-15,2-13-56 16,-15-6 35 0,0-9-14-16,0-4-43 0,-56 0-255 15</inkml:trace>
  <inkml:trace contextRef="#ctx0" brushRef="#br0" timeOffset="193333.29">24564 6441 268 0,'0'0'777'0,"0"0"-755"16,0 0-22-16,0 0 80 16,0 0-35-16,462 0 1 0,-298-37-32 15,-15 5-4 1,-38 4-10-16,-36 12-4 0,-35-1-6 15,-27 14-32-15,-13-1 3 16,0 4-57-16,0 0 63 16,0 0-18-16,0 0 15 15,0 0-10-15,-13 16 46 16,-21 20 30-16,22 16 18 16,-16 12 1-16,9 13-30 15,7 6 14-15,-4 2-24 16,16-1-3-16,0-7 4 15,0-10-7-15,0-18-3 16,0-9-1-16,16-13-48 16,8-10-84-16,-2-17-183 15</inkml:trace>
  <inkml:trace contextRef="#ctx0" brushRef="#br0" timeOffset="195036.46">26027 6742 604 0,'0'0'328'0,"0"0"-247"0,0 0-31 0,0 0-24 0,0 0-21 0,0 0-3 0,13 0 9 16,-13 0 9-16,0 0-4 16,0 0 11-16,0 3-27 15,0-3-1-15,-13 0-129 16,-15 0-269-16,10 0-37 15</inkml:trace>
  <inkml:trace contextRef="#ctx0" brushRef="#br0" timeOffset="195813.4">26340 6432 92 0,'0'0'298'0,"0"0"-225"0,0 0 69 0,0 0 6 16,0 0-34-16,0 245-35 0,0-180-76 0,0-6 10 0,0-2-9 0,0-13 9 16,0-12 15-16,-12-8 19 0,12-12-8 15,-6-4-13-15,6-5-23 16,0-3-3-16,0 0-2 15,0-11-5-15,0-34 2 16,0-10-15-16,0-14 19 16,0-3-2-16,0-4 6 15,0 11-3-15,40 1 6 16,0 12-11-16,7 21 13 16,-22 14-8-16,3 14 6 15,-1 3-1-15,-2 0 4 0,16 0-7 16,5 8-2-16,16-5-5 15,-3-3-13-15,-13 0-113 16,-33 0-348-16</inkml:trace>
  <inkml:trace contextRef="#ctx0" brushRef="#br0" timeOffset="196448.5">27044 5943 498 0,'0'0'43'0,"0"0"-16"0,0 0 29 0,0 0-24 0,0 0-25 0,0 0-4 15,186 32 2-15,-186 8 31 0,0 4 66 16,-22 0 46 0,-24 0-109-16,27-11-25 0,13 3-14 15,6-16-7-15,0-4-14 16,0-8-86-16,25-8-29 15,37 0 59-15,-3 0 74 16,3-29-24-16,-25 9-41 16,-15 1-92-16</inkml:trace>
  <inkml:trace contextRef="#ctx0" brushRef="#br0" timeOffset="196831.13">27391 6881 731 0,'0'0'236'0,"0"0"-180"15,0 0-29 1,0 0 29-16,0 0-28 0,0 0-6 16,31 0-22-16,-15-3-39 15,-4-5-2-15,-5 3 2 16,-7 5 31-16,0 0 8 15,0 0 6-15,0 0-6 16,0 0 0-16,-7 0-61 16,-5 0-215-16,12 0-94 15</inkml:trace>
  <inkml:trace contextRef="#ctx0" brushRef="#br0" timeOffset="197383.44">28232 5911 807 0,'0'0'151'0,"0"0"-113"0,0 0 36 0,155 220-40 0,-103-131 6 15,-17 2-24-15,-1 6-4 16,-16-12-10-16,-18-1 8 16,0-21-10-16,0-6 0 15,0-12-1-15,0-17 6 16,0-13-10-16,0-7 14 0,0-8-17 16,0 0 16-1,0 0-12-15,0 0 4 0,0-4-5 16,6-24-19-1,35 4 0-15,11 4 22 0,17 12 4 16,11 8 3 0,1 0-4-16,-16 20 44 0,-9 21-18 15,-25 11 9-15,-16-4-22 16,-8-4-14-16,11-20-5 16,10-17-62-16,25-7-321 15</inkml:trace>
  <inkml:trace contextRef="#ctx0" brushRef="#br0" timeOffset="197978.6">25159 7551 419 0,'0'0'214'0,"0"0"-195"0,0 0 73 0,0 0 134 0,372-31-137 16,-177 26 8-16,13 1-9 0,18 4-28 15,35 0-7-15,27-8-11 16,19-8-20-16,34 0 0 15,-21 4-15-15,-20 4-14 16,-45 8-43-16,-41 0 28 16,-35 0-61-16,-36 0-16 15,-50-4-102-15,-46 0-443 16</inkml:trace>
  <inkml:trace contextRef="#ctx0" brushRef="#br0" timeOffset="198596.46">26976 8137 685 0,'0'0'130'0,"0"0"62"0,0 0-125 0,0 0-33 0,341 56-8 16,-329-12-23-16,-12 20 21 16,0 13-13-16,-59 15 9 15,-15-1-1-15,0-2-4 16,27-13-6-16,22-23-7 16,25-22-4-16,0-15 2 15,25-16-4-15,77 0-26 16,26-8 29-16,5-31-10 15,-12-2 11-15,-28 13-6 16,-34 8 1-16,-25 8-73 16,-28 12-12-16,-6 0-119 15,0 0-84-15</inkml:trace>
  <inkml:trace contextRef="#ctx0" brushRef="#br0" timeOffset="199361.18">26328 5610 331 0,'0'0'340'0,"0"0"-114"0,0 0-79 15,0 0-62-15,0 0-73 0,28-204 20 0,18 96-9 16,13-13 9-16,9-4-23 15,-15-3 10-15,-6 0-13 16,5 4-5-16,-18 16-2 16,19 19-16-16,-13 32-2 15,-5 38-94-15,-8 19-40 0,-14 8-237 16,-13 44-177-16</inkml:trace>
  <inkml:trace contextRef="#ctx0" brushRef="#br0" timeOffset="200026.45">25953 5566 57 0,'0'0'352'0,"0"0"-345"15,0 0 72-15,0 0 32 16,0 0-5-16,0 0 68 16,0-32-31-16,0 28-94 0,0 4 24 15,28 0-42-15,18 0 3 16,13 0-30-16,3 0 0 16,-3 0-1-1,-6 8-3-15,-13 0 0 0,-12 4 6 16,-16-4-12-16,10 0 18 15,-16-8-24-15,-6 0 1 16,0 0-5-16,0 0-12 16,0 0 17-16,0 0-4 15,0 0 1-15,0 0 10 16,0 0 1-16,0 0 3 16,0 0 16-16,0 0 5 0,0 8-21 15,0 16 0 1,0 5-1-16,13-1-23 15,-7-5-5-15,0-7 4 16,3-8 18-16,-9-8 14 0,13 0-6 16,-7 0 39-16,6-11 12 15,29-34-35-15,14-10-17 16,-14 6-3-16,11 9-33 16,-33 11-19-16,15 18-76 15,-34 11-171-15,0 0-75 16</inkml:trace>
  <inkml:trace contextRef="#ctx0" brushRef="#br0" timeOffset="200908.57">27122 3601 512 0,'0'0'140'0,"0"0"9"0,0 0 15 0,0 0-134 0,0 0 4 15,0 0-23-15,183 88-2 16,-143-88 4-16,-3-32 16 0,3-24 32 15,-12-16-60 1,-15 3-2-16,-13 9-8 0,0 12-14 16,-25 16-15-16,-37 17 33 15,9 10 5-15,-12 5 12 16,-3 0-3-16,0 16-8 16,21 24 3-16,1 9-3 15,33-2-2-15,-15 2 6 16,28-5-15-16,0-16-15 15,0-5-34-15,0-14-18 16,41-1-33-16,-7-8 35 16,-6 0 22-16,3 0 47 0,-3-28 11 15,-1-8-7-15,-8-12 2 16,15-1-7-16,-6-3-39 16,-3 4-62-16,-13 1 69 15,-2 11 11-15,-10-1 25 16,0 0-155-16</inkml:trace>
  <inkml:trace contextRef="#ctx0" brushRef="#br0" timeOffset="201293.75">27497 2646 492 0,'0'0'176'0,"0"0"-25"0,0 0 14 0,0 0-85 0,0 0 0 0,22 261-29 0,2-165-10 0,-2-4-37 16,3 1 0-16,9-9-4 0,-12-4-2 16,-10-8-13-16,-12-8-14 15,0-3 6-15,0-14-35 16,-22-26 1-16,-2-21-158 15,8 0-128-15</inkml:trace>
  <inkml:trace contextRef="#ctx0" brushRef="#br0" timeOffset="201859.44">27652 3998 355 0,'0'0'154'0,"0"0"-64"0,0 0-5 0,0 0 9 0,0 0 73 0,0 0-74 0,-6 4-14 0,6-4 2 16,0-13-51-16,52-42-17 15,29-17-9-15,6-20-3 0,12-10 9 16,-6 7-20-16,-6 15 3 16,-7 11-3-16,-11 14-65 15,-17 6-19-15,-17 17-163 16,-17 13-226-16</inkml:trace>
  <inkml:trace contextRef="#ctx0" brushRef="#br0" timeOffset="202292.34">27919 4025 277 0,'0'0'272'16,"0"0"-209"-16,0 0-9 16,0 0-51-16,0 0 42 15,0 0-8-15,27 121-21 16,-20-65 17-16,-7 13 2 0,0 15 25 15,0 0-22 1,-34-16 6-16,27-19-39 0,7-26 52 16,0-23-47-16,25 0-10 15,62-28-4-15,15-24 4 16,4 1 17-16,-4 14-17 16,-43 21 10-16,-25 12-8 15,-15 4-4-15,-13 0-33 16,-6 4-205-16,0 24-166 15</inkml:trace>
  <inkml:trace contextRef="#ctx0" brushRef="#br0" timeOffset="203891.3">29850 5406 719 0,'0'0'92'0,"0"0"-81"0,354-269 52 0,-199 169-45 0,-10 4-5 0,-17 7-4 0,-20 12 44 16,-37 18-50-16,-15 10-3 16,-25 18 0-16,-15 10-5 0,-16 14-95 15,0 7-204-15</inkml:trace>
  <inkml:trace contextRef="#ctx0" brushRef="#br0" timeOffset="204589.85">29608 5358 360 0,'0'0'346'0,"0"0"-269"16,0 0-41-16,0 0 43 0,0 0-22 15,0 0 26-15,134-13-51 16,-100 13 15-16,-6 5-24 15,6 23 8-15,-16-8-29 16,4-9-2-16,-9-3-48 16,-1-3-34-16,-12-2-26 15,6-3-34-15,-6 0 134 16,0 0 8-16,0 0 32 16,0-19-25-16,0-6-3 15,0 2 14-15,0 15 33 16,0 3 7-16,0 5-37 15,-6 0 38-15,-19 5-56 16,-3 34 7-16,-12 14-1 16,-7 3-8-16,13-8 5 15,10-12-10-15,8-8 4 0,16-11 0 16,0-14-1-16,0-3 7 16,0 0-18-16,0 0 24 15,53 0-6-15,21-12 1 16,7-24 0-16,6 0-7 15,-7 0-9-15,-21 7-5 16,-19 14-25-16,-18 7-81 16,-22 8-143-16,0 0-49 15</inkml:trace>
  <inkml:trace contextRef="#ctx0" brushRef="#br0" timeOffset="205421.8">31025 4030 518 0,'0'0'0'0,"0"0"1"0,0 0-1 0,0 0 11 0,0 0 56 0,0 0-33 0,-6-8 13 16,6 8 18-16,0 0 106 16,0 0-68-16,0 0-54 15,0 0-26-15,0 0-16 16,0 0 8-16,6 0 17 16,41 0 13-16,3 0-43 15,-4-4 21-15,13-28-9 16,-6-9 2-16,-7-6-8 15,1-14-2-15,-13 2-6 16,-6-2-14-16,-22 9 12 16,-6 4-34-16,0 27 1 15,0 10 5-15,-40 11 20 0,-26 0 8 16,-20 28-3 0,-4 21-15-16,18 2 17 0,4-2-13 15,22-2-10-15,21-6 0 16,3-13-161-16,22-8-82 15,0-20-112-15</inkml:trace>
  <inkml:trace contextRef="#ctx0" brushRef="#br0" timeOffset="205890.12">31500 2923 352 0,'0'0'135'0,"0"0"-93"0,0 0 36 0,0 0-9 0,0 0 43 0,0 0 25 16,15-11-58-16,-2 26-37 15,-7 33-2-15,16 25 74 16,-10 15-75-16,7 0-18 16,2 4-20-16,7 0-2 15,-3-7-4-15,-3-5 0 16,-10-4-25-16,-12-12-21 16,0-20-41-16,0-15 9 15,0-22-208-15,6-7-135 16</inkml:trace>
  <inkml:trace contextRef="#ctx0" brushRef="#br0" timeOffset="206304.7">31522 4403 313 0,'0'0'603'0,"0"0"-491"0,0 0-12 0,0 0-27 0,0 0-52 0,151-237-17 16,-23 133 3-16,14 4-5 15,-15 3-2-15,-9 18 0 0,-22 10-19 16,-24 20-32-16,-26 13-74 15,-12 21-211-15,-34 15-251 16</inkml:trace>
  <inkml:trace contextRef="#ctx0" brushRef="#br0" timeOffset="206722.41">31770 4543 288 0,'0'0'280'0,"0"0"-280"15,0 0 0-15,0 0 14 16,0 0-4-16,0 0 0 16,192 145 2-16,-118-138-12 15,-15-2 5-15,-19-2 58 16,-24 2 20-16,-16 3 107 16,0-4-93-16,0-4-21 15,0 16-24-15,0-4-45 16,0-8-7-16,46 8-16 0,20-12-40 15,27 0 19 1,9 0 27-16,-3-12-53 0,-12-4-105 16,-28 0 19-16,-25 12-74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49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AD8A715-1B7B-0916-ABD1-795162F6D31A}"/>
                  </a:ext>
                </a:extLst>
              </p14:cNvPr>
              <p14:cNvContentPartPr/>
              <p14:nvPr/>
            </p14:nvContentPartPr>
            <p14:xfrm>
              <a:off x="1620720" y="3526920"/>
              <a:ext cx="8649000" cy="30412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AD8A715-1B7B-0916-ABD1-795162F6D3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11360" y="3517560"/>
                <a:ext cx="8667720" cy="306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09D3CC3-579B-034C-1323-B9BD0A6BEBD5}"/>
                  </a:ext>
                </a:extLst>
              </p14:cNvPr>
              <p14:cNvContentPartPr/>
              <p14:nvPr/>
            </p14:nvContentPartPr>
            <p14:xfrm>
              <a:off x="1029240" y="538200"/>
              <a:ext cx="10706040" cy="63068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09D3CC3-579B-034C-1323-B9BD0A6BEB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9880" y="528840"/>
                <a:ext cx="10724760" cy="632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184E3E8-2B6C-708A-8762-1015D3517D04}"/>
                  </a:ext>
                </a:extLst>
              </p14:cNvPr>
              <p14:cNvContentPartPr/>
              <p14:nvPr/>
            </p14:nvContentPartPr>
            <p14:xfrm>
              <a:off x="2321640" y="2422440"/>
              <a:ext cx="8403480" cy="37008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184E3E8-2B6C-708A-8762-1015D3517D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2280" y="2413080"/>
                <a:ext cx="8422200" cy="371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8139C90-F5A7-CC52-B8D7-726FACF4EC86}"/>
                  </a:ext>
                </a:extLst>
              </p14:cNvPr>
              <p14:cNvContentPartPr/>
              <p14:nvPr/>
            </p14:nvContentPartPr>
            <p14:xfrm>
              <a:off x="3317400" y="2305440"/>
              <a:ext cx="6252480" cy="38671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8139C90-F5A7-CC52-B8D7-726FACF4EC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08040" y="2296080"/>
                <a:ext cx="6271200" cy="388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9B8E9A0-95D6-CEA3-8750-582DAD9681FD}"/>
                  </a:ext>
                </a:extLst>
              </p14:cNvPr>
              <p14:cNvContentPartPr/>
              <p14:nvPr/>
            </p14:nvContentPartPr>
            <p14:xfrm>
              <a:off x="1358640" y="207720"/>
              <a:ext cx="10597680" cy="62330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9B8E9A0-95D6-CEA3-8750-582DAD9681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9280" y="198360"/>
                <a:ext cx="10616400" cy="625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82F7E0B-8BF8-1095-AA50-0D11FF620432}"/>
                  </a:ext>
                </a:extLst>
              </p14:cNvPr>
              <p14:cNvContentPartPr/>
              <p14:nvPr/>
            </p14:nvContentPartPr>
            <p14:xfrm>
              <a:off x="3662280" y="3967560"/>
              <a:ext cx="671400" cy="12866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82F7E0B-8BF8-1095-AA50-0D11FF6204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52920" y="3958200"/>
                <a:ext cx="690120" cy="130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5C55B18-9202-842C-DD82-A9829D8F8CBB}"/>
                  </a:ext>
                </a:extLst>
              </p14:cNvPr>
              <p14:cNvContentPartPr/>
              <p14:nvPr/>
            </p14:nvContentPartPr>
            <p14:xfrm>
              <a:off x="446400" y="434520"/>
              <a:ext cx="10059120" cy="56095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5C55B18-9202-842C-DD82-A9829D8F8C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7040" y="425160"/>
                <a:ext cx="10077840" cy="5628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6C9C177-375A-D659-F1E3-2C9D3B37094E}"/>
                  </a:ext>
                </a:extLst>
              </p14:cNvPr>
              <p14:cNvContentPartPr/>
              <p14:nvPr/>
            </p14:nvContentPartPr>
            <p14:xfrm>
              <a:off x="341640" y="435600"/>
              <a:ext cx="11964240" cy="63720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6C9C177-375A-D659-F1E3-2C9D3B3709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2280" y="426240"/>
                <a:ext cx="11982960" cy="639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506F3F2-9310-1FE9-F8BD-0C44D08DC1A8}"/>
                  </a:ext>
                </a:extLst>
              </p14:cNvPr>
              <p14:cNvContentPartPr/>
              <p14:nvPr/>
            </p14:nvContentPartPr>
            <p14:xfrm>
              <a:off x="1691280" y="952560"/>
              <a:ext cx="10094400" cy="5472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506F3F2-9310-1FE9-F8BD-0C44D08DC1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1920" y="943200"/>
                <a:ext cx="10113120" cy="549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</Words>
  <Application>Microsoft Office PowerPoint</Application>
  <PresentationFormat>Widescreen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2</cp:revision>
  <dcterms:created xsi:type="dcterms:W3CDTF">2026-06-02T20:15:13Z</dcterms:created>
  <dcterms:modified xsi:type="dcterms:W3CDTF">2026-06-02T23:24:11Z</dcterms:modified>
</cp:coreProperties>
</file>